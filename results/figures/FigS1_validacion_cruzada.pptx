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0972800" cy="82296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0972800" cy="8229600"/>
            <a:chOff x="0" y="0"/>
            <a:chExt cx="10972800" cy="82296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0972800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0972799" cy="8229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10833621" cy="40962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4165870"/>
              <a:ext cx="10833621" cy="37334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4047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4047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4047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4047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63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33530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72428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1326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74047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74047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74047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047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4047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18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4081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2979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187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077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74047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967242" y="1856752"/>
              <a:ext cx="67151" cy="671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856129" y="202135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976885" y="196864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966537" y="1912024"/>
              <a:ext cx="53703" cy="5370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636540" y="1878661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527147" y="2034372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618013" y="2074615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574357" y="1956735"/>
              <a:ext cx="50971" cy="5097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717421" y="1855572"/>
              <a:ext cx="60049" cy="6004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05401" y="1957449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24526" y="2013685"/>
              <a:ext cx="47236" cy="472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379008" y="209096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07095" y="1980052"/>
              <a:ext cx="60049" cy="6004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360789" y="1963214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73789" y="206975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642168" y="2041451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18974" y="1907737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894823" y="195918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553894" y="1936680"/>
              <a:ext cx="43287" cy="43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603807" y="199113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910850" y="184386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350327" y="181494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94527" y="1985816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896266" y="1920309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703302" y="1846132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739016" y="1945107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762678" y="203180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1423778" y="211001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741808" y="2039231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1807910" y="188653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1719922" y="187545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697943" y="1822149"/>
              <a:ext cx="51287" cy="51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832565" y="1854519"/>
              <a:ext cx="54846" cy="5484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177510" y="170488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860332" y="1962974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9692" y="1980939"/>
              <a:ext cx="45735" cy="45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119273" y="191314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093338" y="1883804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2294" y="1901319"/>
              <a:ext cx="70506" cy="7050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97204" y="1819194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849471" y="1796694"/>
              <a:ext cx="45344" cy="453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062242" y="172543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858373" y="186742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940716" y="1868532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199420" y="1804590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465345" y="1970408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86879" y="1855813"/>
              <a:ext cx="55677" cy="556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129041" y="1670874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494531" y="1886549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174564" y="198849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714067" y="195515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1716449" y="1909432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082" y="1910939"/>
              <a:ext cx="56489" cy="5648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03045" y="196621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74856" y="1947406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099887" y="173163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388477" y="206745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1905333" y="1913463"/>
              <a:ext cx="77775" cy="7777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1871134" y="1902867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026993" y="195642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694239" y="203045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52993" y="194983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1559783" y="199130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173357" y="1926981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702600" y="201242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10830" y="2046209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645682" y="1917767"/>
              <a:ext cx="50651" cy="50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349983" y="1983953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23163" y="198027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9111" y="1918668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394944" y="203796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37687" y="1798288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660688" y="2050255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608880" y="199501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128228" y="2049094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77481" y="196463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760856" y="1958860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883257" y="1949654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524915" y="201648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850919" y="1890687"/>
              <a:ext cx="52216" cy="5221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979207" y="194721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559967" y="2059338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717037" y="1946015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919567" y="172039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585117" y="192929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384455" y="19839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281307" y="19379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294728" y="194568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09419" y="1903691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1712417" y="203219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933715" y="1712315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1605379" y="185075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788153" y="1770185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1404714" y="2080858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590483" y="1863802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1541822" y="1888141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702827" y="1908921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811074" y="1836483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1286647" y="1968653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395347" y="19588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925819" y="2144415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782046" y="193981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117154" y="196412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831056" y="1790327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768764" y="1993456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717173" y="1959863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686635" y="1916958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1905223" y="1785865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943944" y="177598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1911872" y="1902721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741199" y="1881455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13581" y="1983717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888725" y="195780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1747369" y="1978326"/>
              <a:ext cx="50651" cy="50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879306" y="198358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1717173" y="1886902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481517" y="214984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084169" y="2093385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436201" y="1982860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1551705" y="2035138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907544" y="1895387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160455" y="196367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018954" y="2027402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34717" y="193217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07080" y="1894731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529405" y="1932748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1734541" y="1929891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001485" y="1983408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578594" y="1911787"/>
              <a:ext cx="53411" cy="534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791087" y="1909288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641336" y="1950338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679825" y="195778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583612" y="191260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372066" y="1911411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070699" y="189090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1547351" y="206080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381287" y="2015343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541445" y="1899039"/>
              <a:ext cx="59315" cy="5931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005598" y="1937751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1591161" y="2005009"/>
              <a:ext cx="48654" cy="486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1713842" y="2091457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1888203" y="1849995"/>
              <a:ext cx="54279" cy="5427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1442451" y="2101133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1391071" y="1902475"/>
              <a:ext cx="48654" cy="486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1818764" y="175204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430122" y="190126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296883" y="18405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402891" y="1870251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86884" y="21358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1349362" y="22117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102179" y="192730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692190" y="204567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1837145" y="175600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199096" y="1994226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741570" y="19713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618751" y="1843534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892722" y="191974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658200" y="175900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451310" y="1875287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1493892" y="1937177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749666" y="1844691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972888" y="1906520"/>
              <a:ext cx="58565" cy="585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998556" y="1804968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33330" y="2010328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555438" y="1972042"/>
              <a:ext cx="50328" cy="503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759012" y="2049381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77292" y="201027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656780" y="18727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115435" y="1854321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1760816" y="179368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547806" y="1972496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939441" y="1865868"/>
              <a:ext cx="47236" cy="472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552082" y="2029075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067322" y="19376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639231" y="1901485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1610343" y="203217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236514" y="190832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830479" y="193367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002179" y="1903340"/>
              <a:ext cx="45344" cy="453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928400" y="1870785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662738" y="190936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639732" y="1974365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1815211" y="2019846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1729349" y="1929863"/>
              <a:ext cx="52819" cy="528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1760378" y="1826387"/>
              <a:ext cx="48654" cy="486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1849923" y="1913627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1394893" y="184654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505081" y="1944683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383" y="1927732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1582440" y="1852679"/>
              <a:ext cx="59067" cy="590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1942137" y="1974642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569788" y="2153285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810623" y="193765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545374" y="2063466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1468464" y="192482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1735855" y="1989181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852389" y="1922674"/>
              <a:ext cx="47955" cy="4795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1826161" y="1820604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068590" y="1893395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011450" y="1942186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707760" y="2039522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497867" y="1896522"/>
              <a:ext cx="47236" cy="472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1199372" y="187658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1883738" y="1959970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774743" y="1925529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1733025" y="2007134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494313" y="1955645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267688" y="203678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72901" y="198323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152465" y="1743419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323957" y="1969418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645605" y="1999407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1850221" y="1907152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9536" y="188795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327419" y="1974064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078051" y="1896248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120560" y="179700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434069" y="203617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1845526" y="1933442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1745038" y="206080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1894157" y="1964943"/>
              <a:ext cx="51287" cy="51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047300" y="202023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129514" y="2220843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63986" y="1944154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1754337" y="206369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357867" y="21286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392416" y="213785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1358254" y="213234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1253487" y="207393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1892677" y="203847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54299" y="193306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1707402" y="1982670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13925" y="2014621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690806" y="1909675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119632" y="1897155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1770847" y="1919487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329471" y="192534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750589" y="200793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674047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244880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244880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244880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244880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27210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311006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349904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388802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244880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244880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244880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244880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244880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252660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291558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330455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369353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408251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244880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62666" y="2290553"/>
              <a:ext cx="74882" cy="7488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828629" y="240669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5956" y="232571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167712" y="2303996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267405" y="233224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395352" y="2293617"/>
              <a:ext cx="62857" cy="6285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929611" y="2282448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69201" y="242706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77630" y="2375240"/>
              <a:ext cx="55677" cy="5567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3149" y="2399023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024591" y="2297413"/>
              <a:ext cx="60291" cy="6029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070841" y="2285977"/>
              <a:ext cx="68760" cy="687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13110" y="2310294"/>
              <a:ext cx="53411" cy="534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21324" y="2374000"/>
              <a:ext cx="53703" cy="5370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746004" y="2456540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088853" y="2207225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07898" y="2321002"/>
              <a:ext cx="66946" cy="6694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32631" y="2374207"/>
              <a:ext cx="41011" cy="410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039657" y="2473086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665051" y="237637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055149" y="2408553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016362" y="227015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011235" y="2207935"/>
              <a:ext cx="53993" cy="5399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05753" y="2295348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357957" y="2582372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063459" y="2346017"/>
              <a:ext cx="50001" cy="500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098400" y="2401652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22766" y="226404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678838" y="244042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948787" y="2450596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8950" y="2232723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436104" y="2254552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980833" y="2360332"/>
              <a:ext cx="50651" cy="50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85975" y="2310759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63843" y="22474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780249" y="231491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15432" y="243418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48110" y="2253389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600126" y="219527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008841" y="237783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820341" y="2524927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950847" y="234473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513581" y="254795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79185" y="22258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980069" y="2416194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913681" y="2499891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36160" y="2390424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422130" y="216709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496485" y="2302858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291283" y="2092122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231996" y="233722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205709" y="2219470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128891" y="2212912"/>
              <a:ext cx="58565" cy="585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58746" y="2258512"/>
              <a:ext cx="63306" cy="6330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626968" y="2069138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504101" y="2163402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553329" y="2310131"/>
              <a:ext cx="50971" cy="5097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650735" y="2286996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334617" y="2177217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16470" y="2238460"/>
              <a:ext cx="81312" cy="8131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13591" y="2170277"/>
              <a:ext cx="43287" cy="43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216392" y="2096099"/>
              <a:ext cx="53703" cy="5370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7471" y="2140791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104278" y="2277018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535271" y="2170070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740500" y="2069966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992262" y="2223971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27845" y="2211308"/>
              <a:ext cx="62402" cy="6240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802497" y="2043605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016508" y="2222657"/>
              <a:ext cx="49336" cy="493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857412" y="2087809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836716" y="230670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57756" y="2370560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77996" y="23020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207235" y="2214311"/>
              <a:ext cx="53993" cy="5399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323285" y="240791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302714" y="2266448"/>
              <a:ext cx="63082" cy="6308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430659" y="227492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227946" y="2307987"/>
              <a:ext cx="45735" cy="45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257712" y="216322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60158" y="2416735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241046" y="2260904"/>
              <a:ext cx="89485" cy="8948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44723" y="2232108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689401" y="220540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181880" y="2367750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261993" y="2289842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54051" y="242311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219979" y="233583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213823" y="2383437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048966" y="241186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244033" y="2351086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975761" y="2303899"/>
              <a:ext cx="60770" cy="6077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882546" y="2285785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428622" y="2202461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015537" y="2333551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013136" y="237710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84539" y="2296038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061804" y="2370556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470095" y="2146046"/>
              <a:ext cx="45735" cy="45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89513" y="2307683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112947" y="2345762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21070" y="23445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019470" y="2378977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78542" y="2371512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636706" y="2251558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67174" y="2282794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318546" y="233619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351618" y="2348898"/>
              <a:ext cx="45344" cy="453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224688" y="2221045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138062" y="2277503"/>
              <a:ext cx="59067" cy="5906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120606" y="2421661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188353" y="2382208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110491" y="24633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005890" y="22483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550977" y="232684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101118" y="2306482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397570" y="215411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348044" y="234252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099721" y="2320900"/>
              <a:ext cx="52519" cy="525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976954" y="233460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492574" y="202248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266124" y="218747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826190" y="2378100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778716" y="2395160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160471" y="220189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843123" y="227348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369440" y="2281314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029104" y="2312858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710961" y="2436257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201522" y="2323781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450591" y="2030747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155230" y="223008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087880" y="2230252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193036" y="2131618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777756" y="219038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830667" y="2480533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097441" y="2225012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090551" y="243011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963606" y="2193909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002964" y="2315136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942704" y="248021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600394" y="2347560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312042" y="2157317"/>
              <a:ext cx="47236" cy="472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327015" y="217605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87768" y="219009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22743" y="221855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918450" y="2284659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980700" y="2359518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174721" y="2480465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080867" y="2319033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129175" y="2364368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555708" y="2327472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50176" y="2128578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824276" y="237596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730149" y="2403154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723067" y="243636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87766" y="218828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193251" y="2368149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189991" y="2357491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583722" y="251073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084275" y="2311281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57609" y="2119567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077325" y="2175381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151942" y="2339032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382994" y="2219465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980547" y="234769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370556" y="2221789"/>
              <a:ext cx="45344" cy="453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340707" y="2367109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245780" y="242398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694669" y="2393619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75781" y="246671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91122" y="2269524"/>
              <a:ext cx="55950" cy="5595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303947" y="2237365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72679" y="2321932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24120" y="2318708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375720" y="243218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644605" y="2008116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964355" y="246869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17505" y="2431706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890354" y="2317166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989159" y="2400051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77733" y="235888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629360" y="240139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880220" y="232022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796420" y="2360611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296402" y="2310664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403854" y="223587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139308" y="2288710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739464" y="2334441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328815" y="2445697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061437" y="2433636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123507" y="2234291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714235" y="24041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5356" y="2290254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830282" y="2358872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893280" y="2380398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982377" y="236595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11871" y="2292285"/>
              <a:ext cx="51600" cy="5160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50711" y="2284894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998345" y="228894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052746" y="2227366"/>
              <a:ext cx="61943" cy="619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809308" y="216215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162394" y="229418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03245" y="2220668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95098" y="2346833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104267" y="2344350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003178" y="231405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724967" y="2425217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859672" y="2266181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48338" y="244930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419089" y="2260674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014371" y="2380227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828103" y="2384913"/>
              <a:ext cx="49671" cy="4967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591259" y="255725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972030" y="2181020"/>
              <a:ext cx="68760" cy="6876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85824" y="2176565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037182" y="2349809"/>
              <a:ext cx="54279" cy="5427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123261" y="2404562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423494" y="2142383"/>
              <a:ext cx="58565" cy="585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930697" y="2486191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926590" y="2311528"/>
              <a:ext cx="55402" cy="5540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297076" y="2160271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2700325" y="250015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024188" y="2340096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134777" y="227256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681863" y="2154484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276388" y="232631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931608" y="2207760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154437" y="236670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965973" y="2515050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66975" y="227501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742374" y="219343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825619" y="2383409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85276" y="2220690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932292" y="251813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284723" y="22101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90345" y="255345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3403026" y="2295604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3305278" y="2385618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68783" y="242400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878218" y="214880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2999266" y="2262443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118722" y="240833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797120" y="2382816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873700" y="2376571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53053" y="240981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740016" y="2107401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16330" y="22497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125561" y="2176143"/>
              <a:ext cx="46869" cy="4686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795285" y="233208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201644" y="2388423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066199" y="225310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139219" y="236145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269938" y="2459010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846226" y="231591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927174" y="2274396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988079" y="2336393"/>
              <a:ext cx="50328" cy="503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27596" y="2365386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297115" y="2278149"/>
              <a:ext cx="68363" cy="6836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722557" y="247208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248231" y="2257232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522031" y="2357267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978258" y="2388887"/>
              <a:ext cx="60049" cy="6004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248243" y="2338525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113291" y="2387994"/>
              <a:ext cx="40523" cy="4052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951188" y="2294015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582067" y="2152031"/>
              <a:ext cx="41011" cy="410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270274" y="2075729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087144" y="2295371"/>
              <a:ext cx="46119" cy="461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052734" y="2283371"/>
              <a:ext cx="53703" cy="5370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814096" y="2425312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768456" y="228359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63791" y="218899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203193" y="2395299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930381" y="247501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284330" y="233767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831550" y="2369364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503403" y="2138217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340539" y="2283555"/>
              <a:ext cx="49336" cy="493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598677" y="2123802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287065" y="2147999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19333" y="241821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217170" y="248651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83330" y="2318284"/>
              <a:ext cx="54564" cy="5456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145522" y="2325637"/>
              <a:ext cx="47236" cy="472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129460" y="2268804"/>
              <a:ext cx="60531" cy="6053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128645" y="228343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143653" y="2169874"/>
              <a:ext cx="56220" cy="5622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033284" y="2175340"/>
              <a:ext cx="47236" cy="472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3421697" y="235816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938547" y="2205933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027625" y="2338460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002121" y="2209375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164146" y="2183746"/>
              <a:ext cx="66533" cy="665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07412" y="23144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005621" y="2386769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338203" y="2328994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227227" y="2389646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637526" y="25554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68830" y="2318731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050816" y="2378002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023773" y="242111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096032" y="2261880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249414" y="2356297"/>
              <a:ext cx="46869" cy="4686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3458345" y="2284046"/>
              <a:ext cx="50328" cy="503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203350" y="2252504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27138" y="2304690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48996" y="2238289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01694" y="249461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7604" y="228211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015517" y="2465012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3252" y="2316581"/>
              <a:ext cx="58312" cy="5831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805193" y="2240851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254081" y="2299554"/>
              <a:ext cx="41011" cy="410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187779" y="2333774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558890" y="249020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305629" y="2399678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32476" y="2242680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885411" y="2383058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3266994" y="2194098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201058" y="2349169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96043" y="2109543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198995" y="218360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3153038" y="230386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994723" y="2316306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386000" y="226110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027730" y="219631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202367" y="231689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34069" y="2272552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879105" y="20153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807560" y="2470112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809115" y="2356619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3370971" y="2266192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981557" y="239661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110479" y="2337046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812836" y="255228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873245" y="2304211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732944" y="248321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23466" y="2220385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263559" y="245515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166757" y="2257005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3641089" y="2152380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868349" y="2236520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806862" y="213938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896120" y="240294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895522" y="24351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298149" y="227207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298621" y="236632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192845" y="2367518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60837" y="2237591"/>
              <a:ext cx="58312" cy="5831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138912" y="219943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411521" y="240775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017146" y="2463685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859038" y="2366097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2939120" y="2301074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2658542" y="25152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020508" y="2383435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2936203" y="2384832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882323" y="2379824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2976513" y="238037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80314" y="2362411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2855501" y="2353354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132208" y="2393710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3486512" y="2305949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888876" y="2326087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419781" y="2315273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054591" y="2240202"/>
              <a:ext cx="50328" cy="503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632484" y="2219570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341521" y="2211820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978887" y="2245078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172732" y="243261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278416" y="233394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572597" y="230130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003689" y="2387581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054434" y="2189946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82494" y="226933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244880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4223568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4223568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4223568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4223568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449585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488482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527380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566278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4223568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4223568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4223568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4223568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4223568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430136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469034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507931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546829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585727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4223568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0" y="1711497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500049" y="1703161"/>
              <a:ext cx="62630" cy="626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812985" y="1695641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740550" y="1590430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846405" y="149523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797824" y="1520660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86795" y="1649482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600194" y="1539409"/>
              <a:ext cx="52819" cy="5281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5757119" y="1595748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5576758" y="1810787"/>
              <a:ext cx="43287" cy="43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5625518" y="1630263"/>
              <a:ext cx="50971" cy="5097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616035" y="169367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707500" y="1606232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59750" y="1610266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5543600" y="1665290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5404031" y="169911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5608975" y="1617097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796932" y="151804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798030" y="163969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5557799" y="155692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713435" y="166791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689364" y="149465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707595" y="15057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5686492" y="1515631"/>
              <a:ext cx="45344" cy="453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5710158" y="1644522"/>
              <a:ext cx="49336" cy="493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681974" y="1922395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211060" y="190479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678237" y="169669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359239" y="1788940"/>
              <a:ext cx="63971" cy="6397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5773504" y="1638225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617641" y="1581819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643909" y="155951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084227" y="1828933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584651" y="1685223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5237960" y="1765555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474637" y="1587311"/>
              <a:ext cx="50651" cy="5065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566487" y="161512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675460" y="1575975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5776256" y="175438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508506" y="148647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625022" y="1653178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703001" y="1596729"/>
              <a:ext cx="50971" cy="5097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837783" y="1566697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421554" y="1655064"/>
              <a:ext cx="69738" cy="697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181849" y="166268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15728" y="153196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172914" y="177303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587052" y="157166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389175" y="1673072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576378" y="1630419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670707" y="1614512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513018" y="161233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209448" y="1600633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8059" y="1687545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779957" y="160906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842671" y="1608044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394913" y="1675576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039831" y="1703279"/>
              <a:ext cx="45735" cy="4573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035099" y="180818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844249" y="166752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0514" y="164913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672022" y="15497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370172" y="163488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560561" y="157498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636808" y="162145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617831" y="1563572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842955" y="187034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317462" y="194117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553361" y="17172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798037" y="1750705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5653123" y="1872259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5401208" y="1734677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708387" y="163464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43356" y="1642982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328873" y="1953376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282810" y="1748331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5683016" y="173284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5413731" y="174278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5841585" y="156386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5536316" y="168556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5579265" y="1799028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739889" y="164127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03833" y="1728013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596423" y="1694682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5252074" y="183666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5692846" y="1532189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5787401" y="1516453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5463755" y="153066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612655" y="155953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564504" y="173485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350714" y="1467251"/>
              <a:ext cx="53117" cy="5311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5598976" y="1535935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681132" y="1585426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683830" y="1785323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5706358" y="1457989"/>
              <a:ext cx="50001" cy="500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5325141" y="178125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5768052" y="1632930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527631" y="164998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846405" y="159911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843356" y="1757209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722295" y="166370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5530112" y="175374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5564419" y="1599395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5796340" y="1686390"/>
              <a:ext cx="53411" cy="534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5497139" y="1755944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5368866" y="164021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5502785" y="1682325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5454222" y="1649930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5169857" y="169115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5387016" y="1612603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844249" y="152779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406781" y="170853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826323" y="1577687"/>
              <a:ext cx="44133" cy="4413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9166" y="176223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5844249" y="158487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843356" y="1474372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768263" y="1510486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5635553" y="1591206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5625095" y="1555529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641983" y="1554467"/>
              <a:ext cx="46497" cy="464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666360" y="1554905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5750654" y="1546593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5842671" y="152839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5727073" y="1560491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8172" y="158028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691836" y="1545696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461040" y="1749621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5380595" y="1712202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5720182" y="1725334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615527" y="1683985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453751" y="160770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615819" y="1713258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520207" y="1932964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336817" y="1724117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436612" y="1792155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5846405" y="168972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5539508" y="1804296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5395597" y="1631586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5215752" y="180027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5189396" y="181593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846405" y="172796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5841585" y="1606610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817481" y="159345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770872" y="1582729"/>
              <a:ext cx="44948" cy="4494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5619343" y="1725048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641758" y="1575780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5326021" y="1630809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844249" y="167534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4223568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998329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998329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998329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998329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627061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665959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7048566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743754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998329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998329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998329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998329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998329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607612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646510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6854078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724305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7632031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998329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7169978" y="1801251"/>
              <a:ext cx="59806" cy="5980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6897286" y="1868298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7149939" y="2068121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3583" y="193912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003435" y="2077206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24908" y="1851058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7313337" y="1934155"/>
              <a:ext cx="51287" cy="51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6810693" y="1882778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6769420" y="1992599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6870204" y="1970802"/>
              <a:ext cx="48997" cy="489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7197194" y="1884486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7295316" y="1834830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7312978" y="1776097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7218438" y="1738659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6871898" y="198810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7240787" y="1812862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7270117" y="183479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6997326" y="196752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6714585" y="2026219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7185652" y="1934944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7018505" y="1878551"/>
              <a:ext cx="48307" cy="483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7087571" y="1820094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7498087" y="184404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7305935" y="1814884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96549" y="1847714"/>
              <a:ext cx="60291" cy="6029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288260" y="191384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950496" y="1897584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7230447" y="1866208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7564482" y="186827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7064118" y="187173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7269880" y="1921012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7251696" y="180799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893748" y="1903577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6596695" y="182249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6938642" y="193957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7047944" y="1982626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7309386" y="1864812"/>
              <a:ext cx="49336" cy="493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7059661" y="1891377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7094406" y="1954185"/>
              <a:ext cx="64842" cy="648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6411397" y="192655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7370909" y="197483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7206063" y="1943834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7204595" y="1957234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6728041" y="193649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6904512" y="1870199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7198686" y="2026184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7033587" y="203335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6976516" y="188342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7274554" y="1924303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7078361" y="1910114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962017" y="1883462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614203" y="203537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6730867" y="1882236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6670312" y="186368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7317574" y="187494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7414181" y="1850954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7132447" y="187128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6832037" y="195810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6720909" y="1874311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7064599" y="184389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6988199" y="1936797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7131022" y="1928888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7621165" y="1876898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6834430" y="188418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7225037" y="1931747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6728941" y="197520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7477557" y="189551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6971635" y="1888644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7166029" y="1851773"/>
              <a:ext cx="43287" cy="43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7126088" y="196158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6671352" y="183621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6966359" y="185760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112623" y="1877917"/>
              <a:ext cx="50001" cy="500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7296009" y="1879075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755850" y="1859861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7420297" y="1935967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7055499" y="1877540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7231431" y="1844209"/>
              <a:ext cx="41011" cy="410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6395379" y="18731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6898931" y="200493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7102365" y="1854890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7034309" y="1935230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7180160" y="1928109"/>
              <a:ext cx="51909" cy="519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7483133" y="18511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7508562" y="2243666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857173" y="1933651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951758" y="2075712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7306592" y="1857338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7264821" y="1840579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7387209" y="1835405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7181424" y="203581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7360416" y="195868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7097084" y="1960448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7030231" y="1939801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6525665" y="194642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7184971" y="1920929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6965977" y="1954133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699126" y="1962150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025828" y="1956141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033799" y="2008994"/>
              <a:ext cx="46869" cy="4686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7395549" y="1950572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6539802" y="198908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905249" y="191513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156354" y="2028556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032540" y="1926374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7339368" y="1944959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7196178" y="201204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3255" y="190993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6588702" y="1915110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6910290" y="1924621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7068745" y="1833905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7198669" y="191588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7346989" y="1981243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7368598" y="1972366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6845163" y="210701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6741754" y="1937670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6757790" y="1907225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7153641" y="1854312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7491879" y="188512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7069238" y="183604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5998329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7773090" y="274505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7773090" y="2356073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7773090" y="1967096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7773090" y="1578120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8045373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8434350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8823327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9212304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7773090" y="293953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7773090" y="2550562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7773090" y="2161585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7773090" y="1772608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7773090" y="1383631"/>
              <a:ext cx="1711497" cy="0"/>
            </a:xfrm>
            <a:custGeom>
              <a:avLst/>
              <a:pathLst>
                <a:path w="1711497" h="0">
                  <a:moveTo>
                    <a:pt x="0" y="0"/>
                  </a:moveTo>
                  <a:lnTo>
                    <a:pt x="1711497" y="0"/>
                  </a:ln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785088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823986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8628839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9017815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9406792" y="1305836"/>
              <a:ext cx="0" cy="1711497"/>
            </a:xfrm>
            <a:custGeom>
              <a:avLst/>
              <a:pathLst>
                <a:path w="0" h="1711497">
                  <a:moveTo>
                    <a:pt x="0" y="171149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7773090" y="1305836"/>
              <a:ext cx="1711497" cy="1711497"/>
            </a:xfrm>
            <a:custGeom>
              <a:avLst/>
              <a:pathLst>
                <a:path w="1711497" h="1711497">
                  <a:moveTo>
                    <a:pt x="0" y="1711497"/>
                  </a:moveTo>
                  <a:lnTo>
                    <a:pt x="1711497" y="0"/>
                  </a:lnTo>
                </a:path>
              </a:pathLst>
            </a:custGeom>
            <a:ln w="12318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8595971" y="2174862"/>
              <a:ext cx="59806" cy="5980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8544897" y="227280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8249834" y="2364738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8244065" y="230498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8350476" y="2410058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8713422" y="2137276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8842174" y="2251368"/>
              <a:ext cx="51287" cy="51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8348964" y="2248344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8106348" y="2321797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8447930" y="2329885"/>
              <a:ext cx="48997" cy="489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8549241" y="229306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8732069" y="2210031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8510054" y="2173731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8853307" y="213850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8344966" y="2361956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8722409" y="2166020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8595678" y="217372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8379304" y="2333858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8355928" y="2321624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8732231" y="2286397"/>
              <a:ext cx="42852" cy="428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8212753" y="2211757"/>
              <a:ext cx="48307" cy="483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8838523" y="2188289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8417715" y="217089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8932962" y="217543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8605427" y="2194710"/>
              <a:ext cx="60291" cy="6029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8923800" y="2225026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8308855" y="2191153"/>
              <a:ext cx="40022" cy="4002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8705468" y="2180862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8772439" y="215657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8556445" y="224025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8905379" y="2259645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8602899" y="2110450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8332929" y="2220471"/>
              <a:ext cx="36030" cy="360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8256175" y="221831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8201420" y="2237027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8374384" y="2318589"/>
              <a:ext cx="37862" cy="3786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8741810" y="2247156"/>
              <a:ext cx="49336" cy="4933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8414224" y="2275502"/>
              <a:ext cx="38976" cy="389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8558478" y="2309312"/>
              <a:ext cx="64842" cy="6484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8009204" y="2297243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8992215" y="2311074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8437500" y="231670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8851862" y="2315920"/>
              <a:ext cx="42407" cy="424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8297609" y="2265209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8108440" y="2180202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8973446" y="2367562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8205393" y="243950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8498365" y="2260472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8959563" y="2317082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8720844" y="2255221"/>
              <a:ext cx="41952" cy="4195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8614235" y="2251961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8010512" y="2369526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8279379" y="220331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8112937" y="2205267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8514601" y="2204138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8653163" y="2191123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8855803" y="2280864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8558251" y="232379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8308216" y="2167862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8424257" y="2174525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8652456" y="2262822"/>
              <a:ext cx="37276" cy="3727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8255906" y="2278652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8384501" y="225593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8309327" y="222717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8736517" y="2312272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8241581" y="2298533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8974945" y="2226649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8260005" y="2191540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8611665" y="2174041"/>
              <a:ext cx="43287" cy="4328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8497306" y="2290873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7883895" y="2195284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8250540" y="2284715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8304074" y="2265472"/>
              <a:ext cx="50001" cy="5000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8133752" y="2277297"/>
              <a:ext cx="36666" cy="36666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8305722" y="2271631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8444844" y="2358162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8515255" y="2265754"/>
              <a:ext cx="47598" cy="4759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8472209" y="2251218"/>
              <a:ext cx="41011" cy="4101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8025295" y="218728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8208476" y="2351418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8726470" y="2163699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8409334" y="2278235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8269996" y="2319370"/>
              <a:ext cx="51909" cy="5190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8241494" y="221530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8511941" y="2414676"/>
              <a:ext cx="30354" cy="3035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8438477" y="2267476"/>
              <a:ext cx="38428" cy="3842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8468118" y="2351481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8206883" y="2236303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8495391" y="2222593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8735981" y="2224856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8525606" y="2406965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8940403" y="2335835"/>
              <a:ext cx="27829" cy="2782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8266498" y="2324186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8638749" y="2305321"/>
              <a:ext cx="39507" cy="3950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8180646" y="2365369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8309590" y="2261594"/>
              <a:ext cx="44544" cy="4454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8400473" y="2292852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8363146" y="2302310"/>
              <a:ext cx="34665" cy="346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8389818" y="2348919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8225393" y="2284025"/>
              <a:ext cx="46869" cy="4686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9042415" y="2300316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8169810" y="2378684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8446827" y="2331926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8222069" y="2371676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8591597" y="2300139"/>
              <a:ext cx="41488" cy="4148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8490373" y="2275283"/>
              <a:ext cx="32292" cy="3229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8674669" y="2386335"/>
              <a:ext cx="35365" cy="3536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8349808" y="230915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8083870" y="2344294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8425283" y="2347190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8492864" y="2248751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8406009" y="2344413"/>
              <a:ext cx="33138" cy="3313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8213576" y="2282350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8634519" y="2348168"/>
              <a:ext cx="31372" cy="3137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8106875" y="2436287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8347603" y="2250242"/>
              <a:ext cx="43714" cy="43714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8214338" y="2300798"/>
              <a:ext cx="29199" cy="29199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8890690" y="2228731"/>
              <a:ext cx="33925" cy="3392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8800586" y="2269032"/>
              <a:ext cx="21732" cy="21732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8135921" y="2218260"/>
              <a:ext cx="26043" cy="26043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7773090" y="1305836"/>
              <a:ext cx="1711497" cy="171149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tx1113"/>
            <p:cNvSpPr/>
            <p:nvPr/>
          </p:nvSpPr>
          <p:spPr>
            <a:xfrm>
              <a:off x="419326" y="290314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1114" name="tx1114"/>
            <p:cNvSpPr/>
            <p:nvPr/>
          </p:nvSpPr>
          <p:spPr>
            <a:xfrm>
              <a:off x="419326" y="251416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1115" name="tx1115"/>
            <p:cNvSpPr/>
            <p:nvPr/>
          </p:nvSpPr>
          <p:spPr>
            <a:xfrm>
              <a:off x="419326" y="212519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1116" name="tx1116"/>
            <p:cNvSpPr/>
            <p:nvPr/>
          </p:nvSpPr>
          <p:spPr>
            <a:xfrm>
              <a:off x="419326" y="173621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1117" name="tx1117"/>
            <p:cNvSpPr/>
            <p:nvPr/>
          </p:nvSpPr>
          <p:spPr>
            <a:xfrm>
              <a:off x="419326" y="134723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1118" name="pl1118"/>
            <p:cNvSpPr/>
            <p:nvPr/>
          </p:nvSpPr>
          <p:spPr>
            <a:xfrm>
              <a:off x="642416" y="293953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642416" y="25505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642416" y="21615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642416" y="1772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642416" y="13836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3"/>
            <p:cNvSpPr/>
            <p:nvPr/>
          </p:nvSpPr>
          <p:spPr>
            <a:xfrm rot="-5400000">
              <a:off x="-510840" y="2116093"/>
              <a:ext cx="165268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predicha (BYM2)</a:t>
              </a:r>
            </a:p>
          </p:txBody>
        </p:sp>
        <p:sp>
          <p:nvSpPr>
            <p:cNvPr id="1124" name="rc1124"/>
            <p:cNvSpPr/>
            <p:nvPr/>
          </p:nvSpPr>
          <p:spPr>
            <a:xfrm>
              <a:off x="674047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5"/>
            <p:cNvSpPr/>
            <p:nvPr/>
          </p:nvSpPr>
          <p:spPr>
            <a:xfrm>
              <a:off x="1111915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1126" name="rc1126"/>
            <p:cNvSpPr/>
            <p:nvPr/>
          </p:nvSpPr>
          <p:spPr>
            <a:xfrm>
              <a:off x="244880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tx1127"/>
            <p:cNvSpPr/>
            <p:nvPr/>
          </p:nvSpPr>
          <p:spPr>
            <a:xfrm>
              <a:off x="2886676" y="1171741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1128" name="rc1128"/>
            <p:cNvSpPr/>
            <p:nvPr/>
          </p:nvSpPr>
          <p:spPr>
            <a:xfrm>
              <a:off x="4223568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tx1129"/>
            <p:cNvSpPr/>
            <p:nvPr/>
          </p:nvSpPr>
          <p:spPr>
            <a:xfrm>
              <a:off x="4810118" y="1171741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1130" name="rc1130"/>
            <p:cNvSpPr/>
            <p:nvPr/>
          </p:nvSpPr>
          <p:spPr>
            <a:xfrm>
              <a:off x="5998329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tx1131"/>
            <p:cNvSpPr/>
            <p:nvPr/>
          </p:nvSpPr>
          <p:spPr>
            <a:xfrm>
              <a:off x="6537924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1132" name="rc1132"/>
            <p:cNvSpPr/>
            <p:nvPr/>
          </p:nvSpPr>
          <p:spPr>
            <a:xfrm>
              <a:off x="7773090" y="1110432"/>
              <a:ext cx="1711497" cy="195403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tx1133"/>
            <p:cNvSpPr/>
            <p:nvPr/>
          </p:nvSpPr>
          <p:spPr>
            <a:xfrm>
              <a:off x="8312685" y="1171741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1134" name="pl1134"/>
            <p:cNvSpPr/>
            <p:nvPr/>
          </p:nvSpPr>
          <p:spPr>
            <a:xfrm>
              <a:off x="75184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114081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1529796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191877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230775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tx1139"/>
            <p:cNvSpPr/>
            <p:nvPr/>
          </p:nvSpPr>
          <p:spPr>
            <a:xfrm>
              <a:off x="65295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1140" name="tx1140"/>
            <p:cNvSpPr/>
            <p:nvPr/>
          </p:nvSpPr>
          <p:spPr>
            <a:xfrm>
              <a:off x="104192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1141" name="tx1141"/>
            <p:cNvSpPr/>
            <p:nvPr/>
          </p:nvSpPr>
          <p:spPr>
            <a:xfrm>
              <a:off x="143090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1142" name="tx1142"/>
            <p:cNvSpPr/>
            <p:nvPr/>
          </p:nvSpPr>
          <p:spPr>
            <a:xfrm>
              <a:off x="181988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1143" name="tx1143"/>
            <p:cNvSpPr/>
            <p:nvPr/>
          </p:nvSpPr>
          <p:spPr>
            <a:xfrm>
              <a:off x="2208857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1144" name="pl1144"/>
            <p:cNvSpPr/>
            <p:nvPr/>
          </p:nvSpPr>
          <p:spPr>
            <a:xfrm>
              <a:off x="252660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291558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330455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3693533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082510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tx1149"/>
            <p:cNvSpPr/>
            <p:nvPr/>
          </p:nvSpPr>
          <p:spPr>
            <a:xfrm>
              <a:off x="242771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1150" name="tx1150"/>
            <p:cNvSpPr/>
            <p:nvPr/>
          </p:nvSpPr>
          <p:spPr>
            <a:xfrm>
              <a:off x="281668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1151" name="tx1151"/>
            <p:cNvSpPr/>
            <p:nvPr/>
          </p:nvSpPr>
          <p:spPr>
            <a:xfrm>
              <a:off x="3205664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1152" name="tx1152"/>
            <p:cNvSpPr/>
            <p:nvPr/>
          </p:nvSpPr>
          <p:spPr>
            <a:xfrm>
              <a:off x="359464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1153" name="tx1153"/>
            <p:cNvSpPr/>
            <p:nvPr/>
          </p:nvSpPr>
          <p:spPr>
            <a:xfrm>
              <a:off x="398361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1154" name="pl1154"/>
            <p:cNvSpPr/>
            <p:nvPr/>
          </p:nvSpPr>
          <p:spPr>
            <a:xfrm>
              <a:off x="430136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69034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5079317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546829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585727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tx1159"/>
            <p:cNvSpPr/>
            <p:nvPr/>
          </p:nvSpPr>
          <p:spPr>
            <a:xfrm>
              <a:off x="4202471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1160" name="tx1160"/>
            <p:cNvSpPr/>
            <p:nvPr/>
          </p:nvSpPr>
          <p:spPr>
            <a:xfrm>
              <a:off x="4591448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1161" name="tx1161"/>
            <p:cNvSpPr/>
            <p:nvPr/>
          </p:nvSpPr>
          <p:spPr>
            <a:xfrm>
              <a:off x="4980425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1162" name="tx1162"/>
            <p:cNvSpPr/>
            <p:nvPr/>
          </p:nvSpPr>
          <p:spPr>
            <a:xfrm>
              <a:off x="536940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1163" name="tx1163"/>
            <p:cNvSpPr/>
            <p:nvPr/>
          </p:nvSpPr>
          <p:spPr>
            <a:xfrm>
              <a:off x="575837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1164" name="pl1164"/>
            <p:cNvSpPr/>
            <p:nvPr/>
          </p:nvSpPr>
          <p:spPr>
            <a:xfrm>
              <a:off x="6076124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646510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6854078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724305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7632031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tx1169"/>
            <p:cNvSpPr/>
            <p:nvPr/>
          </p:nvSpPr>
          <p:spPr>
            <a:xfrm>
              <a:off x="597723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1170" name="tx1170"/>
            <p:cNvSpPr/>
            <p:nvPr/>
          </p:nvSpPr>
          <p:spPr>
            <a:xfrm>
              <a:off x="636620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1171" name="tx1171"/>
            <p:cNvSpPr/>
            <p:nvPr/>
          </p:nvSpPr>
          <p:spPr>
            <a:xfrm>
              <a:off x="675518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1172" name="tx1172"/>
            <p:cNvSpPr/>
            <p:nvPr/>
          </p:nvSpPr>
          <p:spPr>
            <a:xfrm>
              <a:off x="7144162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1173" name="tx1173"/>
            <p:cNvSpPr/>
            <p:nvPr/>
          </p:nvSpPr>
          <p:spPr>
            <a:xfrm>
              <a:off x="753313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1174" name="pl1174"/>
            <p:cNvSpPr/>
            <p:nvPr/>
          </p:nvSpPr>
          <p:spPr>
            <a:xfrm>
              <a:off x="785088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823986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8628839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9017815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9406792" y="3017334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tx1179"/>
            <p:cNvSpPr/>
            <p:nvPr/>
          </p:nvSpPr>
          <p:spPr>
            <a:xfrm>
              <a:off x="775199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0,00</a:t>
              </a:r>
            </a:p>
          </p:txBody>
        </p:sp>
        <p:sp>
          <p:nvSpPr>
            <p:cNvPr id="1180" name="tx1180"/>
            <p:cNvSpPr/>
            <p:nvPr/>
          </p:nvSpPr>
          <p:spPr>
            <a:xfrm>
              <a:off x="8140969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0,25</a:t>
              </a:r>
            </a:p>
          </p:txBody>
        </p:sp>
        <p:sp>
          <p:nvSpPr>
            <p:cNvPr id="1181" name="tx1181"/>
            <p:cNvSpPr/>
            <p:nvPr/>
          </p:nvSpPr>
          <p:spPr>
            <a:xfrm>
              <a:off x="8529946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0,50</a:t>
              </a:r>
            </a:p>
          </p:txBody>
        </p:sp>
        <p:sp>
          <p:nvSpPr>
            <p:cNvPr id="1182" name="tx1182"/>
            <p:cNvSpPr/>
            <p:nvPr/>
          </p:nvSpPr>
          <p:spPr>
            <a:xfrm>
              <a:off x="8918923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0,75</a:t>
              </a:r>
            </a:p>
          </p:txBody>
        </p:sp>
        <p:sp>
          <p:nvSpPr>
            <p:cNvPr id="1183" name="tx1183"/>
            <p:cNvSpPr/>
            <p:nvPr/>
          </p:nvSpPr>
          <p:spPr>
            <a:xfrm>
              <a:off x="9307900" y="307427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1,00</a:t>
              </a:r>
            </a:p>
          </p:txBody>
        </p:sp>
        <p:sp>
          <p:nvSpPr>
            <p:cNvPr id="1184" name="tx1184"/>
            <p:cNvSpPr/>
            <p:nvPr/>
          </p:nvSpPr>
          <p:spPr>
            <a:xfrm>
              <a:off x="3567540" y="3200085"/>
              <a:ext cx="302355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Prevalencia observada (fuera de muestra, 5 pliegues)</a:t>
              </a:r>
            </a:p>
          </p:txBody>
        </p:sp>
        <p:sp>
          <p:nvSpPr>
            <p:cNvPr id="1185" name="rc1185"/>
            <p:cNvSpPr/>
            <p:nvPr/>
          </p:nvSpPr>
          <p:spPr>
            <a:xfrm>
              <a:off x="9611113" y="1390629"/>
              <a:ext cx="1228834" cy="15419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tx1186"/>
            <p:cNvSpPr/>
            <p:nvPr/>
          </p:nvSpPr>
          <p:spPr>
            <a:xfrm>
              <a:off x="9674376" y="1467242"/>
              <a:ext cx="64282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municipio</a:t>
              </a:r>
            </a:p>
          </p:txBody>
        </p:sp>
        <p:sp>
          <p:nvSpPr>
            <p:cNvPr id="1187" name="tx1187"/>
            <p:cNvSpPr/>
            <p:nvPr/>
          </p:nvSpPr>
          <p:spPr>
            <a:xfrm>
              <a:off x="9674376" y="1604402"/>
              <a:ext cx="110230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(pliegue de prueba)</a:t>
              </a:r>
            </a:p>
          </p:txBody>
        </p:sp>
        <p:sp>
          <p:nvSpPr>
            <p:cNvPr id="1188" name="rc1188"/>
            <p:cNvSpPr/>
            <p:nvPr/>
          </p:nvSpPr>
          <p:spPr>
            <a:xfrm>
              <a:off x="9674376" y="17719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9759605" y="1857227"/>
              <a:ext cx="48997" cy="48997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9674376" y="19914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9752789" y="2069867"/>
              <a:ext cx="62630" cy="62630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9674376" y="22109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9747733" y="2284267"/>
              <a:ext cx="72741" cy="72741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9674376" y="243036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9743526" y="2499516"/>
              <a:ext cx="81155" cy="81155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9674376" y="264982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9739844" y="2715291"/>
              <a:ext cx="88518" cy="88518"/>
            </a:xfrm>
            <a:prstGeom prst="ellipse">
              <a:avLst/>
            </a:prstGeom>
            <a:solidFill>
              <a:srgbClr val="2166AC">
                <a:alpha val="34901"/>
              </a:srgbClr>
            </a:solidFill>
            <a:ln w="8181" cap="rnd">
              <a:solidFill>
                <a:srgbClr val="2166AC">
                  <a:alpha val="3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tx1198"/>
            <p:cNvSpPr/>
            <p:nvPr/>
          </p:nvSpPr>
          <p:spPr>
            <a:xfrm>
              <a:off x="9957094" y="1845333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199" name="tx1199"/>
            <p:cNvSpPr/>
            <p:nvPr/>
          </p:nvSpPr>
          <p:spPr>
            <a:xfrm>
              <a:off x="9957094" y="2064789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200" name="tx1200"/>
            <p:cNvSpPr/>
            <p:nvPr/>
          </p:nvSpPr>
          <p:spPr>
            <a:xfrm>
              <a:off x="9957094" y="2284245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1201" name="tx1201"/>
            <p:cNvSpPr/>
            <p:nvPr/>
          </p:nvSpPr>
          <p:spPr>
            <a:xfrm>
              <a:off x="9957094" y="2503701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200</a:t>
              </a:r>
            </a:p>
          </p:txBody>
        </p:sp>
        <p:sp>
          <p:nvSpPr>
            <p:cNvPr id="1202" name="tx1202"/>
            <p:cNvSpPr/>
            <p:nvPr/>
          </p:nvSpPr>
          <p:spPr>
            <a:xfrm>
              <a:off x="9957094" y="2723157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250</a:t>
              </a:r>
            </a:p>
          </p:txBody>
        </p:sp>
        <p:sp>
          <p:nvSpPr>
            <p:cNvPr id="1203" name="tx1203"/>
            <p:cNvSpPr/>
            <p:nvPr/>
          </p:nvSpPr>
          <p:spPr>
            <a:xfrm>
              <a:off x="674047" y="132851"/>
              <a:ext cx="5443971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A) Calibración: observado vs. predicho, validación cruzada espacial de 5 pliegues</a:t>
              </a:r>
            </a:p>
          </p:txBody>
        </p:sp>
        <p:sp>
          <p:nvSpPr>
            <p:cNvPr id="1204" name="rc1204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674047" y="6732203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674047" y="565825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674047" y="4584309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674047" y="7269176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674047" y="6195229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674047" y="5121282"/>
              <a:ext cx="8810540" cy="0"/>
            </a:xfrm>
            <a:custGeom>
              <a:avLst/>
              <a:pathLst>
                <a:path w="8810540" h="0">
                  <a:moveTo>
                    <a:pt x="0" y="0"/>
                  </a:moveTo>
                  <a:lnTo>
                    <a:pt x="8810540" y="0"/>
                  </a:lnTo>
                  <a:lnTo>
                    <a:pt x="881054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1690648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3384983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507931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6773652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8467987" y="4421875"/>
              <a:ext cx="0" cy="2982887"/>
            </a:xfrm>
            <a:custGeom>
              <a:avLst/>
              <a:pathLst>
                <a:path w="0" h="2982887">
                  <a:moveTo>
                    <a:pt x="0" y="29828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rc1216"/>
            <p:cNvSpPr/>
            <p:nvPr/>
          </p:nvSpPr>
          <p:spPr>
            <a:xfrm>
              <a:off x="1182348" y="5830087"/>
              <a:ext cx="1016600" cy="1439088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rc1217"/>
            <p:cNvSpPr/>
            <p:nvPr/>
          </p:nvSpPr>
          <p:spPr>
            <a:xfrm>
              <a:off x="2876682" y="5142761"/>
              <a:ext cx="1016600" cy="2126414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rc1218"/>
            <p:cNvSpPr/>
            <p:nvPr/>
          </p:nvSpPr>
          <p:spPr>
            <a:xfrm>
              <a:off x="4571017" y="5099804"/>
              <a:ext cx="1016600" cy="2169372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rc1219"/>
            <p:cNvSpPr/>
            <p:nvPr/>
          </p:nvSpPr>
          <p:spPr>
            <a:xfrm>
              <a:off x="6265352" y="6753682"/>
              <a:ext cx="1016600" cy="515494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rc1220"/>
            <p:cNvSpPr/>
            <p:nvPr/>
          </p:nvSpPr>
          <p:spPr>
            <a:xfrm>
              <a:off x="7959686" y="6989950"/>
              <a:ext cx="1016600" cy="279226"/>
            </a:xfrm>
            <a:prstGeom prst="rect">
              <a:avLst/>
            </a:prstGeom>
            <a:solidFill>
              <a:srgbClr val="2166A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tx1221"/>
            <p:cNvSpPr/>
            <p:nvPr/>
          </p:nvSpPr>
          <p:spPr>
            <a:xfrm>
              <a:off x="1554951" y="5710776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6,7%</a:t>
              </a:r>
            </a:p>
          </p:txBody>
        </p:sp>
        <p:sp>
          <p:nvSpPr>
            <p:cNvPr id="1222" name="tx1222"/>
            <p:cNvSpPr/>
            <p:nvPr/>
          </p:nvSpPr>
          <p:spPr>
            <a:xfrm>
              <a:off x="3249286" y="5023451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9,9%</a:t>
              </a:r>
            </a:p>
          </p:txBody>
        </p:sp>
        <p:sp>
          <p:nvSpPr>
            <p:cNvPr id="1223" name="tx1223"/>
            <p:cNvSpPr/>
            <p:nvPr/>
          </p:nvSpPr>
          <p:spPr>
            <a:xfrm>
              <a:off x="4910519" y="4980493"/>
              <a:ext cx="337596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10,1%</a:t>
              </a:r>
            </a:p>
          </p:txBody>
        </p:sp>
        <p:sp>
          <p:nvSpPr>
            <p:cNvPr id="1224" name="tx1224"/>
            <p:cNvSpPr/>
            <p:nvPr/>
          </p:nvSpPr>
          <p:spPr>
            <a:xfrm>
              <a:off x="6637955" y="6634371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2,4%</a:t>
              </a:r>
            </a:p>
          </p:txBody>
        </p:sp>
        <p:sp>
          <p:nvSpPr>
            <p:cNvPr id="1225" name="tx1225"/>
            <p:cNvSpPr/>
            <p:nvPr/>
          </p:nvSpPr>
          <p:spPr>
            <a:xfrm>
              <a:off x="8332290" y="6870639"/>
              <a:ext cx="271393" cy="852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3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1,3%</a:t>
              </a:r>
            </a:p>
          </p:txBody>
        </p:sp>
        <p:sp>
          <p:nvSpPr>
            <p:cNvPr id="1226" name="rc1226"/>
            <p:cNvSpPr/>
            <p:nvPr/>
          </p:nvSpPr>
          <p:spPr>
            <a:xfrm>
              <a:off x="674047" y="4421875"/>
              <a:ext cx="8810540" cy="2982887"/>
            </a:xfrm>
            <a:prstGeom prst="rect">
              <a:avLst/>
            </a:prstGeom>
            <a:noFill/>
            <a:ln w="12318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tx1227"/>
            <p:cNvSpPr/>
            <p:nvPr/>
          </p:nvSpPr>
          <p:spPr>
            <a:xfrm>
              <a:off x="475836" y="7232783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0,0</a:t>
              </a:r>
            </a:p>
          </p:txBody>
        </p:sp>
        <p:sp>
          <p:nvSpPr>
            <p:cNvPr id="1228" name="tx1228"/>
            <p:cNvSpPr/>
            <p:nvPr/>
          </p:nvSpPr>
          <p:spPr>
            <a:xfrm>
              <a:off x="475836" y="615883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5,0</a:t>
              </a:r>
            </a:p>
          </p:txBody>
        </p:sp>
        <p:sp>
          <p:nvSpPr>
            <p:cNvPr id="1229" name="tx1229"/>
            <p:cNvSpPr/>
            <p:nvPr/>
          </p:nvSpPr>
          <p:spPr>
            <a:xfrm>
              <a:off x="419326" y="5084889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10,0</a:t>
              </a:r>
            </a:p>
          </p:txBody>
        </p:sp>
        <p:sp>
          <p:nvSpPr>
            <p:cNvPr id="1230" name="pl1230"/>
            <p:cNvSpPr/>
            <p:nvPr/>
          </p:nvSpPr>
          <p:spPr>
            <a:xfrm>
              <a:off x="642416" y="72691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642416" y="61952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642416" y="51212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1690648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3384983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507931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6773652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8467987" y="7404762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tx1238"/>
            <p:cNvSpPr/>
            <p:nvPr/>
          </p:nvSpPr>
          <p:spPr>
            <a:xfrm rot="-1200000">
              <a:off x="892535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(ESH)</a:t>
              </a:r>
            </a:p>
          </p:txBody>
        </p:sp>
        <p:sp>
          <p:nvSpPr>
            <p:cNvPr id="1239" name="tx1239"/>
            <p:cNvSpPr/>
            <p:nvPr/>
          </p:nvSpPr>
          <p:spPr>
            <a:xfrm rot="-1200000">
              <a:off x="2586870" y="7602427"/>
              <a:ext cx="83576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Diagnóstico (AHA)</a:t>
              </a:r>
            </a:p>
          </p:txBody>
        </p:sp>
        <p:sp>
          <p:nvSpPr>
            <p:cNvPr id="1240" name="tx1240"/>
            <p:cNvSpPr/>
            <p:nvPr/>
          </p:nvSpPr>
          <p:spPr>
            <a:xfrm rot="-1200000">
              <a:off x="4569600" y="7551575"/>
              <a:ext cx="53839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Tratamiento</a:t>
              </a:r>
            </a:p>
          </p:txBody>
        </p:sp>
        <p:sp>
          <p:nvSpPr>
            <p:cNvPr id="1241" name="tx1241"/>
            <p:cNvSpPr/>
            <p:nvPr/>
          </p:nvSpPr>
          <p:spPr>
            <a:xfrm rot="-1200000">
              <a:off x="6172858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(ESH)</a:t>
              </a:r>
            </a:p>
          </p:txBody>
        </p:sp>
        <p:sp>
          <p:nvSpPr>
            <p:cNvPr id="1242" name="tx1242"/>
            <p:cNvSpPr/>
            <p:nvPr/>
          </p:nvSpPr>
          <p:spPr>
            <a:xfrm rot="-1200000">
              <a:off x="7867193" y="7567635"/>
              <a:ext cx="63230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Control (AHA)</a:t>
              </a:r>
            </a:p>
          </p:txBody>
        </p:sp>
        <p:sp>
          <p:nvSpPr>
            <p:cNvPr id="1243" name="tx1243"/>
            <p:cNvSpPr/>
            <p:nvPr/>
          </p:nvSpPr>
          <p:spPr>
            <a:xfrm rot="-5400000">
              <a:off x="-411307" y="5867827"/>
              <a:ext cx="117930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Reducción de RMSE</a:t>
              </a:r>
            </a:p>
          </p:txBody>
        </p:sp>
        <p:sp>
          <p:nvSpPr>
            <p:cNvPr id="1244" name="tx1244"/>
            <p:cNvSpPr/>
            <p:nvPr/>
          </p:nvSpPr>
          <p:spPr>
            <a:xfrm rot="-5400000">
              <a:off x="-867456" y="5867827"/>
              <a:ext cx="236591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BYM2 vs. promedio de entrenamiento (%)</a:t>
              </a:r>
            </a:p>
          </p:txBody>
        </p:sp>
        <p:sp>
          <p:nvSpPr>
            <p:cNvPr id="1245" name="tx1245"/>
            <p:cNvSpPr/>
            <p:nvPr/>
          </p:nvSpPr>
          <p:spPr>
            <a:xfrm>
              <a:off x="674047" y="4229133"/>
              <a:ext cx="606430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B) Ganancia del modelo espacial sobre el promedio ponderado de entrenamiento, por paso</a:t>
              </a:r>
            </a:p>
          </p:txBody>
        </p:sp>
        <p:sp>
          <p:nvSpPr>
            <p:cNvPr id="1246" name="tx1246"/>
            <p:cNvSpPr/>
            <p:nvPr/>
          </p:nvSpPr>
          <p:spPr>
            <a:xfrm>
              <a:off x="3578550" y="7968901"/>
              <a:ext cx="381569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Panel A: se muestran únicamente municipios con n≥10; las celdas pequeñas se suprimen.</a:t>
              </a:r>
            </a:p>
          </p:txBody>
        </p:sp>
        <p:sp>
          <p:nvSpPr>
            <p:cNvPr id="1247" name="tx1247"/>
            <p:cNvSpPr/>
            <p:nvPr/>
          </p:nvSpPr>
          <p:spPr>
            <a:xfrm>
              <a:off x="2727472" y="8071771"/>
              <a:ext cx="5517855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Panel B: RMSE agregado de todos los municipios evaluados; observados y predicciones ponderados. Cinco pliegues municipales.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2026-09-21T00:31:21Z</dcterms:modified>
  <cp:category/>
</cp:coreProperties>
</file>