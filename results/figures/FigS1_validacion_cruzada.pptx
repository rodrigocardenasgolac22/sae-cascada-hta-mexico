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0972800" cy="82296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972800" cy="8229600"/>
            <a:chOff x="0" y="0"/>
            <a:chExt cx="10972800" cy="82296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9728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0972799" cy="8229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10833621" cy="4096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165870"/>
              <a:ext cx="10833621" cy="37334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74047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74047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74047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4047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4047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633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35308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2428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1326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74047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4047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74047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047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4047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184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40819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9796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1877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0775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4047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49206" y="17610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966758" y="1856268"/>
              <a:ext cx="68119" cy="6811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949706" y="20751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365262" y="20209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849777" y="201500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974796" y="196656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933978" y="196522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965584" y="1911071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633907" y="187602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093357" y="20772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25876" y="2033102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857104" y="179378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614412" y="207101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573274" y="1955652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16717" y="1854869"/>
              <a:ext cx="61456" cy="6145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004131" y="1956179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823233" y="2012393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906065" y="179686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376242" y="208820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570140" y="20316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759385" y="17644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706392" y="1979349"/>
              <a:ext cx="61456" cy="6145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37982" y="204874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357466" y="195989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169815" y="206578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008693" y="204082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40009" y="2039291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579434" y="184482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717470" y="1906234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88471" y="195283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296883" y="199648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77275" y="222395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92649" y="187650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552326" y="1935111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600206" y="198753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449116" y="179759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158116" y="205823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907249" y="184026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922975" y="18577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438795" y="182461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832380" y="185844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296883" y="191838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348238" y="181286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891607" y="1982896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894588" y="1918631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701445" y="1844275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441037" y="189063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749223" y="203556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926191" y="213185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226056" y="20031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171131" y="196723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735693" y="1941784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56004" y="197023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296883" y="18675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386996" y="19679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38859" y="210419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431027" y="218486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294766" y="184791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661750" y="212771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293216" y="181968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058623" y="212841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36242" y="224145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119162" y="185567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296883" y="188702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456246" y="21615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758138" y="202726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420455" y="210668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737198" y="187478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291697" y="185264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73018" y="183879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422428" y="17493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248217" y="18242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454786" y="204058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739488" y="203691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598164" y="176588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40976" y="218601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006964" y="19718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813828" y="216022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805498" y="188412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12216" y="18808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371414" y="193403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296883" y="18897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716820" y="187234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296883" y="16351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649694" y="198056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90895" y="181466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696876" y="1821083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396095" y="20758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831662" y="1853616"/>
              <a:ext cx="56651" cy="5665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171158" y="169853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856730" y="195937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958303" y="1979549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116170" y="1910041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090417" y="1880884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011899" y="1900924"/>
              <a:ext cx="71296" cy="7129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094968" y="181695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848055" y="1795277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059476" y="172266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854772" y="186382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293889" y="17803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939113" y="1866929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197100" y="1802270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463489" y="1968551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686011" y="1854945"/>
              <a:ext cx="57413" cy="5741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126806" y="1668638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492996" y="1885014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326105" y="174894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170963" y="198489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711300" y="195238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730862" y="187567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882077" y="169032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715179" y="1908162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293889" y="184004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90895" y="201782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870246" y="1910103"/>
              <a:ext cx="58159" cy="5815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799071" y="196224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873048" y="1945598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805236" y="202281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093535" y="172528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471447" y="19571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591190" y="184719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383937" y="206291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905106" y="1913236"/>
              <a:ext cx="78228" cy="7822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869170" y="190090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022453" y="195188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691472" y="2027683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949020" y="194586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973622" y="194826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555243" y="198676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171037" y="1924662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698060" y="200788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708417" y="204379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644583" y="1916668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347958" y="1981929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294766" y="19782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294766" y="17326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973721" y="193043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719189" y="197629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864851" y="18137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772424" y="197303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294766" y="23917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825788" y="191534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391343" y="203436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035663" y="1796264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658368" y="2047936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294766" y="19068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605778" y="199191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878276" y="194543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012903" y="197974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124905" y="204577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173880" y="19610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758223" y="1956227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296883" y="15773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099679" y="19835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881449" y="194784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520375" y="201194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849898" y="1889665"/>
              <a:ext cx="54258" cy="542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974667" y="194267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143487" y="192803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296883" y="184081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979244" y="209205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725217" y="194704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794229" y="18919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151363" y="19871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556366" y="205573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854213" y="188187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097566" y="188754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586286" y="20695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715593" y="1944571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004712" y="179740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333765" y="193458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361027" y="19014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915966" y="171679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905061" y="181170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641729" y="170491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580577" y="192475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378103" y="197763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132144" y="160722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292149" y="17906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359756" y="18261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274955" y="193163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566336" y="17774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293889" y="20071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290188" y="194114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293216" y="17810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292149" y="174442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790822" y="168159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707007" y="1901278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424824" y="196837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646043" y="184390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293889" y="174809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706065" y="202583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930114" y="170871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654199" y="20191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600839" y="184621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262741" y="17309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785233" y="176726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320137" y="19323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37309" y="192139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275739" y="17834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1401794" y="207793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587967" y="186128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833328" y="203609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39189" y="188550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1700414" y="190650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649573" y="219294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778775" y="19966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79083" y="20793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809470" y="1834879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024536" y="178119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592499" y="17886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719861" y="188758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738859" y="182443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075107" y="20543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286568" y="178082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611558" y="19138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296883" y="200630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283544" y="1965551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388995" y="195253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1829724" y="176904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547223" y="212409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922898" y="214149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293216" y="161632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047161" y="198778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1778072" y="193583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113553" y="196052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238964" y="188853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1734181" y="203342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829453" y="1788724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438532" y="194551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117811" y="16906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395850" y="206624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107096" y="19015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731767" y="19785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011359" y="212183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129999" y="19883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2251849" y="183843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764224" y="198891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714937" y="1957627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869486" y="21865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949554" y="18704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356888" y="20028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878529" y="191289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684476" y="1914799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902706" y="178334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940842" y="1772884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1467179" y="202844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292649" y="174419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291697" y="192177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293889" y="189475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908549" y="189939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737225" y="187748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498589" y="181410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211672" y="1981808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1834354" y="206914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882373" y="195145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015298" y="202858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920400" y="203999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293216" y="19605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746270" y="1977227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875332" y="197961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987728" y="195831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714070" y="1883800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794705" y="17870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861159" y="182666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983710" y="220095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293216" y="186177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988098" y="219993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085809" y="176425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477543" y="214587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294766" y="18323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135516" y="183050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440532" y="189924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081067" y="209028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434345" y="1981003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648687" y="186741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549616" y="2033049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287310" y="19140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090058" y="206033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292649" y="184519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563988" y="18994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124764" y="20503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293889" y="18305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294766" y="164374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243660" y="18517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1835744" y="190849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806273" y="184198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158080" y="183137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1905224" y="1893067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154104" y="195732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015353" y="202380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538696" y="188214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989206" y="17846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2294766" y="176386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594540" y="196665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955114" y="178735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130743" y="192819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270526" y="198500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005115" y="1892767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296883" y="167529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792573" y="17959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525804" y="192914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294766" y="18231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700207" y="17913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733097" y="1928447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459914" y="211504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998382" y="1980306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205183" y="19919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964272" y="180779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577628" y="1910822"/>
              <a:ext cx="55343" cy="553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329176" y="177481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331436" y="20058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163309" y="178401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788768" y="1906969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296883" y="180449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1637735" y="194673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676722" y="1954684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252157" y="181007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579073" y="190806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356094" y="199955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369977" y="1909322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780397" y="203003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717651" y="20052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291697" y="17575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066159" y="188636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544028" y="205748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379647" y="2013703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860118" y="226710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540716" y="1898310"/>
              <a:ext cx="60773" cy="6077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004094" y="1936248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296883" y="15909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589953" y="2003801"/>
              <a:ext cx="51070" cy="510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1711753" y="2089368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887276" y="1849068"/>
              <a:ext cx="56134" cy="5613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985912" y="191050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440039" y="2098720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389863" y="1901267"/>
              <a:ext cx="51070" cy="510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738859" y="170638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776130" y="192850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2290895" y="192322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814224" y="174750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291243" y="216808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425582" y="189672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694794" y="189099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738859" y="18753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293216" y="16771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2290532" y="183416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105250" y="191143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971073" y="233419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400125" y="1867485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794009" y="189090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080532" y="21294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740976" y="169342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985926" y="188092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154362" y="195123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2293216" y="204615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737982" y="23960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1660851" y="185407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1206844" y="189260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325594" y="191399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980167" y="21179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293216" y="181813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731056" y="176006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343010" y="220539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293889" y="18870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1770139" y="173502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1828756" y="17662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800840" y="190880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296883" y="15714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293889" y="184339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292649" y="19451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293216" y="17978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098578" y="192370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688589" y="204207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1535965" y="18945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1379957" y="19265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1858345" y="187315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1954044" y="19477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1833171" y="175203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1735194" y="211535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1196330" y="199146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1799929" y="190197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1517405" y="211701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1281159" y="207111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1108546" y="188375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1654674" y="167724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296883" y="187967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738859" y="18162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294766" y="19408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735218" y="196498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1517687" y="190722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616894" y="1841677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962012" y="196154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377141" y="185282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1889956" y="191697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1653660" y="175446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510985" y="205853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1871235" y="166350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1032652" y="21371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1971041" y="194352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026837" y="209751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124742" y="16762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1448794" y="1872771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525082" y="203771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492419" y="1935704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1775195" y="184689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746065" y="184109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1972131" y="1905764"/>
              <a:ext cx="60078" cy="60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1997084" y="19548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1995233" y="180164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1054299" y="208093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131306" y="2008304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1554322" y="1970926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1757048" y="2047416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073691" y="200666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1681881" y="18210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1260313" y="222709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1990330" y="215325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1650428" y="186637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1901165" y="18875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2291697" y="172921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2113411" y="1852297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294766" y="16223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1758050" y="179091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1545949" y="197063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1938149" y="1864576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1549162" y="202615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1060970" y="193131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1635630" y="189788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1607020" y="202885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2296883" y="184555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1571802" y="20670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2232540" y="190435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576037" y="191064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827713" y="193090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000763" y="1901924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1924427" y="186681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1659137" y="190575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1879007" y="21121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1520041" y="211827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1638462" y="1973095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2293889" y="17360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1813302" y="2017937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1728356" y="1928870"/>
              <a:ext cx="54805" cy="548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1708226" y="189603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1759170" y="1825179"/>
              <a:ext cx="51070" cy="510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1639115" y="211704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1649292" y="175576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1847899" y="1911603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2208270" y="196975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1391973" y="184362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1502565" y="1942167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1762063" y="1925412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1581702" y="1851941"/>
              <a:ext cx="60542" cy="605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296883" y="16311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1839089" y="187375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1361567" y="196368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1939817" y="197232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1567879" y="2151377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1167570" y="21619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804271" y="193130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543350" y="2061442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1519955" y="20985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1938980" y="196723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464863" y="192121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1734320" y="1987646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851140" y="1921425"/>
              <a:ext cx="50452" cy="5045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1824253" y="1818695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065487" y="189029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2009485" y="194022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1937236" y="206655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333735" y="213771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2291697" y="193603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1705796" y="2037558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296883" y="240184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496575" y="1895230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1197283" y="187450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881418" y="1957650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2292149" y="179166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771822" y="192260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807095" y="222394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905354" y="191565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731217" y="200532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591538" y="17754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491393" y="195272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379168" y="18632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264087" y="203318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226052" y="175827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1766549" y="197688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2293216" y="16912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149363" y="174031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2293889" y="19295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1390333" y="19029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1957818" y="19812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1922011" y="200791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1320356" y="196581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1905631" y="194111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1769930" y="19503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1798224" y="201641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1705165" y="189331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1315519" y="180648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1405248" y="196496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2293889" y="19176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1642503" y="199630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1847705" y="190463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1228446" y="163915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294766" y="181935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774836" y="204450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296883" y="17422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296883" y="16066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1570668" y="198809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2124996" y="188341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1692523" y="178717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2296883" y="185054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963471" y="19263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292649" y="175533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738859" y="18847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1248944" y="198872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2052037" y="199033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294766" y="17138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1418132" y="212453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1832711" y="18222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1563713" y="207827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1324903" y="197154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789761" y="22651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137165" y="214160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292649" y="165162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123033" y="187990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726073" y="20838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607682" y="192267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293889" y="182377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919755" y="174629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1818224" y="20695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1490114" y="202087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071615" y="179597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1878576" y="18189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2012170" y="173354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1483823" y="201647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294766" y="16976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1948691" y="18378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075418" y="1893615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1825747" y="19659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678615" y="19081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052595" y="180193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198171" y="20973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1762004" y="176206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116020" y="179246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1429529" y="203163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1529533" y="208875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1843114" y="193102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1740498" y="205626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830019" y="203311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1751193" y="173889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1893091" y="1963876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1779173" y="188569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682441" y="18114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040948" y="201387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497310" y="207795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1126594" y="221792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459446" y="193961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943000" y="204635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1067819" y="209142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1015459" y="20290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737982" y="21231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1749797" y="205915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1351515" y="212228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1389650" y="213508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1353714" y="212780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1474695" y="200547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294766" y="162591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1249886" y="20703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294766" y="21153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1886325" y="203212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049759" y="192852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1705083" y="198035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836754" y="185427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1533235" y="17931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1910324" y="201101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1781786" y="175675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1689087" y="1907956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2116309" y="189383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1768214" y="1916854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1326551" y="192242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129879" y="204347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746615" y="200396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2070309" y="201243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1554979" y="19910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2031695" y="16718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1882255" y="19289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674047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2448808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2448808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2448808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2448808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2448808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272109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3110068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349904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388802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2448808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2448808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2448808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2448808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2448808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252660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291558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3304557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369353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408251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2448808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769624" y="249194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362376" y="2290262"/>
              <a:ext cx="75463" cy="754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2641207" y="24746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2825306" y="240337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451982" y="232173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165993" y="230227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263431" y="232826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3394742" y="2293007"/>
              <a:ext cx="64078" cy="64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2928008" y="2280845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662849" y="242070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2976762" y="2374372"/>
              <a:ext cx="57413" cy="5741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631864" y="219294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060913" y="2396787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023896" y="2296718"/>
              <a:ext cx="61681" cy="616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070401" y="2285537"/>
              <a:ext cx="69641" cy="6964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312145" y="2309328"/>
              <a:ext cx="55343" cy="553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320372" y="2373047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297950" y="20359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744531" y="2455067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084879" y="220325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34145" y="199790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207408" y="2320512"/>
              <a:ext cx="67926" cy="67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2511502" y="245248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730869" y="2372445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037801" y="247122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2661077" y="237240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053705" y="2407109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010010" y="226380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010295" y="2206995"/>
              <a:ext cx="55872" cy="5587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302430" y="229202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675979" y="253200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3353983" y="257839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578889" y="218041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062325" y="2344884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095884" y="239913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2918792" y="226007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2675515" y="243710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2946823" y="244863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460322" y="209184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2846314" y="21531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217065" y="228966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4071644" y="229381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2957415" y="2231188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433869" y="2252316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2979734" y="2359233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084636" y="2309420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057491" y="224111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2930218" y="242460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2597609" y="253078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2777147" y="23118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211458" y="243020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445008" y="225028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2593775" y="218891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398205" y="21111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004301" y="237329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2512743" y="24351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2817239" y="252182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4069527" y="21867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2946873" y="234075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559029" y="225400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2833384" y="246465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2509041" y="254341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672833" y="221948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2672727" y="234873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2976746" y="241287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911268" y="2497478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2933644" y="238790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150009" y="219150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574017" y="222228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2512070" y="23824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415778" y="216074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197188" y="20366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02610" y="211502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2948563" y="242925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494249" y="2300623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276016" y="20608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2513620" y="23390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2748618" y="23671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2908791" y="254075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289375" y="2090213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228395" y="233362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2902947" y="225583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2679702" y="24079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203389" y="221715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29044" y="20948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424454" y="237075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4065655" y="200963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128135" y="2212155"/>
              <a:ext cx="60078" cy="60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2969473" y="237520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158149" y="2257915"/>
              <a:ext cx="64499" cy="6449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623645" y="206581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500999" y="2160300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552246" y="2309049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648322" y="228458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332708" y="2175308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3416317" y="2238306"/>
              <a:ext cx="81618" cy="8161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512023" y="2168709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215439" y="2095147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145614" y="2138935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101865" y="2274605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187425" y="230356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533932" y="2168731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738643" y="206810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990922" y="2222632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127220" y="2210683"/>
              <a:ext cx="63652" cy="6365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800640" y="204174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015339" y="2221488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2854089" y="208448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833393" y="230337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055667" y="2368471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171644" y="229570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2630337" y="19215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3206295" y="2213371"/>
              <a:ext cx="55872" cy="5587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615942" y="22475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320183" y="24048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302111" y="2265844"/>
              <a:ext cx="64289" cy="6428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427336" y="227160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226556" y="2306598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238385" y="234356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254389" y="215990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138052" y="23058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2876806" y="231967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056835" y="241341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241046" y="2260904"/>
              <a:ext cx="89485" cy="8948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343250" y="2230635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685427" y="220143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179972" y="2365841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259581" y="228742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2649511" y="241857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216378" y="233222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212015" y="2381629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046200" y="240910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242225" y="2349278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2975083" y="2303220"/>
              <a:ext cx="62127" cy="6212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2881207" y="2284446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039646" y="246606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4069527" y="19699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425021" y="219886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013124" y="233113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010916" y="24038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010216" y="237418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069527" y="26801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182379" y="2293879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058884" y="236763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468705" y="2144657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287489" y="2305659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2636951" y="265165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110627" y="2343442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014718" y="233823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016368" y="237587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2776518" y="2369488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633786" y="224863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3165265" y="2280886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4071644" y="172512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314945" y="233259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350201" y="2347482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3221086" y="221744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137324" y="2276765"/>
              <a:ext cx="60542" cy="605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3118090" y="2419145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2803693" y="209419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4071644" y="199680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185030" y="237888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3104139" y="24569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2999538" y="224200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547376" y="232324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98485" y="230384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393030" y="214957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344443" y="233892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2828762" y="239188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098714" y="2319893"/>
              <a:ext cx="54533" cy="5453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302044" y="233280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2973353" y="233099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2871991" y="224322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489472" y="201938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259772" y="218112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3337571" y="19094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2823557" y="2375467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2776752" y="2393196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155931" y="219735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841592" y="207100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2941464" y="22498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2840203" y="227056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089196" y="197983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3122444" y="23487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366807" y="227868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589924" y="22341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701018" y="213076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565583" y="19144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027501" y="2311255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2708641" y="2433937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183295" y="22717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068650" y="18911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197921" y="232018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447958" y="2028114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150690" y="222554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84778" y="222714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2705540" y="20776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190801" y="2129382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2773216" y="218584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2512070" y="23328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2889969" y="229418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2511502" y="261606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2829028" y="2478893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095417" y="2222987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086950" y="242651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2961697" y="2192000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001244" y="231341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2938164" y="247567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553536" y="221912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2597071" y="2344237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310750" y="2156025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2693625" y="212962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101245" y="204556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322475" y="217151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2512070" y="205332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3479346" y="22405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2783795" y="218611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116391" y="221220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3055651" y="22537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2915933" y="2282142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2977780" y="235659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165645" y="211029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2987434" y="247743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172813" y="2478556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4067977" y="184112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526442" y="225475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078547" y="231671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3127086" y="236228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551734" y="232349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157562" y="239337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248906" y="2127308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2820953" y="237263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892571" y="20364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2727516" y="240052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656657" y="213555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086831" y="22436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2716715" y="243001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2680231" y="236745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483792" y="218430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190331" y="236522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188183" y="2355684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2579182" y="250619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234330" y="232034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2974994" y="238588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204490" y="22149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082556" y="2309562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3255645" y="211760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075361" y="2173417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180645" y="22984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3335883" y="23041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149021" y="233611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266528" y="234938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3380759" y="221722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2977781" y="234492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087523" y="21381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369139" y="2220373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336733" y="236313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3242178" y="242038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2691346" y="239029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3371241" y="246217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891367" y="249704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3290265" y="2268668"/>
              <a:ext cx="57663" cy="576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301431" y="223484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3169758" y="231901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2922031" y="2316619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3080097" y="230682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3047441" y="220772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3372799" y="242926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656625" y="217770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2744837" y="244220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40065" y="200357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2961589" y="246593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756630" y="20377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222158" y="22514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215293" y="216139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415093" y="242929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2889015" y="2315827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423448" y="20652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2987519" y="2398412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2873760" y="235491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2625759" y="239779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402946" y="207025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2873868" y="231387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258971" y="246291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3104928" y="22707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3070504" y="216080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792447" y="235663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291862" y="230612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3399314" y="223133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2771172" y="231544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137805" y="2287207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735490" y="233046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26402" y="244328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3257960" y="229998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2596433" y="230086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069527" y="19679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3058114" y="243031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425504" y="22308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3121348" y="2232132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707884" y="239784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553637" y="2288535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2784089" y="243077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2827179" y="235576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2891121" y="2378239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163298" y="213059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2979274" y="236285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210820" y="2291234"/>
              <a:ext cx="53702" cy="5370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2813984" y="247325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148903" y="228308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2767202" y="236959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2995579" y="228618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052106" y="2226726"/>
              <a:ext cx="63222" cy="6322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2805707" y="215855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2947072" y="23756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159628" y="229141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3201642" y="2219065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2704285" y="243047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2992685" y="2344420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02031" y="2342114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2773460" y="20252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000412" y="231128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2722047" y="2422297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2858169" y="2264677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500217" y="228182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2515737" y="239215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2944365" y="244532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899318" y="20357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415766" y="225735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3011958" y="237781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2826952" y="2383762"/>
              <a:ext cx="51973" cy="5197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2584907" y="255090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2971590" y="2180580"/>
              <a:ext cx="69641" cy="6964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3484484" y="2175226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4071644" y="173209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2512743" y="24802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036255" y="2348882"/>
              <a:ext cx="56134" cy="5613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3121788" y="2403089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3422738" y="2141627"/>
              <a:ext cx="60078" cy="60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3289464" y="239081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2928840" y="248433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2925710" y="2310648"/>
              <a:ext cx="57161" cy="5716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2511502" y="226096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3550891" y="215288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065655" y="225283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293753" y="215694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2695786" y="249561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3020866" y="233677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3128425" y="226621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2512743" y="217776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2961531" y="200282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3678262" y="215088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3271848" y="232177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3586848" y="25772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2929373" y="2205525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3149897" y="236216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2964116" y="251319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2513620" y="20557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3460623" y="226866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2738400" y="218946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3422375" y="216419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2512070" y="267192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2839877" y="223980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2860777" y="215993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2822296" y="238008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2625417" y="238763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3402910" y="222441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2982174" y="221758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2928318" y="251416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180879" y="231210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3378074" y="21982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3278371" y="220374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3186144" y="224035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2681044" y="228795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030405" y="23337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2885806" y="254891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320434" y="22513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3400509" y="229308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3302358" y="2382697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2864243" y="241946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2871866" y="214245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2771203" y="247415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2992389" y="239643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2996853" y="2260030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3112370" y="240197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2795156" y="238085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2515737" y="21487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3574689" y="218355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2958094" y="244230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2869726" y="237259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2649079" y="240584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2736693" y="210407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2819273" y="21109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2510551" y="214786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4069527" y="23180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3509978" y="224341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2513620" y="233857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3001738" y="239668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124246" y="2174827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3525848" y="22672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2788933" y="232573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3199680" y="2386458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3063279" y="225018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3044950" y="230234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3321384" y="204574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2660796" y="245829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3134679" y="235691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3266835" y="24559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2843813" y="231350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2925265" y="2272487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2950250" y="231397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2986963" y="2335277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3282263" y="21214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2825739" y="236352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3296664" y="2277698"/>
              <a:ext cx="69265" cy="6926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2718956" y="246847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245996" y="2254996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2790531" y="235361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520428" y="2355664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2977554" y="2388184"/>
              <a:ext cx="61456" cy="6145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3246708" y="2336990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3111483" y="238618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2862595" y="244232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2698483" y="247746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3387438" y="24896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2948671" y="229149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3189256" y="20366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3755407" y="204462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3580305" y="2150268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3296718" y="204114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267954" y="2073409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3085780" y="2294007"/>
              <a:ext cx="48846" cy="4884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051781" y="2282418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2812377" y="2423593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2764855" y="227998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3161025" y="218622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3200426" y="2392533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2863511" y="216169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2925841" y="247047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3281564" y="233490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2827949" y="236576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3500991" y="2135805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339370" y="2282386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595076" y="212020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3284145" y="214507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3415359" y="241424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3212630" y="248197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3082415" y="2317369"/>
              <a:ext cx="56393" cy="5639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3421189" y="203575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3144230" y="2324345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3128773" y="2268117"/>
              <a:ext cx="61905" cy="61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3124671" y="227946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142807" y="2169028"/>
              <a:ext cx="57912" cy="5791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3206171" y="24571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3181948" y="202114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3031992" y="2174047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3415345" y="235181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2936388" y="2203774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3025769" y="233660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3000264" y="2207518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3163645" y="2183244"/>
              <a:ext cx="67536" cy="67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4071644" y="18033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3301060" y="230808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3001647" y="238279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3336346" y="2327138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3225549" y="2387968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2631174" y="254912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2565507" y="231540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3049281" y="2376467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3074622" y="231787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3017421" y="241476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3093111" y="225896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3248099" y="2354982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3457229" y="2282930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201906" y="2251060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3324979" y="2302531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3547356" y="2236649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3236955" y="244123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2897721" y="249064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3164281" y="227878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3014073" y="2463568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4071644" y="272519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2952487" y="2315816"/>
              <a:ext cx="59843" cy="598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2803590" y="2239248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3252319" y="2297792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3905431" y="209151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3185690" y="2331685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2552538" y="248385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3680114" y="21373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304126" y="2398175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366299" y="21117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3030156" y="224036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153929" y="220552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2882778" y="2380425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3264073" y="219117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3197955" y="234606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3756573" y="198600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3393723" y="2107224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006312" y="24339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2927575" y="223362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3195672" y="218027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149437" y="230026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2991803" y="231338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269515" y="23094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382026" y="225713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080560" y="244194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3479926" y="219409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021378" y="218996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039440" y="231859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3200423" y="238184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3199954" y="2314483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032534" y="2271017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2872753" y="200899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3638827" y="22184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2804926" y="246747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2668874" y="24929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2736056" y="246605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2806599" y="235410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3368051" y="226327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260064" y="203048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4071644" y="23025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2738231" y="221659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2977017" y="239207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2512743" y="218986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3023705" y="235041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3106505" y="2333072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2839877" y="231636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2809734" y="254918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090450" y="212836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3180176" y="234901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2871388" y="230235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3100873" y="251667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2728404" y="247867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4067409" y="187820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2752790" y="213909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335622" y="241604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2877789" y="236505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4068650" y="21940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2920143" y="221706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259958" y="245154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080280" y="23905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3163435" y="225368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2798980" y="23373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415725" y="21277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3116029" y="230921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3168197" y="211543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723451" y="212153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3638854" y="2150145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3350841" y="222770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3453376" y="222469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3247636" y="22779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3972931" y="24584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2865429" y="223360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3802888" y="213540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2893354" y="240017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2889170" y="242880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3296060" y="226999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295855" y="236355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3189244" y="236391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102447" y="22093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3260072" y="2236825"/>
              <a:ext cx="59843" cy="598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3134372" y="219489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3217953" y="225334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407920" y="240415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013172" y="245971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2856522" y="2363581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2936487" y="229844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2652190" y="250889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2654666" y="238054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2584523" y="246381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2511003" y="23902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3017992" y="2380919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2932602" y="238123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2880414" y="2377915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2973410" y="237727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2877547" y="2359645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2515737" y="24712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3031569" y="183794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2852868" y="235072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450610" y="23127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129795" y="239129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483592" y="230302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2887373" y="2324584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3419565" y="220111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052116" y="207479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3416861" y="2312352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2937639" y="216414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3053475" y="2239086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3629564" y="221664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339496" y="2209796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2976651" y="2242843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3169131" y="242900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3275650" y="233117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3566245" y="229495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3000366" y="238425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3050460" y="218597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3576143" y="226298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2448808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4223568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223568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223568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223568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223568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49585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884829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5273806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566278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23568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23568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23568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3568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223568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30136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69034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5079317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546829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585727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223568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0" y="1711497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5487378" y="161698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5499431" y="1702543"/>
              <a:ext cx="63865" cy="6386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846405" y="175904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5841670" y="16618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5841218" y="173081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5810352" y="169300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841218" y="151533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739106" y="1588986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840053" y="148888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5844287" y="142696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5795968" y="1518803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5300806" y="14594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528328" y="167539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485192" y="1647879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5599201" y="1538416"/>
              <a:ext cx="54805" cy="548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755675" y="1594303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5575190" y="1809219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5843410" y="178559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5840803" y="157699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841670" y="15493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4862395" y="159596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5624435" y="1629180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662749" y="147677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5609684" y="168732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5844287" y="157287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5704867" y="160359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841670" y="144432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5757726" y="1608242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841218" y="16492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846405" y="14737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5254514" y="193714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5091193" y="154038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5541280" y="166297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371945" y="160671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480247" y="163934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5844287" y="17604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5399491" y="169457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5844287" y="14937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5846405" y="14545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5324249" y="15991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846405" y="179695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605652" y="1613774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792958" y="151406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5795941" y="163761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555386" y="1554513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5842737" y="158134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5157563" y="16343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846405" y="146958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4885962" y="188484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4730975" y="20810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5840416" y="17744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846405" y="151336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846405" y="14812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4287503" y="231750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494349" y="18764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4288380" y="19455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187352" y="17444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616062" y="18397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5846405" y="148224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495126" y="187120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4290498" y="174919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5316152" y="202015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5088359" y="174458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5003040" y="216630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471588" y="190701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239762" y="19992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4733901" y="178640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4288380" y="210835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846405" y="14637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844287" y="20415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5709461" y="166394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5846405" y="143236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5844287" y="142098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4700199" y="203325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5686598" y="149188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232253" y="170232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5437902" y="169862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846405" y="15829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701243" y="149939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5846405" y="145647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4290498" y="18784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5840416" y="146728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5685076" y="1514215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843410" y="14184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708988" y="1643353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5840416" y="15478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5733951" y="15071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5680065" y="1920486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207086" y="190082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5674636" y="169309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358663" y="1788364"/>
              <a:ext cx="65123" cy="6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770988" y="1635709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615962" y="1580140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5639936" y="155553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5751803" y="162923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5843410" y="16137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5082202" y="1826909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5581731" y="168230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5234637" y="176223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473538" y="1586212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563721" y="161235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5673225" y="157373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5542249" y="163598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5772282" y="175041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5504905" y="148287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5477657" y="153143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5846405" y="143376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623058" y="165121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843410" y="16292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472956" y="158457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5701918" y="1595646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365952" y="154279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5835818" y="156473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4812699" y="20705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5680822" y="155215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5843410" y="157702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4765864" y="17752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5841218" y="17626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5421139" y="1654649"/>
              <a:ext cx="70567" cy="705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5179082" y="165992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5709376" y="152561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168374" y="176849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580700" y="156531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5844287" y="14206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5684487" y="167493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386658" y="1670555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840416" y="160938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5573055" y="162709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5669204" y="1613009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5509417" y="160873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5844287" y="16739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844287" y="159487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5765320" y="163737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5660273" y="17539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5844287" y="16237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5342761" y="173806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5844287" y="24696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5098182" y="167121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5347657" y="159827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5206815" y="1598000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5654736" y="168422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4789470" y="183961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5480399" y="177820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5470676" y="174822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5469561" y="163662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663862" y="154835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775417" y="160452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5839070" y="160444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5846405" y="146411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220341" y="174380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5392754" y="1673417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5841670" y="14512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5038441" y="1701889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5684564" y="165581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5846405" y="15699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5846405" y="151626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508888" y="16568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5294557" y="189330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5844287" y="149584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5338514" y="170871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5068652" y="201729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5652801" y="180921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5841218" y="16085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4290498" y="176304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5033010" y="180610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5459163" y="18891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5274333" y="162009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5846405" y="143760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840416" y="15633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5721203" y="15298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5846405" y="15495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5546488" y="157932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5089748" y="19034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5841670" y="152986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5841670" y="159262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5844287" y="16005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4529839" y="164183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842737" y="155051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5039505" y="192366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5839709" y="166298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5552347" y="17043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5419307" y="163932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5842737" y="164179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5785974" y="164459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5841670" y="172246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5846405" y="17732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843410" y="148234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5842170" y="168948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5741411" y="153462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5842737" y="151211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470600" y="156593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5846405" y="153819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5665670" y="154336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053178" y="17553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846405" y="155739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5367071" y="206078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365632" y="163034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5368399" y="17339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5554209" y="156862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5633485" y="161812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5009854" y="21801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5843410" y="15306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5846405" y="18695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5615672" y="1561413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5846405" y="173376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5182274" y="163488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368580" y="15399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5218622" y="17098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5843410" y="147147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842737" y="159635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5846405" y="19629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4836604" y="186399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842170" y="16148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5843410" y="163917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4569848" y="206388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313488" y="193719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077995" y="15573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5453980" y="170567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5840416" y="161377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5547009" y="171092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4728733" y="17877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4608536" y="187235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5795878" y="1748546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5033142" y="172154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5841670" y="161261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5091814" y="15895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5842737" y="159014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5286254" y="16438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4990267" y="20611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4290498" y="16962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5731524" y="16586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840416" y="162096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5650021" y="186915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4290498" y="19128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5842737" y="154940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4290498" y="19734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5587503" y="16101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398288" y="1731757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704786" y="163104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5839382" y="163900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4658566" y="15857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5842170" y="161279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5216767" y="16225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5843410" y="169738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5591388" y="161582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5742795" y="16131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5493052" y="152329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326849" y="1951351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4567457" y="18526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5661137" y="182671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4633120" y="217436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4759692" y="190916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5326975" y="229401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281366" y="1746887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5676664" y="172649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169536" y="180281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5416540" y="149693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4972765" y="15622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5843410" y="153851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015422" y="178512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5842737" y="178170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5312442" y="15093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5543442" y="161926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840803" y="169432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5844287" y="15606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843410" y="161959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5843410" y="153183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5409758" y="173881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838482" y="156075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842737" y="16100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533214" y="168246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5843410" y="175241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5846405" y="16039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5842170" y="160105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5843410" y="154824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5842170" y="174708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5843410" y="15073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5844287" y="147215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4288380" y="14984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5445357" y="186909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841670" y="170449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5844287" y="167623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5576163" y="179592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5259392" y="19481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5608559" y="166964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4610097" y="186001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5846405" y="16337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5844287" y="162153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5572045" y="208755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5461303" y="162903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5733537" y="163491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5844287" y="161933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5601513" y="172569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5846405" y="16292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5274540" y="165052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5515599" y="173336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5844287" y="21426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5556845" y="164669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5594399" y="1692658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5846405" y="223110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5245722" y="183031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5844287" y="15948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5841670" y="157146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5691373" y="1530716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5843410" y="162633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5843410" y="16689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5216619" y="166527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5784480" y="151353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5846405" y="160321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457404" y="152431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5423758" y="167099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4976089" y="16825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841218" y="168436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5032028" y="165056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5608681" y="155555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5842737" y="16522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5295693" y="17228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5841218" y="151573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5694523" y="166983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5690640" y="162839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5561738" y="173208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4290498" y="153403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5349735" y="1466271"/>
              <a:ext cx="55075" cy="550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5597012" y="1533971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4290498" y="14138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5679413" y="158370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5681314" y="178280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5705224" y="1456856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5083183" y="162609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5320601" y="177671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5766333" y="1631211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5846405" y="16432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5236947" y="17586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5683499" y="16564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4977830" y="19435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5842170" y="17724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4980929" y="201076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5842737" y="15654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5521279" y="164363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748810" y="161297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5034183" y="222810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5840053" y="159276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5380670" y="17435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5210086" y="183911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5841670" y="153742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5844287" y="17562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5407294" y="172803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846405" y="221925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5844287" y="152358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5546769" y="161854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5846405" y="17484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5643356" y="15682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5455362" y="160067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5392137" y="17235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5411511" y="153564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5844287" y="20200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5104402" y="175815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5429480" y="185641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5846405" y="143057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465882" y="186051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4451283" y="164596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5842737" y="14569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5839382" y="175323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5466545" y="201100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5433854" y="173888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5844287" y="155097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5844287" y="16459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5206775" y="169149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5575779" y="167555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5453176" y="18498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5841670" y="19001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5844287" y="16123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4988446" y="200003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5117309" y="168468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5844287" y="145288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5729421" y="14837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4290498" y="188145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5844287" y="187275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4837945" y="181723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460811" y="185606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5719529" y="166093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5841670" y="168637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5844287" y="179991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526138" y="174977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5367979" y="17963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843410" y="17847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5844287" y="164546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846405" y="17313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5329556" y="170292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4712445" y="18803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5841218" y="14689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5655896" y="159286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5844287" y="15422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5562183" y="1597160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5844287" y="170090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552369" y="161363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5795374" y="1685425"/>
              <a:ext cx="55343" cy="553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5843410" y="155542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5493165" y="175197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5843410" y="146526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366100" y="163745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5501065" y="1680606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5451809" y="164751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5165318" y="168661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5844287" y="16615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5844287" y="15818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5705366" y="203322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5401367" y="179326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843410" y="15319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654116" y="15306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5384696" y="1610284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325652" y="14811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839709" y="152325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5402807" y="170456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5824820" y="1576183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5515108" y="162968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5843410" y="141217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5840803" y="158987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5672814" y="175588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5846405" y="15188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4653056" y="19865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839709" y="158033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502157" y="162698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5839382" y="147039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5766624" y="1508846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5840416" y="151059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5523812" y="162759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4809128" y="186792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5686700" y="16944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5633834" y="158948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5843410" y="14513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5622579" y="155301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5640644" y="1553128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5842170" y="159595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5664757" y="1553302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5842737" y="191359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842737" y="15161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748334" y="154427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400018" y="172039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5840416" y="150403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306974" y="166722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5839070" y="152479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5725803" y="1559221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846405" y="146520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267414" y="155234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842737" y="15477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525406" y="157751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5688916" y="1542776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5006985" y="155333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5846405" y="14011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5458274" y="1746855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5843410" y="17159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843410" y="211188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713453" y="157222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5378631" y="1710237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5718543" y="1723694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612894" y="168135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5449778" y="160373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5613583" y="1711022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4642251" y="200243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5268842" y="174524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5653961" y="18889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5517287" y="193004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4290498" y="24000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334728" y="1722028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840803" y="149063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433509" y="178905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558122" y="15722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5840053" y="168336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5846405" y="14795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842170" y="15920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537189" y="1801976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846405" y="16474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840803" y="15887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5846405" y="159637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430809" y="165425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5736323" y="15757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5409072" y="169676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5842737" y="151327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5391623" y="1627612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5843410" y="18615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843410" y="172400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5842170" y="179470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5659366" y="166008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5841218" y="16782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5842737" y="17625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5565192" y="174364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5441300" y="178558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4839139" y="19538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5047793" y="210432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5090094" y="15842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5015639" y="19934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209401" y="179392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5185795" y="18123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5198572" y="17546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4288380" y="17305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4507476" y="182330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846405" y="16012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5846405" y="150349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5451141" y="189469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840053" y="172161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674335" y="16360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5846405" y="20241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4290498" y="190913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5842170" y="16128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5842737" y="18323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5670218" y="170500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5844287" y="14783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5843410" y="18573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5230007" y="15749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5844287" y="16626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5769413" y="17448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5846405" y="217953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5844287" y="150443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5842170" y="15794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5846405" y="152875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5225150" y="20537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5371742" y="20626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5843410" y="18318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842737" y="166064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4844079" y="199777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5844287" y="173639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5701154" y="16827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4708622" y="185948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5127276" y="176428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5446630" y="163321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156499" y="15655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4945876" y="16633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5838482" y="16035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5498383" y="15131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367531" y="17081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5842737" y="167528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4822139" y="218715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5695489" y="150783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5410412" y="170266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5103466" y="158326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4984234" y="174482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5812942" y="158891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5766451" y="163719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5752737" y="172377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5844287" y="153894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5769428" y="1581285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5641526" y="172099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5843410" y="155298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5421804" y="16667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5591562" y="181829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5450288" y="167686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5842737" y="16167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5846405" y="20542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5846405" y="163167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846405" y="16658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5583508" y="148817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599050" y="169528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317295" y="174772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614972" y="163772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5842737" y="148746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4824497" y="14840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5842170" y="157465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5844287" y="163011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5052786" y="161995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5497251" y="18403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5616020" y="172172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5843410" y="186855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5844287" y="153945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5840416" y="161904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5844287" y="14602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5639346" y="157336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5322047" y="162683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5839709" y="167080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5698192" y="174152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841670" y="178304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840803" y="152893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5841670" y="161261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5478261" y="179771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5841670" y="147410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5163339" y="154345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rc1830"/>
            <p:cNvSpPr/>
            <p:nvPr/>
          </p:nvSpPr>
          <p:spPr>
            <a:xfrm>
              <a:off x="4223568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rc1831"/>
            <p:cNvSpPr/>
            <p:nvPr/>
          </p:nvSpPr>
          <p:spPr>
            <a:xfrm>
              <a:off x="5998329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5998329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5998329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5998329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5998329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627061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665959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7048566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743754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5998329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5998329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5998329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5998329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5998329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607612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646510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6854078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724305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763203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5998329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7621165" y="177143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7169267" y="1800539"/>
              <a:ext cx="61229" cy="6122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7621165" y="16782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6989250" y="174286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7427835" y="192471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6894520" y="1865532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6989038" y="185666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7148261" y="2066443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6777231" y="193277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6063141" y="202509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7001527" y="2075298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7254470" y="19007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6616201" y="185309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7222944" y="184909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7312270" y="1933088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6809158" y="1881243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6767701" y="1990880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6883328" y="192993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7178211" y="214834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7379236" y="203780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6869016" y="1969614"/>
              <a:ext cx="51374" cy="5137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6611278" y="218764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6705831" y="215451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6689740" y="20989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7194428" y="188172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7260525" y="186342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7293157" y="1832671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7066911" y="18347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6065258" y="20206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6852128" y="17951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6698888" y="19464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7310345" y="1773464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7408475" y="181209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6947240" y="187885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6866886" y="19346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7615177" y="181340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7619048" y="190160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7621165" y="17557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7619048" y="18986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7621165" y="179000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7214465" y="173468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6867358" y="198356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7238628" y="1810703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7267014" y="183168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6061591" y="20285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6065258" y="21715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6065258" y="20993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6870840" y="20866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7618171" y="18694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6847649" y="19080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6065258" y="20837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6065258" y="222706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6720362" y="213053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7619048" y="193256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7352840" y="18683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6065258" y="21464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6974605" y="20307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7114948" y="213587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7351756" y="227121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6847064" y="214528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7621165" y="197973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7482611" y="202166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7619048" y="191159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6065258" y="200037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7619048" y="18902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6992786" y="196298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7621165" y="194238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7619048" y="181517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7621165" y="199377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6711262" y="202289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7323450" y="17758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6522152" y="193201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7621165" y="19989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6936192" y="197862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7621165" y="17545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6991698" y="196483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7184049" y="1933341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6473277" y="20703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7017277" y="1877323"/>
              <a:ext cx="50763" cy="507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7075239" y="182996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6627392" y="198648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7085054" y="181757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7491735" y="183769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7301395" y="181034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7095854" y="1847019"/>
              <a:ext cx="61681" cy="616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7285493" y="191107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6948639" y="1895728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7507170" y="173998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7019604" y="182520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7207696" y="187765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7227931" y="1863691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7560508" y="186430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7059578" y="186719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7268610" y="1919742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7247722" y="180401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6891428" y="1901257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7253537" y="192886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6592155" y="181795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6934102" y="193503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7331708" y="19520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6065258" y="19601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7045855" y="1980537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7203861" y="18985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6623115" y="20268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7308216" y="1863643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7141507" y="196255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7057697" y="188941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7618171" y="17812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7098733" y="185560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7618171" y="184761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6065258" y="191808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7030632" y="202675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7093856" y="1953635"/>
              <a:ext cx="65942" cy="659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6407423" y="192257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6859618" y="201385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7232347" y="19824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7016193" y="205327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7619048" y="208926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7063817" y="19227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7367586" y="197151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7504661" y="200757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7201523" y="193929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7202956" y="1955595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6721689" y="193014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7044802" y="20390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7619048" y="19186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7236723" y="191923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7369480" y="20599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7619048" y="186596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7431427" y="19770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7619048" y="19750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6544712" y="192526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7148569" y="197784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6901189" y="186687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7195085" y="202258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6065258" y="197529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7038416" y="19487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6497944" y="19011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6438227" y="20238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6499037" y="196050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7027235" y="202700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6972915" y="187982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7621165" y="185034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7292939" y="205692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7271921" y="1921670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7106749" y="210776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7076683" y="1908435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6556206" y="199516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6065258" y="20117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7621165" y="20718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6484347" y="199361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7617498" y="186075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7383829" y="205340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6867623" y="207506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6312295" y="199635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6803082" y="192958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7377879" y="19515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6958915" y="1880360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7617498" y="181754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7045774" y="19254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6065258" y="21767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7020818" y="187729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7616931" y="203077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6065258" y="192129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7123175" y="19164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062264" y="206821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7177245" y="174248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6889754" y="183944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6841094" y="195251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6065258" y="203094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6655274" y="190329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6449511" y="186591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6609663" y="203083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7261146" y="203501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6570334" y="190019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6788082" y="18934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6724515" y="187588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7156316" y="190946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6065258" y="193419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7618171" y="20099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6811564" y="199882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6875124" y="18317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6765220" y="208267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6516469" y="206594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6065258" y="173577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6958458" y="197327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7621165" y="198232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7621165" y="19489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7359027" y="191775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6976008" y="190107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7438960" y="190136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7319051" y="182236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6666338" y="185971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6065258" y="19604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7618171" y="196833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6065258" y="175960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7315161" y="187253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7621165" y="176540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6738492" y="176308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6061024" y="188510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7621165" y="196281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6911923" y="18775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6996680" y="18394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7621165" y="175759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6894342" y="177954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7616931" y="200277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7281997" y="19838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7621165" y="20994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6327787" y="196613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7619048" y="186806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6061591" y="201881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7127371" y="20046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6942472" y="199756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6062264" y="179633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6065258" y="19572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7411945" y="1848718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7118966" y="19231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7312808" y="177545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6525375" y="20575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7054768" y="199227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7621165" y="221041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7621165" y="19651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7400761" y="190568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7486841" y="200332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7128846" y="186768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6253793" y="19110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7618171" y="194157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6827497" y="195356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6716369" y="186977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7060625" y="183992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6065258" y="19694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7419249" y="191715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6977340" y="204691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6808620" y="199272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6153644" y="188755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7615563" y="201696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6647349" y="19505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6986039" y="1934638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7618171" y="188279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7616431" y="19058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6065258" y="199142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7198985" y="21213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6241122" y="17228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7129303" y="1927169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7387608" y="193016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6805964" y="188749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6667359" y="196363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6902233" y="209885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6872666" y="19205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6614473" y="199631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7268502" y="18914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6772192" y="202076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6346790" y="19579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7150384" y="193731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7619048" y="18939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7205361" y="197359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6477018" y="184886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7614813" y="187054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6831327" y="188107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6847949" y="205617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7221436" y="192814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7618171" y="186247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6065258" y="215305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7241038" y="19902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6503842" y="20373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6343691" y="19149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7213058" y="20483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6063141" y="194200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7228228" y="17999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6795458" y="191096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6581777" y="186365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6725340" y="197160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6921429" y="19120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7615979" y="197782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7621165" y="18842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7621165" y="198077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7100412" y="195490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6527441" y="190722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7616931" y="18138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6853150" y="201178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7103384" y="193307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7474791" y="189274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6065258" y="186509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7367820" y="188425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6724446" y="191719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7111216" y="177815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6917402" y="191618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6969222" y="188623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6065258" y="193098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7309158" y="201627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6766195" y="194492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7449670" y="192319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7164460" y="1850205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7312292" y="186061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6881684" y="181212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7374095" y="177414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7122765" y="195825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6065258" y="194333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7403876" y="19401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7432253" y="194188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7621165" y="19040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7498763" y="181685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7619048" y="188107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6665000" y="182986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6543054" y="197295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6063141" y="19621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6819498" y="182635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7531754" y="19168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6849353" y="190957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6963256" y="185450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7111490" y="1876784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7293773" y="187683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6753942" y="1857952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7417531" y="193320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7054229" y="1876270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7161339" y="20623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7065586" y="184592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7229669" y="1842447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6065258" y="22390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7035586" y="192900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7616931" y="197977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7621165" y="20107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7616931" y="180552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7619048" y="19815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7249200" y="19459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7043107" y="195707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7617498" y="19614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7618171" y="210882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6389027" y="186676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6732735" y="200500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7132990" y="208781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7341302" y="191333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7302154" y="20203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6841094" y="21625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7621165" y="18302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6820316" y="20932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7306328" y="197720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7621165" y="18447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7008340" y="208525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6849767" y="191838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6061591" y="196499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7619048" y="20199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6456417" y="182099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7618171" y="19022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7619048" y="18645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7621165" y="19379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6063141" y="179633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7621165" y="193413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6359891" y="197828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6894958" y="200096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7187886" y="207489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6895607" y="208530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7619048" y="214711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6820316" y="20504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6065258" y="216819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6907106" y="202392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7176075" y="21492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7420281" y="190738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7619048" y="20855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7072676" y="20161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7137706" y="210734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6063141" y="201313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7021972" y="19068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7619048" y="198154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7378030" y="20444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7618171" y="198732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7099445" y="185197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6869447" y="20516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6798628" y="18220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7169954" y="208267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7267661" y="203373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6645358" y="21014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7223713" y="17420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6065258" y="20334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6545685" y="205086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6521437" y="212778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7141122" y="180846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7111982" y="194872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6063141" y="199260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7031792" y="1932714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7619048" y="197597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6943708" y="201219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7179123" y="1927073"/>
              <a:ext cx="53981" cy="539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7252427" y="19971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7476781" y="18447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7618171" y="20659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7505239" y="224034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6855149" y="1931626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6948838" y="2072792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7282396" y="20521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6700978" y="192144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6960899" y="217557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6707485" y="19762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7362919" y="17965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6767706" y="200700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7151261" y="20035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7303672" y="185441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7621165" y="17571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7260281" y="183603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6865841" y="20066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7385674" y="1833870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6577316" y="199621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7618171" y="20628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7067155" y="189362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6885997" y="202840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7621165" y="184377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7621165" y="20275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7176885" y="203127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6451879" y="199213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7356442" y="195470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7095365" y="1958729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6802269" y="195686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7616431" y="19154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6309465" y="210606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7128164" y="198746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7028322" y="1937893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6939772" y="202148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6522563" y="194331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7183498" y="1919456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7309304" y="191660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6964258" y="1952414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7078594" y="201286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6451272" y="182005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6696610" y="195963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6836862" y="205090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6925938" y="187824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6658665" y="195481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7022227" y="195254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7032483" y="2007678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7621165" y="19247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7297641" y="21057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7230480" y="197622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7392629" y="194765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6536700" y="1985984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6065258" y="19146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6065258" y="19203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6901648" y="19115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6717678" y="198133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6276035" y="183886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6833752" y="206231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7153721" y="2025923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7030821" y="1924655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7336448" y="194203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7504937" y="206028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7193765" y="2009633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7621165" y="19006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7190358" y="204871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6906773" y="196381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6949654" y="190633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6585936" y="191234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6652785" y="19152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6906689" y="192102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6894909" y="19102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7062393" y="182755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7621165" y="193900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7319715" y="203679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7195903" y="191311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7621165" y="17858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7123375" y="191529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7621165" y="199773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7067562" y="201615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6991858" y="192575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6685686" y="193824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6807882" y="19812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7129107" y="180670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7476074" y="194136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6996575" y="175046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7452725" y="199712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7617498" y="190281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7056535" y="200521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7617498" y="19589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7194889" y="197553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7621165" y="202331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6591509" y="18200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7619048" y="18587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7621165" y="199906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7619048" y="20954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7315825" y="195171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6695288" y="19691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7619048" y="17251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6065258" y="21103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6065258" y="20150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7621165" y="200594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7158438" y="19979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7340638" y="197489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6432283" y="194669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7621165" y="18706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6779027" y="18520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6470644" y="199500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7111709" y="19627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6803305" y="197194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7621165" y="18307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6617589" y="20106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6139969" y="19739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7621165" y="187457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6544729" y="210486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7616931" y="181135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7621165" y="176628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6063141" y="19833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6487185" y="18548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7618171" y="190500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7244040" y="18248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7258054" y="202992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7619048" y="183179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7616431" y="181035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7621165" y="183884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7618171" y="179242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6062264" y="21941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6065258" y="188773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7220147" y="18824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7365496" y="196926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7618171" y="21302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7619048" y="182467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7353981" y="19286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6811467" y="185769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6590703" y="188996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7251304" y="18990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7174757" y="209088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7621165" y="220367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6838811" y="210065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6861471" y="190631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6885961" y="202734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6063141" y="201519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6740219" y="1936135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7036468" y="19203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6925358" y="19770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6490803" y="21808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6407665" y="20161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6407181" y="218580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6206187" y="213643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7621165" y="183022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7621165" y="209971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7621165" y="18893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6294256" y="213581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7081961" y="22671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6812771" y="199750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6956343" y="212723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6926784" y="21825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7621165" y="17426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6346895" y="19133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7619048" y="207300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7245131" y="19990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7396700" y="18582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6754189" y="190362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6526330" y="16814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7619048" y="195933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7176255" y="196021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7196858" y="184942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7151008" y="185167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7485527" y="187876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7064698" y="183150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6917275" y="204281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7217974" y="199783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7197222" y="197926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7364838" y="19381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7616931" y="18015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7145735" y="195833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7259882" y="199976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rc2409"/>
            <p:cNvSpPr/>
            <p:nvPr/>
          </p:nvSpPr>
          <p:spPr>
            <a:xfrm>
              <a:off x="5998329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rc2410"/>
            <p:cNvSpPr/>
            <p:nvPr/>
          </p:nvSpPr>
          <p:spPr>
            <a:xfrm>
              <a:off x="7773090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773090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773090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773090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773090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804537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843435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8823327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921230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773090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773090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773090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773090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773090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85088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823986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8628839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901781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940679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773090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7840019" y="219198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8595259" y="2174150"/>
              <a:ext cx="61229" cy="6122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9395926" y="20694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8149392" y="210444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9202596" y="23661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8542131" y="227003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8459779" y="230284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8248156" y="2363060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8237713" y="229863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7837901" y="24313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8348568" y="2408149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8592930" y="23013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7900510" y="230529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8711458" y="2135311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8841107" y="2250302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8347429" y="2246809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8104629" y="2320078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8658088" y="22895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8368919" y="242456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9153997" y="234559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8446742" y="2328696"/>
              <a:ext cx="51374" cy="5137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8101886" y="240304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8356815" y="247477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8464500" y="23948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8546475" y="229029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8625706" y="222544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8729910" y="2207872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8427610" y="222490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7840019" y="241905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8211257" y="22406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8131195" y="22774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8507421" y="217109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9183235" y="223535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8047335" y="220865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7837901" y="236122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8953420" y="219005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8278217" y="225845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9395926" y="203364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8618337" y="22780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7840019" y="215385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8849333" y="213452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8340426" y="235741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8720249" y="2163860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8592576" y="217062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7836351" y="23721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7840019" y="24954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7840019" y="24055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7837901" y="249375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8317073" y="220709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7834030" y="226504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7840019" y="241410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7840019" y="246766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7837024" y="250227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8727397" y="234567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9031926" y="22196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7840019" y="24358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8749366" y="238676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8889709" y="249835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9126517" y="26132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8621825" y="25639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7840019" y="22877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8298338" y="234335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9393809" y="22124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7840019" y="229580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8243625" y="22339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8374764" y="232931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7840019" y="22263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9393809" y="207969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9395926" y="23316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8352605" y="231830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8315857" y="20885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7837901" y="226629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9395926" y="23802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8542418" y="23335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9395926" y="20591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8370902" y="229156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8730628" y="2284794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7837024" y="241363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8211525" y="2210529"/>
              <a:ext cx="50763" cy="507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8849999" y="216463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8402153" y="234200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8836007" y="2185772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8411363" y="216454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8928422" y="217089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8604732" y="2194015"/>
              <a:ext cx="61681" cy="616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8921034" y="222226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8306999" y="2189296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9281931" y="20372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8248740" y="21616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8982456" y="220399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8702952" y="217834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8768465" y="215260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8551905" y="223571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8904109" y="2258375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8598925" y="210647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8330609" y="221815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7836351" y="22690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8251635" y="221377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8196880" y="223248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8297690" y="230215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7840019" y="22225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8372295" y="231650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8978622" y="23230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8397876" y="23792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8740641" y="2245987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8438276" y="23475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8412260" y="2273538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9392932" y="218485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8753634" y="216577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8250397" y="21676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7840019" y="229532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8327421" y="24571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8557928" y="2308762"/>
              <a:ext cx="65942" cy="659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8005230" y="229326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8285325" y="236391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8225164" y="23402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8495861" y="243967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8194040" y="236412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8620717" y="23500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8988892" y="230775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8759084" y="233179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8432960" y="231216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8850222" y="2314280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8291257" y="225885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7837901" y="23931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9393809" y="223095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8821380" y="224612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8791650" y="240413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9393809" y="23096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8128010" y="238481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8167378" y="239164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7836351" y="234950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8723486" y="231465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8105117" y="217687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8969845" y="236396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7840019" y="23405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8718227" y="228060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8272705" y="22698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8212988" y="233718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8273798" y="23253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8199041" y="243314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8494764" y="225687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7840019" y="210079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8888243" y="24084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8956930" y="231444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7968211" y="241398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8719166" y="2253543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8165433" y="236018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7840019" y="23254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7840019" y="235429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7835784" y="233438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8310500" y="220494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9158589" y="23662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8333716" y="242915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8087056" y="237085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8334883" y="225524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8761168" y="237195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8611133" y="224885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9392259" y="215210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8472609" y="219879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7840019" y="24810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8332507" y="217913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8454020" y="235541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7840019" y="218235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8408739" y="221273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7837024" y="244987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8713657" y="20269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8263347" y="216130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8615855" y="23286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7840019" y="231463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8430035" y="22233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7837901" y="222528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8005972" y="236498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8550728" y="23986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8149012" y="218512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8381289" y="22098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8273027" y="219696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8757198" y="227326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7840019" y="235483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9392932" y="23380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7998636" y="23596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8237495" y="218037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7836351" y="240395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8127823" y="24036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7840019" y="20254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8010041" y="231667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9395926" y="23289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9395926" y="221520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8536889" y="232826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7987876" y="22730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9213721" y="225588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8755996" y="217116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8108963" y="220129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7840019" y="241273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8355660" y="231796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7840019" y="213667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8512188" y="2201725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7840019" y="207034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8513252" y="206921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7835784" y="22514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9395926" y="23127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7837024" y="229892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8033632" y="22404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9395926" y="21692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8307525" y="219482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8613942" y="233650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7837024" y="218902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7840019" y="24607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8041137" y="230171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9393809" y="21344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7836351" y="237935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8349860" y="233759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8350157" y="231622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7837024" y="21078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7840019" y="23181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8650927" y="2188887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8175250" y="22971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8628062" y="21244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7837901" y="23994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8829529" y="233267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7840019" y="25440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9395926" y="23479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9109256" y="231491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8864913" y="236245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8852202" y="227726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8028553" y="22686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8146174" y="22573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8553712" y="231925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8303676" y="216332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8420284" y="217055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7840019" y="23931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8920297" y="226635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8222206" y="236913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8583380" y="23595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7834832" y="22735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8544930" y="23352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7837901" y="225315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8650297" y="2260663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8865903" y="21927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8234462" y="227437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7840019" y="242069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8973746" y="244176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7938819" y="206368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8254187" y="2276933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8386579" y="23092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8439712" y="223102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8269287" y="226144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7837901" y="240109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8647426" y="221870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8136817" y="236890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9043262" y="226106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7837024" y="23673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8121551" y="22911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8548058" y="233141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8762203" y="22341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8567312" y="23430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8251779" y="21497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8378149" y="224958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8306225" y="2224071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7836351" y="237275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8732916" y="230867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8718747" y="219520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7840019" y="24840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8820434" y="23697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8278603" y="23940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8118451" y="232272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8316844" y="23544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7837901" y="22251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9002988" y="215979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8174360" y="22944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8356537" y="21813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8237980" y="22949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8696189" y="217385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9204703" y="23228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7840019" y="217890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7840019" y="22616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8875173" y="22704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8101426" y="229635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9049885" y="20904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8627911" y="23068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8878144" y="22797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8972179" y="2223883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7840019" y="216727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9142580" y="220090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8378299" y="22335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8885977" y="21463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8692162" y="22238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8257592" y="218912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7840019" y="237730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8902126" y="228820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8540955" y="22567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8715573" y="224804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8610097" y="2172472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9087053" y="215645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8656445" y="214335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9006958" y="20635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8493983" y="228755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7840019" y="223749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9053672" y="230588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9207014" y="229380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7840019" y="213487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8934426" y="213778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9393809" y="22426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7877543" y="218893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8198978" y="237006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7837901" y="23560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8594259" y="217269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8783352" y="236048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8132838" y="23017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8247438" y="228161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8302940" y="2264339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8131517" y="2275061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8303813" y="2269722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8442078" y="235539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8513985" y="2264484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8035258" y="24196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8840346" y="227270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8470447" y="2249456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7840019" y="253445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8055648" y="22587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9223161" y="233723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9395926" y="23796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8735990" y="209927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9393809" y="219650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8636277" y="21909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8817868" y="22731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9064760" y="233687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9392932" y="248963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8018943" y="218092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8507495" y="234308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8559260" y="244195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8725597" y="22422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9076915" y="22856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8615855" y="24818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7840019" y="21926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7837901" y="23243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9081089" y="229325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9395926" y="221515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8554413" y="24277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8384783" y="221644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7836351" y="229854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9393809" y="233253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8231178" y="21667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8537660" y="21835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8333036" y="215409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9395926" y="21490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7837901" y="216821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9395926" y="22204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8134652" y="229221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8204502" y="234744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8509443" y="24090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8670368" y="23584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9393809" y="23523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7837901" y="238927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7840019" y="244495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8109666" y="228671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8950835" y="24443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9067923" y="226774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8440515" y="239892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7837901" y="230456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8912466" y="236588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7837901" y="224021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8086308" y="215369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9393809" y="235969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8809045" y="232794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9392932" y="236188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8723550" y="216077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8644208" y="23531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8573389" y="211829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8446021" y="241094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9042422" y="23328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8420118" y="24436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8998473" y="202045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7840019" y="23045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7837024" y="24204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8296198" y="252439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8792659" y="21480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8465387" y="232876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7837901" y="23385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8406817" y="2275719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7837901" y="23230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8410614" y="232045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8268960" y="2318334"/>
              <a:ext cx="53981" cy="539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7837024" y="239947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8235143" y="22089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8949619" y="22868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8508618" y="241135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8436453" y="2265452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8465198" y="234856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8871552" y="22923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7837901" y="227828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7837901" y="251269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8482246" y="23299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8303831" y="21692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8542466" y="228950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8926022" y="238623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8203963" y="223338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7840019" y="20477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8490851" y="221805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8117832" y="237204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8734446" y="2223321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7834832" y="23836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8203514" y="240042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8158167" y="227600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8189722" y="24647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7840019" y="21868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7840019" y="234163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8521066" y="240242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8226639" y="231285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8936429" y="233186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8264779" y="232246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7834030" y="230825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8934001" y="228955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7837024" y="247333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8731588" y="239664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8636841" y="2303413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8714532" y="234996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8177544" y="2362266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8308117" y="2260121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8478133" y="233015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8398754" y="2291132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7836351" y="238715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8226033" y="21045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8360629" y="229979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8469418" y="235647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8619152" y="220393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8303630" y="230858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8386217" y="234531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8224078" y="2282710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9395926" y="21557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9072402" y="241979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8083270" y="23400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9039494" y="2297396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8166708" y="237558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7840019" y="22533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7840019" y="219068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8443226" y="232832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7837024" y="23552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8050796" y="222044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8132151" y="23232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8219436" y="2369043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8589878" y="2298420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8487453" y="227236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8558230" y="236992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8672257" y="238392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7840019" y="226369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8205611" y="243072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7835284" y="232110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8346207" y="230554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8081103" y="234152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8427545" y="227497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8421682" y="234358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8474690" y="227786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8486512" y="224239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9395926" y="233581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9094475" y="241082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8403243" y="234164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9395926" y="218532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8521475" y="23085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7840019" y="235513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7836351" y="237793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8134098" y="229322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8460447" y="235566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8582643" y="223737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8456539" y="214623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8479808" y="22727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8771336" y="199530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8680060" y="23438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9392259" y="224392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8632085" y="232987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9067127" y="22085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8758346" y="23191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7840019" y="225780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8366270" y="216729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9393809" y="216586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7840019" y="231451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8879552" y="236243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8710748" y="230543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8383754" y="225516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8415201" y="199915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7840019" y="23897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7840019" y="22739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9395926" y="22978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8375050" y="23354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8207224" y="227599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8207043" y="220315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9395926" y="21503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8553787" y="21807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8245405" y="234452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7837901" y="221379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8578065" y="234915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9395926" y="21826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7837901" y="23686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7834417" y="232122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7840019" y="22868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7837901" y="24257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9105874" y="206457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9395926" y="204906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7837901" y="23731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7837901" y="22449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8981528" y="226641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9018800" y="21846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8289223" y="23767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7837901" y="21917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9019753" y="215156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7840019" y="214501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8969692" y="208299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7837024" y="25028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7840019" y="21009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8994907" y="228833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8631417" y="234506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8956262" y="249247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7837901" y="209953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9128741" y="227907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8586228" y="221069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8365464" y="219395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8074840" y="225694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8949518" y="249789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9395926" y="247197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8100523" y="242993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8636232" y="222533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8660722" y="240621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7837901" y="23210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8346068" y="2248707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8105532" y="22124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8432111" y="227712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8095170" y="241263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7837024" y="23795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7835784" y="24360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7836351" y="245392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7840019" y="214913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9395926" y="23382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9395926" y="222242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8069017" y="24390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7836351" y="249330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8587532" y="23581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8731104" y="243465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8415095" y="24918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7840019" y="20832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7835784" y="228774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8203735" y="24371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7835784" y="234855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8378608" y="22609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8210737" y="229719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7837024" y="20548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7837901" y="22884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8192915" y="239449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8971618" y="21084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8888057" y="222609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8794234" y="226268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8131381" y="221372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8667443" y="24628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8925465" y="24287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8380525" y="23137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8532300" y="232760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9194048" y="21860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8442854" y="22734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9034643" y="236751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rc2988"/>
            <p:cNvSpPr/>
            <p:nvPr/>
          </p:nvSpPr>
          <p:spPr>
            <a:xfrm>
              <a:off x="7773090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tx2989"/>
            <p:cNvSpPr/>
            <p:nvPr/>
          </p:nvSpPr>
          <p:spPr>
            <a:xfrm>
              <a:off x="419326" y="2903145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2990" name="tx2990"/>
            <p:cNvSpPr/>
            <p:nvPr/>
          </p:nvSpPr>
          <p:spPr>
            <a:xfrm>
              <a:off x="419326" y="251416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2991" name="tx2991"/>
            <p:cNvSpPr/>
            <p:nvPr/>
          </p:nvSpPr>
          <p:spPr>
            <a:xfrm>
              <a:off x="419326" y="212519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2992" name="tx2992"/>
            <p:cNvSpPr/>
            <p:nvPr/>
          </p:nvSpPr>
          <p:spPr>
            <a:xfrm>
              <a:off x="419326" y="1736215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2993" name="tx2993"/>
            <p:cNvSpPr/>
            <p:nvPr/>
          </p:nvSpPr>
          <p:spPr>
            <a:xfrm>
              <a:off x="419326" y="134723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2994" name="pl2994"/>
            <p:cNvSpPr/>
            <p:nvPr/>
          </p:nvSpPr>
          <p:spPr>
            <a:xfrm>
              <a:off x="642416" y="293953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642416" y="255056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642416" y="216158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642416" y="177260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642416" y="138363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tx2999"/>
            <p:cNvSpPr/>
            <p:nvPr/>
          </p:nvSpPr>
          <p:spPr>
            <a:xfrm rot="-5400000">
              <a:off x="-510840" y="2116093"/>
              <a:ext cx="165268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Prevalencia predicha (BYM2)</a:t>
              </a:r>
            </a:p>
          </p:txBody>
        </p:sp>
        <p:sp>
          <p:nvSpPr>
            <p:cNvPr id="3000" name="rc3000"/>
            <p:cNvSpPr/>
            <p:nvPr/>
          </p:nvSpPr>
          <p:spPr>
            <a:xfrm>
              <a:off x="674047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tx3001"/>
            <p:cNvSpPr/>
            <p:nvPr/>
          </p:nvSpPr>
          <p:spPr>
            <a:xfrm>
              <a:off x="1111915" y="1171741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Diagnóstico (ESH)</a:t>
              </a:r>
            </a:p>
          </p:txBody>
        </p:sp>
        <p:sp>
          <p:nvSpPr>
            <p:cNvPr id="3002" name="rc3002"/>
            <p:cNvSpPr/>
            <p:nvPr/>
          </p:nvSpPr>
          <p:spPr>
            <a:xfrm>
              <a:off x="2448808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tx3003"/>
            <p:cNvSpPr/>
            <p:nvPr/>
          </p:nvSpPr>
          <p:spPr>
            <a:xfrm>
              <a:off x="2886676" y="1171741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Diagnóstico (AHA)</a:t>
              </a:r>
            </a:p>
          </p:txBody>
        </p:sp>
        <p:sp>
          <p:nvSpPr>
            <p:cNvPr id="3004" name="rc3004"/>
            <p:cNvSpPr/>
            <p:nvPr/>
          </p:nvSpPr>
          <p:spPr>
            <a:xfrm>
              <a:off x="4223568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tx3005"/>
            <p:cNvSpPr/>
            <p:nvPr/>
          </p:nvSpPr>
          <p:spPr>
            <a:xfrm>
              <a:off x="4810118" y="1171741"/>
              <a:ext cx="53839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Tratamiento</a:t>
              </a:r>
            </a:p>
          </p:txBody>
        </p:sp>
        <p:sp>
          <p:nvSpPr>
            <p:cNvPr id="3006" name="rc3006"/>
            <p:cNvSpPr/>
            <p:nvPr/>
          </p:nvSpPr>
          <p:spPr>
            <a:xfrm>
              <a:off x="5998329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tx3007"/>
            <p:cNvSpPr/>
            <p:nvPr/>
          </p:nvSpPr>
          <p:spPr>
            <a:xfrm>
              <a:off x="6537924" y="1171741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Control (ESH)</a:t>
              </a:r>
            </a:p>
          </p:txBody>
        </p:sp>
        <p:sp>
          <p:nvSpPr>
            <p:cNvPr id="3008" name="rc3008"/>
            <p:cNvSpPr/>
            <p:nvPr/>
          </p:nvSpPr>
          <p:spPr>
            <a:xfrm>
              <a:off x="7773090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tx3009"/>
            <p:cNvSpPr/>
            <p:nvPr/>
          </p:nvSpPr>
          <p:spPr>
            <a:xfrm>
              <a:off x="8312685" y="1171741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Control (AHA)</a:t>
              </a:r>
            </a:p>
          </p:txBody>
        </p:sp>
        <p:sp>
          <p:nvSpPr>
            <p:cNvPr id="3010" name="pl3010"/>
            <p:cNvSpPr/>
            <p:nvPr/>
          </p:nvSpPr>
          <p:spPr>
            <a:xfrm>
              <a:off x="75184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1140819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1529796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191877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2307750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tx3015"/>
            <p:cNvSpPr/>
            <p:nvPr/>
          </p:nvSpPr>
          <p:spPr>
            <a:xfrm>
              <a:off x="652950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16" name="tx3016"/>
            <p:cNvSpPr/>
            <p:nvPr/>
          </p:nvSpPr>
          <p:spPr>
            <a:xfrm>
              <a:off x="1041927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17" name="tx3017"/>
            <p:cNvSpPr/>
            <p:nvPr/>
          </p:nvSpPr>
          <p:spPr>
            <a:xfrm>
              <a:off x="1430904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18" name="tx3018"/>
            <p:cNvSpPr/>
            <p:nvPr/>
          </p:nvSpPr>
          <p:spPr>
            <a:xfrm>
              <a:off x="181988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19" name="tx3019"/>
            <p:cNvSpPr/>
            <p:nvPr/>
          </p:nvSpPr>
          <p:spPr>
            <a:xfrm>
              <a:off x="2208857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20" name="pl3020"/>
            <p:cNvSpPr/>
            <p:nvPr/>
          </p:nvSpPr>
          <p:spPr>
            <a:xfrm>
              <a:off x="252660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2915580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3304557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369353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4082510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tx3025"/>
            <p:cNvSpPr/>
            <p:nvPr/>
          </p:nvSpPr>
          <p:spPr>
            <a:xfrm>
              <a:off x="242771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26" name="tx3026"/>
            <p:cNvSpPr/>
            <p:nvPr/>
          </p:nvSpPr>
          <p:spPr>
            <a:xfrm>
              <a:off x="2816688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27" name="tx3027"/>
            <p:cNvSpPr/>
            <p:nvPr/>
          </p:nvSpPr>
          <p:spPr>
            <a:xfrm>
              <a:off x="3205664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28" name="tx3028"/>
            <p:cNvSpPr/>
            <p:nvPr/>
          </p:nvSpPr>
          <p:spPr>
            <a:xfrm>
              <a:off x="359464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29" name="tx3029"/>
            <p:cNvSpPr/>
            <p:nvPr/>
          </p:nvSpPr>
          <p:spPr>
            <a:xfrm>
              <a:off x="3983618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30" name="pl3030"/>
            <p:cNvSpPr/>
            <p:nvPr/>
          </p:nvSpPr>
          <p:spPr>
            <a:xfrm>
              <a:off x="4301364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469034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5079317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5468294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585727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tx3035"/>
            <p:cNvSpPr/>
            <p:nvPr/>
          </p:nvSpPr>
          <p:spPr>
            <a:xfrm>
              <a:off x="420247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36" name="tx3036"/>
            <p:cNvSpPr/>
            <p:nvPr/>
          </p:nvSpPr>
          <p:spPr>
            <a:xfrm>
              <a:off x="4591448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37" name="tx3037"/>
            <p:cNvSpPr/>
            <p:nvPr/>
          </p:nvSpPr>
          <p:spPr>
            <a:xfrm>
              <a:off x="4980425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38" name="tx3038"/>
            <p:cNvSpPr/>
            <p:nvPr/>
          </p:nvSpPr>
          <p:spPr>
            <a:xfrm>
              <a:off x="5369402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39" name="tx3039"/>
            <p:cNvSpPr/>
            <p:nvPr/>
          </p:nvSpPr>
          <p:spPr>
            <a:xfrm>
              <a:off x="575837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40" name="pl3040"/>
            <p:cNvSpPr/>
            <p:nvPr/>
          </p:nvSpPr>
          <p:spPr>
            <a:xfrm>
              <a:off x="6076124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646510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6854078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7243055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763203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tx3045"/>
            <p:cNvSpPr/>
            <p:nvPr/>
          </p:nvSpPr>
          <p:spPr>
            <a:xfrm>
              <a:off x="5977232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46" name="tx3046"/>
            <p:cNvSpPr/>
            <p:nvPr/>
          </p:nvSpPr>
          <p:spPr>
            <a:xfrm>
              <a:off x="636620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47" name="tx3047"/>
            <p:cNvSpPr/>
            <p:nvPr/>
          </p:nvSpPr>
          <p:spPr>
            <a:xfrm>
              <a:off x="6755186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48" name="tx3048"/>
            <p:cNvSpPr/>
            <p:nvPr/>
          </p:nvSpPr>
          <p:spPr>
            <a:xfrm>
              <a:off x="7144162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49" name="tx3049"/>
            <p:cNvSpPr/>
            <p:nvPr/>
          </p:nvSpPr>
          <p:spPr>
            <a:xfrm>
              <a:off x="753313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50" name="pl3050"/>
            <p:cNvSpPr/>
            <p:nvPr/>
          </p:nvSpPr>
          <p:spPr>
            <a:xfrm>
              <a:off x="7850885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239862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628839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9017815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9406792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tx3055"/>
            <p:cNvSpPr/>
            <p:nvPr/>
          </p:nvSpPr>
          <p:spPr>
            <a:xfrm>
              <a:off x="7751993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56" name="tx3056"/>
            <p:cNvSpPr/>
            <p:nvPr/>
          </p:nvSpPr>
          <p:spPr>
            <a:xfrm>
              <a:off x="814096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57" name="tx3057"/>
            <p:cNvSpPr/>
            <p:nvPr/>
          </p:nvSpPr>
          <p:spPr>
            <a:xfrm>
              <a:off x="8529946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58" name="tx3058"/>
            <p:cNvSpPr/>
            <p:nvPr/>
          </p:nvSpPr>
          <p:spPr>
            <a:xfrm>
              <a:off x="8918923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59" name="tx3059"/>
            <p:cNvSpPr/>
            <p:nvPr/>
          </p:nvSpPr>
          <p:spPr>
            <a:xfrm>
              <a:off x="9307900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60" name="tx3060"/>
            <p:cNvSpPr/>
            <p:nvPr/>
          </p:nvSpPr>
          <p:spPr>
            <a:xfrm>
              <a:off x="3567540" y="3200085"/>
              <a:ext cx="302355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Prevalencia observada (fuera de muestra, 5 pliegues)</a:t>
              </a:r>
            </a:p>
          </p:txBody>
        </p:sp>
        <p:sp>
          <p:nvSpPr>
            <p:cNvPr id="3061" name="rc3061"/>
            <p:cNvSpPr/>
            <p:nvPr/>
          </p:nvSpPr>
          <p:spPr>
            <a:xfrm>
              <a:off x="9611113" y="1390629"/>
              <a:ext cx="1228834" cy="15419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" name="tx3062"/>
            <p:cNvSpPr/>
            <p:nvPr/>
          </p:nvSpPr>
          <p:spPr>
            <a:xfrm>
              <a:off x="9674376" y="1467242"/>
              <a:ext cx="64282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municipio</a:t>
              </a:r>
            </a:p>
          </p:txBody>
        </p:sp>
        <p:sp>
          <p:nvSpPr>
            <p:cNvPr id="3063" name="tx3063"/>
            <p:cNvSpPr/>
            <p:nvPr/>
          </p:nvSpPr>
          <p:spPr>
            <a:xfrm>
              <a:off x="9674376" y="1604402"/>
              <a:ext cx="110230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(pliegue de prueba)</a:t>
              </a:r>
            </a:p>
          </p:txBody>
        </p:sp>
        <p:sp>
          <p:nvSpPr>
            <p:cNvPr id="3064" name="rc3064"/>
            <p:cNvSpPr/>
            <p:nvPr/>
          </p:nvSpPr>
          <p:spPr>
            <a:xfrm>
              <a:off x="9674376" y="17719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9758417" y="1856039"/>
              <a:ext cx="51374" cy="5137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rc3066"/>
            <p:cNvSpPr/>
            <p:nvPr/>
          </p:nvSpPr>
          <p:spPr>
            <a:xfrm>
              <a:off x="9674376" y="19914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9752171" y="2069249"/>
              <a:ext cx="63865" cy="6386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rc3068"/>
            <p:cNvSpPr/>
            <p:nvPr/>
          </p:nvSpPr>
          <p:spPr>
            <a:xfrm>
              <a:off x="9674376" y="22109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9747393" y="2283927"/>
              <a:ext cx="73421" cy="7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rc3070"/>
            <p:cNvSpPr/>
            <p:nvPr/>
          </p:nvSpPr>
          <p:spPr>
            <a:xfrm>
              <a:off x="9674376" y="243036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9743370" y="2499360"/>
              <a:ext cx="81468" cy="814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rc3072"/>
            <p:cNvSpPr/>
            <p:nvPr/>
          </p:nvSpPr>
          <p:spPr>
            <a:xfrm>
              <a:off x="9674376" y="264982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9739827" y="2715273"/>
              <a:ext cx="88552" cy="8855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tx3074"/>
            <p:cNvSpPr/>
            <p:nvPr/>
          </p:nvSpPr>
          <p:spPr>
            <a:xfrm>
              <a:off x="9957094" y="1845333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075" name="tx3075"/>
            <p:cNvSpPr/>
            <p:nvPr/>
          </p:nvSpPr>
          <p:spPr>
            <a:xfrm>
              <a:off x="9957094" y="2064789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076" name="tx3076"/>
            <p:cNvSpPr/>
            <p:nvPr/>
          </p:nvSpPr>
          <p:spPr>
            <a:xfrm>
              <a:off x="9957094" y="2284245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3077" name="tx3077"/>
            <p:cNvSpPr/>
            <p:nvPr/>
          </p:nvSpPr>
          <p:spPr>
            <a:xfrm>
              <a:off x="9957094" y="2503701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3078" name="tx3078"/>
            <p:cNvSpPr/>
            <p:nvPr/>
          </p:nvSpPr>
          <p:spPr>
            <a:xfrm>
              <a:off x="9957094" y="2723157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3079" name="tx3079"/>
            <p:cNvSpPr/>
            <p:nvPr/>
          </p:nvSpPr>
          <p:spPr>
            <a:xfrm>
              <a:off x="674047" y="132851"/>
              <a:ext cx="544397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Calibración: observado vs. predicho, validación cruzada espacial de 5 pliegues</a:t>
              </a:r>
            </a:p>
          </p:txBody>
        </p:sp>
        <p:sp>
          <p:nvSpPr>
            <p:cNvPr id="3080" name="rc3080"/>
            <p:cNvSpPr/>
            <p:nvPr/>
          </p:nvSpPr>
          <p:spPr>
            <a:xfrm>
              <a:off x="674047" y="4421875"/>
              <a:ext cx="8810540" cy="2982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674047" y="6732203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674047" y="5658256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674047" y="4584309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674047" y="7269176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674047" y="6195229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674047" y="5121282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1690648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3384983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5079317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6773652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8467987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rc3092"/>
            <p:cNvSpPr/>
            <p:nvPr/>
          </p:nvSpPr>
          <p:spPr>
            <a:xfrm>
              <a:off x="1182348" y="5830087"/>
              <a:ext cx="1016600" cy="1439088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" name="rc3093"/>
            <p:cNvSpPr/>
            <p:nvPr/>
          </p:nvSpPr>
          <p:spPr>
            <a:xfrm>
              <a:off x="2876682" y="5142761"/>
              <a:ext cx="1016600" cy="2126414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4" name="rc3094"/>
            <p:cNvSpPr/>
            <p:nvPr/>
          </p:nvSpPr>
          <p:spPr>
            <a:xfrm>
              <a:off x="4571017" y="5099804"/>
              <a:ext cx="1016600" cy="2169372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5" name="rc3095"/>
            <p:cNvSpPr/>
            <p:nvPr/>
          </p:nvSpPr>
          <p:spPr>
            <a:xfrm>
              <a:off x="6265352" y="6753682"/>
              <a:ext cx="1016600" cy="515494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6" name="rc3096"/>
            <p:cNvSpPr/>
            <p:nvPr/>
          </p:nvSpPr>
          <p:spPr>
            <a:xfrm>
              <a:off x="7959686" y="6989950"/>
              <a:ext cx="1016600" cy="279226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7" name="tx3097"/>
            <p:cNvSpPr/>
            <p:nvPr/>
          </p:nvSpPr>
          <p:spPr>
            <a:xfrm>
              <a:off x="1554951" y="5710776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6,7%</a:t>
              </a:r>
            </a:p>
          </p:txBody>
        </p:sp>
        <p:sp>
          <p:nvSpPr>
            <p:cNvPr id="3098" name="tx3098"/>
            <p:cNvSpPr/>
            <p:nvPr/>
          </p:nvSpPr>
          <p:spPr>
            <a:xfrm>
              <a:off x="3249286" y="5023451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9,9%</a:t>
              </a:r>
            </a:p>
          </p:txBody>
        </p:sp>
        <p:sp>
          <p:nvSpPr>
            <p:cNvPr id="3099" name="tx3099"/>
            <p:cNvSpPr/>
            <p:nvPr/>
          </p:nvSpPr>
          <p:spPr>
            <a:xfrm>
              <a:off x="4910519" y="4980493"/>
              <a:ext cx="337596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10,1%</a:t>
              </a:r>
            </a:p>
          </p:txBody>
        </p:sp>
        <p:sp>
          <p:nvSpPr>
            <p:cNvPr id="3100" name="tx3100"/>
            <p:cNvSpPr/>
            <p:nvPr/>
          </p:nvSpPr>
          <p:spPr>
            <a:xfrm>
              <a:off x="6637955" y="6634371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2,4%</a:t>
              </a:r>
            </a:p>
          </p:txBody>
        </p:sp>
        <p:sp>
          <p:nvSpPr>
            <p:cNvPr id="3101" name="tx3101"/>
            <p:cNvSpPr/>
            <p:nvPr/>
          </p:nvSpPr>
          <p:spPr>
            <a:xfrm>
              <a:off x="8332290" y="6870639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1,3%</a:t>
              </a:r>
            </a:p>
          </p:txBody>
        </p:sp>
        <p:sp>
          <p:nvSpPr>
            <p:cNvPr id="3102" name="rc3102"/>
            <p:cNvSpPr/>
            <p:nvPr/>
          </p:nvSpPr>
          <p:spPr>
            <a:xfrm>
              <a:off x="674047" y="4421875"/>
              <a:ext cx="8810540" cy="298288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tx3103"/>
            <p:cNvSpPr/>
            <p:nvPr/>
          </p:nvSpPr>
          <p:spPr>
            <a:xfrm>
              <a:off x="475836" y="723278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</a:t>
              </a:r>
            </a:p>
          </p:txBody>
        </p:sp>
        <p:sp>
          <p:nvSpPr>
            <p:cNvPr id="3104" name="tx3104"/>
            <p:cNvSpPr/>
            <p:nvPr/>
          </p:nvSpPr>
          <p:spPr>
            <a:xfrm>
              <a:off x="475836" y="615883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5,0</a:t>
              </a:r>
            </a:p>
          </p:txBody>
        </p:sp>
        <p:sp>
          <p:nvSpPr>
            <p:cNvPr id="3105" name="tx3105"/>
            <p:cNvSpPr/>
            <p:nvPr/>
          </p:nvSpPr>
          <p:spPr>
            <a:xfrm>
              <a:off x="419326" y="5084889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10,0</a:t>
              </a:r>
            </a:p>
          </p:txBody>
        </p:sp>
        <p:sp>
          <p:nvSpPr>
            <p:cNvPr id="3106" name="pl3106"/>
            <p:cNvSpPr/>
            <p:nvPr/>
          </p:nvSpPr>
          <p:spPr>
            <a:xfrm>
              <a:off x="642416" y="726917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642416" y="619522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642416" y="51212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1690648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3384983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5079317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6773652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8467987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tx3114"/>
            <p:cNvSpPr/>
            <p:nvPr/>
          </p:nvSpPr>
          <p:spPr>
            <a:xfrm rot="-1200000">
              <a:off x="892535" y="7602427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Diagnóstico (ESH)</a:t>
              </a:r>
            </a:p>
          </p:txBody>
        </p:sp>
        <p:sp>
          <p:nvSpPr>
            <p:cNvPr id="3115" name="tx3115"/>
            <p:cNvSpPr/>
            <p:nvPr/>
          </p:nvSpPr>
          <p:spPr>
            <a:xfrm rot="-1200000">
              <a:off x="2586870" y="7602427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Diagnóstico (AHA)</a:t>
              </a:r>
            </a:p>
          </p:txBody>
        </p:sp>
        <p:sp>
          <p:nvSpPr>
            <p:cNvPr id="3116" name="tx3116"/>
            <p:cNvSpPr/>
            <p:nvPr/>
          </p:nvSpPr>
          <p:spPr>
            <a:xfrm rot="-1200000">
              <a:off x="4569600" y="7551575"/>
              <a:ext cx="53839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Tratamiento</a:t>
              </a:r>
            </a:p>
          </p:txBody>
        </p:sp>
        <p:sp>
          <p:nvSpPr>
            <p:cNvPr id="3117" name="tx3117"/>
            <p:cNvSpPr/>
            <p:nvPr/>
          </p:nvSpPr>
          <p:spPr>
            <a:xfrm rot="-1200000">
              <a:off x="6172858" y="7567635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 (ESH)</a:t>
              </a:r>
            </a:p>
          </p:txBody>
        </p:sp>
        <p:sp>
          <p:nvSpPr>
            <p:cNvPr id="3118" name="tx3118"/>
            <p:cNvSpPr/>
            <p:nvPr/>
          </p:nvSpPr>
          <p:spPr>
            <a:xfrm rot="-1200000">
              <a:off x="7867193" y="7567635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 (AHA)</a:t>
              </a:r>
            </a:p>
          </p:txBody>
        </p:sp>
        <p:sp>
          <p:nvSpPr>
            <p:cNvPr id="3119" name="tx3119"/>
            <p:cNvSpPr/>
            <p:nvPr/>
          </p:nvSpPr>
          <p:spPr>
            <a:xfrm rot="-5400000">
              <a:off x="-411307" y="5867827"/>
              <a:ext cx="117930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Reducción de RMSE</a:t>
              </a:r>
            </a:p>
          </p:txBody>
        </p:sp>
        <p:sp>
          <p:nvSpPr>
            <p:cNvPr id="3120" name="tx3120"/>
            <p:cNvSpPr/>
            <p:nvPr/>
          </p:nvSpPr>
          <p:spPr>
            <a:xfrm rot="-5400000">
              <a:off x="-867456" y="5867827"/>
              <a:ext cx="236591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BYM2 vs. promedio de entrenamiento (%)</a:t>
              </a:r>
            </a:p>
          </p:txBody>
        </p:sp>
        <p:sp>
          <p:nvSpPr>
            <p:cNvPr id="3121" name="tx3121"/>
            <p:cNvSpPr/>
            <p:nvPr/>
          </p:nvSpPr>
          <p:spPr>
            <a:xfrm>
              <a:off x="674047" y="4229133"/>
              <a:ext cx="606430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B) Ganancia del modelo espacial sobre el promedio ponderado de entrenamiento, por paso</a:t>
              </a:r>
            </a:p>
          </p:txBody>
        </p:sp>
        <p:sp>
          <p:nvSpPr>
            <p:cNvPr id="3122" name="tx3122"/>
            <p:cNvSpPr/>
            <p:nvPr/>
          </p:nvSpPr>
          <p:spPr>
            <a:xfrm>
              <a:off x="2633472" y="7968901"/>
              <a:ext cx="5705856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Compromiso computacional declarado: 5 pliegues por grupo de municipios, no dejar-un-municipio-fuera exhaustivo (~7,5 h estimadas).</a:t>
              </a:r>
            </a:p>
          </p:txBody>
        </p:sp>
        <p:sp>
          <p:nvSpPr>
            <p:cNvPr id="3123" name="tx3123"/>
            <p:cNvSpPr/>
            <p:nvPr/>
          </p:nvSpPr>
          <p:spPr>
            <a:xfrm>
              <a:off x="2673979" y="8071771"/>
              <a:ext cx="5624840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"Observado" y predicción = promedios municipales con el ponderador calibrado; BYM2 e IID usan las mismas filas, pesos y pliegues.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2026-09-21T00:10:26Z</dcterms:modified>
  <cp:category/>
</cp:coreProperties>
</file>