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12801600" cy="5760720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7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0" y="0"/>
            <a:ext cx="12801600" cy="5760720"/>
            <a:chOff x="0" y="0"/>
            <a:chExt cx="12801600" cy="576072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12801600" cy="576072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401686"/>
              <a:ext cx="12801599" cy="495734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69589" y="471275"/>
              <a:ext cx="4220807" cy="481816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290396" y="471275"/>
              <a:ext cx="4220807" cy="481816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8511203" y="471275"/>
              <a:ext cx="4220807" cy="4818168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8"/>
            <p:cNvSpPr/>
            <p:nvPr/>
          </p:nvSpPr>
          <p:spPr>
            <a:xfrm>
              <a:off x="297334" y="76343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h9"/>
            <p:cNvSpPr/>
            <p:nvPr/>
          </p:nvSpPr>
          <p:spPr>
            <a:xfrm>
              <a:off x="2117554" y="220564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h10"/>
            <p:cNvSpPr/>
            <p:nvPr/>
          </p:nvSpPr>
          <p:spPr>
            <a:xfrm>
              <a:off x="2106209" y="217323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h11"/>
            <p:cNvSpPr/>
            <p:nvPr/>
          </p:nvSpPr>
          <p:spPr>
            <a:xfrm>
              <a:off x="2118259" y="220277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h12"/>
            <p:cNvSpPr/>
            <p:nvPr/>
          </p:nvSpPr>
          <p:spPr>
            <a:xfrm>
              <a:off x="2141192" y="215706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h13"/>
            <p:cNvSpPr/>
            <p:nvPr/>
          </p:nvSpPr>
          <p:spPr>
            <a:xfrm>
              <a:off x="2148639" y="219980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h14"/>
            <p:cNvSpPr/>
            <p:nvPr/>
          </p:nvSpPr>
          <p:spPr>
            <a:xfrm>
              <a:off x="2136635" y="218994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h15"/>
            <p:cNvSpPr/>
            <p:nvPr/>
          </p:nvSpPr>
          <p:spPr>
            <a:xfrm>
              <a:off x="2086008" y="219910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h16"/>
            <p:cNvSpPr/>
            <p:nvPr/>
          </p:nvSpPr>
          <p:spPr>
            <a:xfrm>
              <a:off x="2163506" y="220349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h17"/>
            <p:cNvSpPr/>
            <p:nvPr/>
          </p:nvSpPr>
          <p:spPr>
            <a:xfrm>
              <a:off x="2158739" y="217534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h18"/>
            <p:cNvSpPr/>
            <p:nvPr/>
          </p:nvSpPr>
          <p:spPr>
            <a:xfrm>
              <a:off x="2152341" y="216863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h19"/>
            <p:cNvSpPr/>
            <p:nvPr/>
          </p:nvSpPr>
          <p:spPr>
            <a:xfrm>
              <a:off x="2130927" y="216719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679351" y="87318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641079" y="87299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627736" y="88611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626328" y="88536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622575" y="88174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771237" y="138845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659496" y="90363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665910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664597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901870" y="143218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754220" y="139310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747716" y="139201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751481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891125" y="136242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891435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973975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973586" y="132897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973581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966384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68485" y="125896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714051" y="105673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744938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719040" y="112715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977535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978041" y="133539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977454" y="133261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974790" y="132954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973899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974527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975545" y="132815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974512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979531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974740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974433" y="131839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973789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975172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973197" y="126220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976909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1094460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1036829" y="137328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1032865" y="136927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1035778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1029680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1029609" y="136602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1028440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989311" y="135166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1024278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1022739" y="134564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989722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1023009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987397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1018780" y="132521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970789" y="126413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891156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889391" y="120420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893162" y="120362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884105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883233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877157" y="119035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870030" y="118523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785715" y="97663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869499" y="98200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764954" y="87361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642929" y="88738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979542" y="160176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982904" y="159714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873427" y="154770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864520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797927" y="144283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891906" y="147047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885009" y="147043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783971" y="144569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783552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1173873" y="162650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1131386" y="159347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1124624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992137" y="158068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991655" y="157877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1125859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1126730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1110701" y="155963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1107359" y="154840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1130826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1045216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1043827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1196059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1189362" y="173600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1189201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1184218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1183633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1186155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1180338" y="172238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1137151" y="163447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1183574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1185664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1218440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1215722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1198381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1234063" y="174142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1207167" y="173943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1208922" y="173594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1208359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1189446" y="169722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1196592" y="169905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1290706" y="199043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1130878" y="181629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1130604" y="189397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1268561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1251653" y="184589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1252554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1250151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1239177" y="181397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1261831" y="181406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1318667" y="190539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1274494" y="191319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1270965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1269810" y="188433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1270629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1268386" y="187712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1269824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1066883" y="178492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1087446" y="175849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1093239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1095339" y="187365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1224142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1241537" y="180209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1218705" y="180009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1238830" y="178956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1009160" y="162800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1095599" y="173696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265502" y="251798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294800" y="258062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515499" y="235279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74803" y="236261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08049" y="244330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00018" y="257442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5364" y="243255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59384" y="240086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310566" y="238674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308285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309922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525441" y="236688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72652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70785" y="229608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72321" y="232005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72921" y="231941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73051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521613" y="248856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30765" y="251295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75681" y="238055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277968" y="160379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035675" y="176218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233452" y="160923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251517" y="134428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020173" y="181608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021859" y="177214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360980" y="148560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283854" y="150516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115842" y="137067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085397" y="168588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224794" y="152955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194337" y="168878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312866" y="138480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250037" y="146832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224061" y="179248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130956" y="141804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172659" y="158060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296440" y="179072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088014" y="127309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223893" y="146906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050018" y="165866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031467" y="164581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323665" y="143046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200345" y="162983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285064" y="145181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009821" y="134937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235129" y="155523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305531" y="141937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256590" y="144320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053542" y="158378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1975219" y="143062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285275" y="145204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197032" y="161194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236621" y="158358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183332" y="133385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183260" y="155862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213308" y="160489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196698" y="174658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021545" y="177915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1980739" y="255705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1976266" y="252883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1993139" y="250949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1931265" y="250779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1942623" y="254901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1948945" y="253060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1953494" y="251654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1967379" y="250667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1901124" y="255382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1878476" y="252959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1042770" y="252952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1186355" y="249833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731560" y="257925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1959208" y="255289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1156592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298211" y="282130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197449" y="274247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211165" y="286290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173572" y="274948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182282" y="277274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280108" y="273877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134369" y="282637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152716" y="286028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237648" y="283163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301130" y="285668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291795" y="298195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3320379" y="300872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3191596" y="279428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3263726" y="293593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3168548" y="265982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3285953" y="283425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3292211" y="295604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3280410" y="282009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3234341" y="279961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70575" y="301077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245291" y="271809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240260" y="274665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202734" y="278097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240111" y="281138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215194" y="293278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05902" y="295232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280099" y="276938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42581" y="267872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250906" y="275939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19294" y="295352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286683" y="292664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235207" y="277389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286591" y="266658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192308" y="281205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151260" y="270659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272123" y="269058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284162" y="275960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3290973" y="280314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3218698" y="274042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3207911" y="273101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3190411" y="272762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3192593" y="275342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3315903" y="280653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3251054" y="276297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3275299" y="285565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06255" y="271753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296718" y="298060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165542" y="269333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209247" y="278563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167231" y="267487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113173" y="279668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31780" y="299145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283146" y="272315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207754" y="270881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479338" y="280416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245887" y="282209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196373" y="276927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210207" y="274115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211855" y="274717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270713" y="289597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216956" y="278218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246682" y="290312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094918" y="285085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285159" y="273502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194695" y="271656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090333" y="276460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247620" y="277518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460080" y="281927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190486" y="274447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3262306" y="283479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3332735" y="285123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3263537" y="297527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3260125" y="278336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3236839" y="273141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3316694" y="286066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3096883" y="287225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3253269" y="270258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34883" y="275047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10460" y="284194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274975" y="279738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255578" y="295243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15339" y="294144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229369" y="281279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238917" y="296185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06272" y="292490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170761" y="277487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222916" y="273641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283824" y="299610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239052" y="278491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321270" y="294200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319289" y="278531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219980" y="271330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320139" y="303117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262414" y="295243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206520" y="275849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238253" y="276189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167511" y="290993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265540" y="281410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157542" y="273901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322357" y="298360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304770" y="265772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217890" y="275470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321140" y="292930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291734" y="281790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3251869" y="279711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3171216" y="273284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3255386" y="292070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3408917" y="283758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3259108" y="297006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3267113" y="275498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3250224" y="277518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3249267" y="282209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270" y="277886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1135" y="278111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92784" y="273617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117744" y="276253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177833" y="271186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4961" y="303982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210434" y="277763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116710" y="273137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202521" y="274190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280249" y="292876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24678" y="302579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225744" y="281752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315451" y="289594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1734149" y="152498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1565211" y="136878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1801519" y="151733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1690811" y="155835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1668593" y="133728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1629088" y="144485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1657827" y="158329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1643061" y="110908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1534468" y="147922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1656167" y="147706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1766585" y="108578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1491740" y="144097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1559158" y="114362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1538051" y="137837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1749820" y="142268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1562362" y="130213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1562103" y="119367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1690116" y="146293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1814417" y="162229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1802067" y="156165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1793303" y="146047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1467332" y="150555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1629283" y="134531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1831534" y="148913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1774471" y="119435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1868944" y="119461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1492135" y="116394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1605326" y="146553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1833838" y="140395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1594356" y="114548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1548961" y="147354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1537978" y="157339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1609568" y="135838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1763336" y="140857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1542411" y="103091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1760506" y="156825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1942045" y="134148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1474838" y="124274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1834807" y="158915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1811100" y="139562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1463377" y="108256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1553948" y="124141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1730469" y="157702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1489929" y="133473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1691650" y="147435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1777555" y="145369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1490664" y="151714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1738000" y="107757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1561967" y="152409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1681544" y="143865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1697849" y="127796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1699461" y="159070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1703386" y="143694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1672564" y="103621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1738465" y="161041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1444218" y="147078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1498061" y="152953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1762898" y="161948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1777183" y="162246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1797096" y="143593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1533904" y="162662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1435220" y="143824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1591434" y="130039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1550048" y="164383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1852775" y="154650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1653337" y="152510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1739806" y="129248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486833" y="252850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504321" y="253863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501262" y="251014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506408" y="251760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486063" y="252543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485829" y="251755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499076" y="252276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493192" y="250954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482048" y="251771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506666" y="251505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514595" y="252624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505084" y="252726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503413" y="249489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497718" y="250431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507893" y="251072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500754" y="251753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010843" y="182132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1936559" y="189100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1691924" y="166653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1831149" y="167224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1907784" y="179254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003461" y="188468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1822421" y="171635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1948780" y="198921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1895511" y="174790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1767296" y="197296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1758498" y="166628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1682866" y="179735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068273" y="184698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000846" y="174851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1925790" y="178463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1677380" y="175060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1937474" y="194422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1889129" y="184945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1724633" y="162940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1803796" y="187071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1792835" y="191974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1647268" y="179773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1923063" y="200820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1964285" y="164493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1969598" y="176241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1844088" y="199901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1725416" y="188918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1723814" y="185848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1620130" y="176692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1902042" y="163388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1919202" y="196398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1797821" y="171836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1903752" y="188577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1672972" y="182469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1822603" y="183777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1930797" y="184698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1847872" y="181957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1877358" y="180157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1962906" y="182058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330446" y="240263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202370" y="229155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259035" y="243036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172237" y="237552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340386" y="243946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312957" y="239851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373545" y="231076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271560" y="242559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295083" y="242171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208111" y="236588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351960" y="230383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271831" y="229070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223420" y="223215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248349" y="237951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218797" y="223067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289509" y="242422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305096" y="236700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260015" y="234638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282494" y="235245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290261" y="238783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193885" y="232482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172317" y="231756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211295" y="233720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289569" y="240379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289956" y="225653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347300" y="231606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321915" y="224786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389169" y="230117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229763" y="231244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243647" y="238438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363394" y="225027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388939" y="226645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284831" y="238032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247940" y="241353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222774" y="235716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285165" y="231701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329641" y="238272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321555" y="236351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16814" y="228168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174829" y="234893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295708" y="235008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357651" y="241211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246111" y="230329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230538" y="239978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234353" y="234848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282511" y="239525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69245" y="268617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384863" y="262109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17408" y="280135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493174" y="282542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235289" y="262346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584451" y="272676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414443" y="260978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350966" y="266285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456943" y="279703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548713" y="271768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246006" y="269587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374020" y="263517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497206" y="278380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398118" y="265724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517816" y="272439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350859" y="273909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387575" y="268166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494278" y="272229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405410" y="273320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587499" y="273619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161990" y="265839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454667" y="277470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222004" y="272624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215576" y="268053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571332" y="275868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502277" y="282906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347293" y="261323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344317" y="264468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422818" y="282687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412982" y="277783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499494" y="266854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528172" y="267620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498239" y="265202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567660" y="276201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586618" y="282623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577121" y="281270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472868" y="274173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461745" y="269047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416741" y="270987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506615" y="276112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431920" y="268126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494282" y="270208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534609" y="274486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614102" y="279335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66369" y="268390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65432" y="273907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33650" y="279185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49858" y="276189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86648" y="277758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61299" y="285116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5749" y="282638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53554" y="270062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319405" y="258145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428745" y="262006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436540" y="260385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18670" y="282679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421915" y="264884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453134" y="264555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46320" y="283247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580587" y="276722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473159" y="271646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519893" y="283699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473460" y="278539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313179" y="265332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511185" y="269238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443762" y="263421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193624" y="261505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428476" y="264694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545324" y="273854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288762" y="272368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377923" y="275133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255098" y="262964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434671" y="259804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541544" y="276221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399642" y="261445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490419" y="274459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330390" y="263775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555322" y="278717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553497" y="284342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576527" y="271850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342121" y="278490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464823" y="261788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439856" y="259213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520757" y="274249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475646" y="262866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573156" y="285820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549858" y="279761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580549" y="239331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488204" y="243505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551075" y="235554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543060" y="230456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579637" y="232660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549542" y="233945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485421" y="240880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566663" y="230253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479562" y="239747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529619" y="244033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3798" y="240222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39628" y="244222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3328" y="230163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86418" y="240524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84102" y="240560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54331" y="237041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23169" y="235737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0370" y="234556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51281" y="243055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04424" y="241165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12026" y="242370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60687" y="240364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26152" y="241044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38553" y="241025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07094" y="232326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467448" y="241506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594529" y="237041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570929" y="246085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584233" y="246244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553714" y="233945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518656" y="245711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463433" y="242694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590888" y="233145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487624" y="243096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545474" y="242859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485998" y="236219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488268" y="231250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423474" y="238630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489412" y="242753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591949" y="230723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501242" y="239765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508031" y="238341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458936" y="238681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536148" y="242340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568493" y="231985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612090" y="236417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560619" y="229599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488149" y="233980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498872" y="242819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466358" y="244549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529930" y="233843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485884" y="244224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556172" y="232981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499073" y="235422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590224" y="243287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559280" y="247744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499180" y="242318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453622" y="240651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534720" y="244892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479801" y="241665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423474" y="241142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557021" y="241543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551836" y="227960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553599" y="242100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73118" y="231033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11277" y="229000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76412" y="241899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2310" y="230371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20839" y="239402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99597" y="241325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74635" y="240489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5479" y="245479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464450" y="237468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7384" y="230440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59250" y="245795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425791" y="236879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96612" y="239508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40325" y="239216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0365" y="231298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497629" y="230831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533720" y="233013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580489" y="243637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563288" y="243003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457404" y="233310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520784" y="244033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1969081" y="249706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1938934" y="220755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010093" y="252416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038908" y="236505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1969159" y="223655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000298" y="247401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156427" y="231690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128725" y="228151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1887341" y="236258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1963274" y="246827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025192" y="250269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001598" y="243288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1904281" y="245626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004080" y="237763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1930456" y="232813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084283" y="239193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1969906" y="243735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1833456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1833783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1834189" y="250148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1833826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1833576" y="250060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1831540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1831240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1832204" y="249866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1831129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1829450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1828948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1827867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1827919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1864235" y="253834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1864650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1857689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1848267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1848654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1839872" y="251855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1840030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1836674" y="250826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1836433" y="250797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1819730" y="247419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1834527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1834186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099965" y="223924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1877749" y="238615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091196" y="229894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060440" y="229890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1882868" y="241876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1988569" y="240686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1997082" y="233117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016807" y="247998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060606" y="238412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071675" y="245223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067800" y="244970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091535" y="231403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006707" y="245362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119063" y="231628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1954062" y="237812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1918848" y="233791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019674" y="237231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083537" y="237469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002992" y="219550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000277" y="250607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1964420" y="238406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1952121" y="244796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1784159" y="241728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1945211" y="248911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077544" y="232575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039408" y="235493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1977765" y="219048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1887645" y="247384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033820" y="237933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1768532" y="238436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108357" y="239562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047294" y="238109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037279" y="239192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025952" y="235941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1867845" y="252109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132205" y="237800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1837931" y="232555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117011" y="234657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169659" y="232284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057788" y="240038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1915484" y="243075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014851" y="242414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093534" y="224529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1993763" y="238889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1952784" y="235193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1982995" y="233835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160763" y="229791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1997105" y="249245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1935526" y="239191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1922513" y="241270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1996449" y="231082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1841978" y="244165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1813939" y="238049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1810250" y="233608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1982364" y="238476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2028555" y="242195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1938750" y="247089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022460" y="218089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1883526" y="248893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1878879" y="241274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1912465" y="239626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189558" y="220829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1959452" y="242430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023383" y="240089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050873" y="231774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1951893" y="227699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1968479" y="235484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051515" y="242763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1920125" y="214233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086757" y="228438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048453" y="244962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1829754" y="234700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050828" y="243855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063488" y="248958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1936045" y="245640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022101" y="245702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1820212" y="238158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164816" y="222487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1942757" y="242880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009341" y="239979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1972541" y="221928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051491" y="250703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151169" y="235601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098965" y="240505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113608" y="229054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029938" y="231903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1955461" y="212116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031908" y="216216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1932918" y="230474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1890349" y="233585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1925043" y="245943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1931435" y="234252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134717" y="224123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1931072" y="244946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148018" y="238420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1975799" y="241289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105834" y="237017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1998020" y="243149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033031" y="243959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1975993" y="236073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1991602" y="245481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039727" y="217782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1985906" y="235095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122073" y="234124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1949139" y="233957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1928867" y="236504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1994614" y="244095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068135" y="234549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421906" y="255803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520203" y="249409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424520" y="259349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415228" y="257733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521957" y="248283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545993" y="256421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531733" y="249701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541025" y="255500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348892" y="256478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2531726" y="249291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2467903" y="253675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2420447" y="252678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2537657" y="255617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2399553" y="247628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2504627" y="243860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2371168" y="252868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2390326" y="244172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2495101" y="245138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2507346" y="249718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2493861" y="249475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2458625" y="253054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2496485" y="244290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2490176" y="246771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2526142" y="252649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2539444" y="253283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2524714" y="249263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2436959" y="257705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2728" y="258746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60725" y="256229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9969" y="248688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8119" y="248343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4301" y="254435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11644" y="245961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09191" y="241572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149" y="255407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35906" y="246018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415955" y="250206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498688" y="247435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354797" y="259145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398870" y="252749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499272" y="245765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418459" y="247947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26623" y="245831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438048" y="248318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35970" y="253513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507668" y="248636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466149" y="252882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525299" y="254436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545784" y="246152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461826" y="253777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475249" y="250199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359393" y="260585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435221" y="250797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375265" y="255345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408358" y="256466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454032" y="243364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452481" y="257573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514398" y="246882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482181" y="245982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391652" y="246489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531240" y="253764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432069" y="244169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439335" y="249700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363318" y="254889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504617" y="248079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531240" y="254299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457446" y="251488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468184" y="249997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476549" y="251356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462490" y="249640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527707" y="251546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539878" y="254460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537036" y="249750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542274" y="247938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543879" y="247668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406767" y="246999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488824" y="247871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394464" y="258024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415087" y="241396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541273" y="248805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533613" y="247287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453869" y="254774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449028" y="248619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436755" y="246650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449302" y="250533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460103" y="258044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450708" y="256178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523106" y="251858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2366658" y="254022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2380623" y="250876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2449028" y="246243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2497778" y="247078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2435453" y="255903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2463142" y="254587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2340391" y="255880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2518645" y="249846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2462313" y="248204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2525129" y="252499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2513300" y="248543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2509655" y="247458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2381084" y="253284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2437997" y="242638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2461951" y="254737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2458191" y="250807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2416307" y="258731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2378753" y="247488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2530371" y="251406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2514651" y="250594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529115" y="247501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396732" y="256329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53740" y="253997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49334" y="253228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8132" y="256229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59843" y="255201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45492" y="245951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399400" y="244031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6600" y="247458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382523" y="253827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03352" y="247900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434095" y="255031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373842" y="251946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13026" y="248221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391858" y="250072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36064" y="248911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467073" y="255098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455286" y="254345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08330" y="248684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481733" y="249343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456996" y="253973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439607" y="254023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543277" y="254256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523122" y="250984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470937" y="254074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474021" y="247138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075801" y="242895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189532" y="249788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077138" y="256143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284473" y="245262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203265" y="242062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368635" y="248782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109581" y="254262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356870" y="248401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1989674" y="260531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199398" y="253199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080186" y="258704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223333" y="254654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146810" y="240735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182998" y="245352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155506" y="245646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137244" y="243657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173452" y="242012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298399" y="245169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085045" y="260600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106120" y="241673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342264" y="249012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363268" y="241425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204449" y="248499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313181" y="258899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321350" y="251537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246187" y="250439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140513" y="244960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196482" y="245126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082957" y="244341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093675" y="251701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271241" y="254593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148471" y="247175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272275" y="243829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090663" y="246104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262850" y="245194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183398" y="252271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2133519" y="240749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2300442" y="246649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2182338" y="242289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2284540" y="247344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2201607" y="251053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2280669" y="243850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2116853" y="247188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2085848" y="243833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2172800" y="253564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2157189" y="255989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2254875" y="244516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2227720" y="245470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2241597" y="258327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2238527" y="249989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2294597" y="246453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2349324" y="247386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2131351" y="242294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2255910" y="250425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2338416" y="244766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2064844" y="243248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2092618" y="265816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238397" y="246600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1985571" y="258045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024784" y="256410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211937" y="246155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369257" y="243899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126484" y="250528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225470" y="251937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355419" y="252932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183683" y="247937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358585" y="246785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258713" y="254186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312365" y="246525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151173" y="250997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188257" y="253454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181845" y="240880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114162" y="242336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193495" y="243668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143831" y="253523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122218" y="240898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162912" y="248041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064598" y="253929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360524" y="249087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159152" y="255574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232123" y="244417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140668" y="242051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196684" y="257421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164468" y="242179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245919" y="245285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004615" y="256921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159111" y="246237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168563" y="246947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124109" y="243582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204245" y="249691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117990" y="249948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162826" y="240392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170913" y="245187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215538" y="241651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220406" y="247595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114181" y="246133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221678" y="240999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354449" y="250106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137108" y="245093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264252" y="246196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289941" y="252691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375704" y="246391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184780" y="250776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281244" y="248847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222783" y="248977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099582" y="246531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118509" y="245060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138911" y="249453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094823" y="242418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105800" y="243810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165794" y="243754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338554" y="250572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347453" y="252658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242834" y="249331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528632" y="256490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517939" y="257809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491658" y="258640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549011" y="256243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486832" y="255014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542624" y="257111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2498374" y="258047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2544727" y="261158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2554863" y="257518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2490814" y="259869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2497611" y="260582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2471218" y="260725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2501189" y="255488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2483111" y="259146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2525346" y="256038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2531519" y="257015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2521371" y="256607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2496305" y="260319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2472505" y="259610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2522228" y="260282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2516210" y="255510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2481169" y="260087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2474703" y="257520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2538000" y="259740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2498784" y="257317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2540308" y="259433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2483521" y="257549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2506676" y="257004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2489793" y="260742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501238" y="258577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84512" y="256297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7649" y="258703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513322" y="258546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77289" y="259556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545910" y="258133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42163" y="258960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1776567" y="212875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1845989" y="213152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1787248" y="216556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1824517" y="218917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1836002" y="222607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1785564" y="219056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1907630" y="220937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1817468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1806667" y="228223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1864400" y="228878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1832174" y="226808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1794593" y="207845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1908742" y="230406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1897277" y="228664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1870563" y="225571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1751354" y="222322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1777870" y="217181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1767915" y="213850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1889210" y="232907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1706406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1682860" y="226411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1800103" y="223887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1666008" y="223979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1662445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1789210" y="232681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1877947" y="230694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427872" y="186108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320046" y="176502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357714" y="162628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422189" y="174241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441828" y="169430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420793" y="179341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339988" y="172170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341705" y="179193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379627" y="177081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307279" y="156930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372660" y="177029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445373" y="172226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483313" y="172665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382582" y="175423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418237" y="162679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351010" y="175924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362255" y="176228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352546" y="176901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268113" y="164798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352494" y="173722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347894" y="174733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371137" y="173024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402515" y="168057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350946" y="152054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398330" y="196705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369345" y="176681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462236" y="169697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384193" y="180906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371007" y="173240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484329" y="172039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377502" y="191162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2305620" y="173747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2341551" y="165243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2369028" y="174932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2401102" y="170457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2350628" y="173643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2310302" y="182399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2400660" y="173480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2386243" y="162578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2387209" y="173212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2440322" y="172190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2385383" y="171516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2404115" y="183436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2363081" y="202347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2363566" y="182181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2332072" y="191887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2380927" y="180346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2322607" y="165074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2456713" y="174329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2337246" y="168809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2400650" y="186551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2841933" y="280237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2664246" y="279115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2853548" y="279477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2670385" y="272163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760982" y="281896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727539" y="274814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784575" y="284605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633046" y="270457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669932" y="286255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785858" y="274804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752013" y="265038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826784" y="282444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721604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670738" y="288645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705644" y="275018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671378" y="278482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794765" y="266228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833018" y="277014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762820" y="284792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739849" y="273317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751016" y="287356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853124" y="277040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981382" y="285736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60765" y="278946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28307" y="281361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17921" y="275366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737687" y="277035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950970" y="279044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790169" y="262826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837890" y="271380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756868" y="265721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844907" y="267378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843945" y="278009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07610" y="286416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966602" y="282321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874183" y="270843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7230" y="282202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20961" y="278941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85089" y="267107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846585" y="277281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26980" y="281419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29118" y="265355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4286" y="278172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689231" y="270539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31423" y="285944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621487" y="271958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608674" y="287226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31204" y="263718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615849" y="283047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719916" y="272243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998956" y="276428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600319" y="269117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789107" y="270197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768726" y="269655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776893" y="277737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625001" y="268394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693885" y="268988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815379" y="276022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849839" y="289949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804695" y="278757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830472" y="290891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804099" y="289247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707974" y="288137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747698" y="279864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889945" y="278336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851120" y="281632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810528" y="279638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879844" y="282918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2874291" y="275878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2796266" y="277858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07467" y="281387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2717024" y="274163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2738159" y="291451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6714" y="284468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2855533" y="275477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2778090" y="280303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2695256" y="270428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2687881" y="266678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2923724" y="281931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2932883" y="279612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2779159" y="277095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2767239" y="288696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2788316" y="289911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2664933" y="280947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2734719" y="271220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2967305" y="280472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2751551" y="269894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2819205" y="282387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2610787" y="285072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2775653" y="285865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2729394" y="288838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2644444" y="271476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2718909" y="278355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774430" y="279420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594619" y="271949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708591" y="282342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858831" y="278047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818053" y="289940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755601" y="292034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660051" y="287359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684439" y="280463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841342" y="276596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670645" y="277664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754955" y="278957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684473" y="273784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754915" y="266613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776239" y="285656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739163" y="268542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794242" y="274497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711335" y="287104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736012" y="275886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737249" y="281617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777457" y="282255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776049" y="280644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762588" y="280497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583774" y="269570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960881" y="273693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952237" y="275168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93298" y="274478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809700" y="281320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5896" y="280691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92732" y="278832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827325" y="289425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69382" y="262977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873716" y="285933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870458" y="279227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836530" y="267533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1488" y="271749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80412" y="292694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687585" y="283436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052603" y="285187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609684" y="272469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91974" y="275707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012114" y="282796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586973" y="271949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655168" y="264555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16340" y="285884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606245" y="269650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581512" y="287587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707620" y="275796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42843" y="290370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773402" y="286433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602141" y="272964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609672" y="270695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690122" y="287291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706240" y="265815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741177" y="273100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657004" y="286418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811400" y="267734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788077" y="264076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780289" y="291267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833558" y="288705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856379" y="274911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813293" y="280380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714261" y="274899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11813" y="282846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653842" y="269105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711493" y="272089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2788554" y="272909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2702617" y="270011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2875767" y="278293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2792458" y="288553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2669075" y="268544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2789162" y="282372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2803412" y="275389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2604751" y="273031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2779322" y="267523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2979798" y="284459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2799750" y="278352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2615170" y="270834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2782876" y="280708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2861265" y="273781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2896141" y="273018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2877748" y="269155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2869134" y="265443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2767654" y="284043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2595616" y="287107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2790053" y="282964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2633002" y="271188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2760224" y="268610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2654783" y="265511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2763363" y="267543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081378" y="286536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685050" y="279124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764223" y="264867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621064" y="268428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921953" y="285753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928592" y="279842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714939" y="283421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778284" y="277483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686821" y="276427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812667" y="275610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805645" y="280353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702457" y="274163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696440" y="270020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630432" y="280266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774516" y="266341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767952" y="264935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810932" y="271448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774800" y="276281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952192" y="284042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719164" y="275233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710287" y="272981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761965" y="280357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831075" y="277541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66193" y="270836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853764" y="276665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800735" y="286534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821680" y="275795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775040" y="277433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3044" y="273493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779754" y="283703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43856" y="286671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821422" y="291835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17500" y="273803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90391" y="282746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840351" y="275685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87330" y="267359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840691" y="287077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651121" y="283011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890106" y="271742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96730" y="279290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75965" y="277059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635925" y="272426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40885" y="276435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71986" y="284912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82940" y="276694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658394" y="285386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691392" y="277080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790407" y="279410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768329" y="278528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792661" y="278524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667008" y="271079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645119" y="287417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793529" y="277525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09411" y="288483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50942" y="275446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773515" y="284197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759309" y="277030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816331" y="280405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791725" y="281511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740277" y="281172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663781" y="272957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790941" y="279017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733038" y="279858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728785" y="265476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687841" y="277690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632257" y="285235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761321" y="269739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2785021" y="266363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2843281" y="276302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2695793" y="275424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2787788" y="280484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2789464" y="279872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2852800" y="295108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2853650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2860489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2865388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2869438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2835564" y="291843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2700048" y="276416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2842755" y="276302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2709280" y="272041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2970206" y="282321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2793484" y="284497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2758347" y="281019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2874022" y="285577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2642215" y="274530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2967080" y="285344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2705659" y="270700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2740571" y="266477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2823394" y="286773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2637515" y="279046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2631461" y="278643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2686303" y="276154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849203" y="274916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632567" y="270457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826211" y="280968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008795" y="285251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603369" y="273836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744455" y="290090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794891" y="282402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763914" y="277820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800266" y="267618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699702" y="280437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778125" y="268108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758376" y="264995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714490" y="274640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022648" y="285566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650657" y="269945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032549" y="285187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721560" y="275145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802466" y="279001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761607" y="277528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828163" y="286423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715246" y="275234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849297" y="289621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754562" y="274334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83844" y="268334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784355" y="278309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976375" y="287913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713286" y="285152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801272" y="282596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26514" y="271444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709360" y="270098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39315" y="268465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816931" y="287609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95464" y="280483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77710" y="266163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81101" y="264559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645982" y="285118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803706" y="272989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89740" y="279622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810932" y="275847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805164" y="274593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79694" y="276254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7306" y="279711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599018" y="285314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75489" y="284489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675113" y="267473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668554" y="275453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795231" y="268689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597918" y="272493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66040" y="274705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794533" y="281534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774389" y="274827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693612" y="268728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47114" y="280127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708503" y="276135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603960" y="270268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76413" y="279295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829786" y="275053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736204" y="288311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805651" y="284133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659109" y="273769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646455" y="274049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836425" y="287550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695472" y="280797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718756" y="274284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702882" y="278412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804258" y="281413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843105" y="275333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2727266" y="276759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2800896" y="280265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2702995" y="272047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2834724" y="273650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2845842" y="274263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2834558" y="274549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2890367" y="270091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2721887" y="273130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2653895" y="286549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2605143" y="276654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2837428" y="279914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2760250" y="264924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2726900" y="284618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2902939" y="279164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2811529" y="265718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2757040" y="265993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2810246" y="284362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2827290" y="290280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2681307" y="274853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2652085" y="276977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2773515" y="284083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2603080" y="274569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2790543" y="280588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2742177" y="265976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2766600" y="265920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051198" y="283192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2731535" y="289695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627074" y="269903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682516" y="278072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817434" y="275408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722551" y="274480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708045" y="278534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692409" y="277832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850684" y="276061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695060" y="275751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594619" y="271490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782174" y="273544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787396" y="284204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773123" y="268315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720115" y="274998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727300" y="279356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659690" y="277989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839807" y="274347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803199" y="288054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800677" y="281481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920005" y="287149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901490" y="283791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707364" y="268912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749410" y="283033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35980" y="274126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22201" y="286170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825189" y="274909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786206" y="285961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1962" y="270636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763732" y="279335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803957" y="279915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760981" y="275096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977941" y="283238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76143" y="281513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811643" y="286575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99242" y="272682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697368" y="279005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34984" y="272751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843586" y="277488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626646" y="283202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971686" y="287634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7322" y="282530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46073" y="271110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639898" y="285299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40699" y="277459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967177" y="284847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680469" y="269560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11466" y="274166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76953" y="289343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632257" y="285932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741708" y="270174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744201" y="287356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959158" y="287680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705803" y="275521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790990" y="282457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40070" y="284979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08202" y="274600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675800" y="273992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815957" y="278905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841973" y="287786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690345" y="278356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761717" y="265434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887337" y="278993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854388" y="280561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787145" y="268951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805389" y="283053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823238" y="274031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797924" y="271147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681345" y="273262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2655325" y="265908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2697449" y="272595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2784283" y="279676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2797714" y="279493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2621380" y="285089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2675921" y="273207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2820912" y="288304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2774206" y="277587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2843351" y="289143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2856333" y="272322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2709412" y="286553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2622945" y="274476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2797651" y="279864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2681136" y="270726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2792144" y="278972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2793836" y="278808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2635148" y="269655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2785990" y="287135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2763000" y="264867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2772660" y="267348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2769069" y="282231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2786471" y="281198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2841128" y="286708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2798212" y="287606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2797139" y="275657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2786471" y="280744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2689587" y="275307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617341" y="270066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674059" y="279465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681272" y="266921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764367" y="265721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780389" y="277376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793054" y="278906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613647" y="273098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699581" y="280618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687580" y="275001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793510" y="286769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689034" y="284724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777554" y="281947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770813" y="273809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771169" y="280142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791805" y="278642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793923" y="278705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684124" y="275512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800832" y="288604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907028" y="283007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60819" y="279883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794979" y="282654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882782" y="277140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740622" y="271587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772127" y="266374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62971" y="275831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765221" y="282961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777376" y="278154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2668" y="269139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02763" y="286454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818051" y="287288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61160" y="284043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849011" y="273906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88953" y="279830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803980" y="274601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670385" y="271998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96730" y="278956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27545" y="271716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801113" y="279454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696656" y="270745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953515" y="275160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986703" y="275692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09841" y="276281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85137" y="260457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724289" y="277084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726434" y="272757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96277" y="287045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171" y="269783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970929" y="279954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616474" y="269099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33719" y="279567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644626" y="288257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634371" y="283726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699968" y="270470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775558" y="288210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825503" y="278496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780062" y="279076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726231" y="268912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747964" y="282509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773862" y="279077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817180" y="290714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772572" y="278741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51004" y="284982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795818" y="265020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817377" y="292356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2849071" y="277893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2785255" y="286024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2774093" y="269399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2739889" y="277922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2968435" y="278811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2863142" y="286594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2849201" y="274613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2750849" y="284317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2706770" y="277783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2726231" y="267264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2782920" y="259694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2769139" y="271383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2732479" y="270215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2735596" y="289297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2743601" y="270678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2786759" y="281868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2830987" y="275867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2781598" y="268108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2752608" y="265165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2699350" y="281176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2818902" y="276392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2696668" y="278211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2707526" y="283579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2817666" y="283349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2669739" y="269428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2927303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2911821" y="290271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2873123" y="277646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633927" y="268394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803151" y="270760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625621" y="274281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912750" y="279216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660762" y="284511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856093" y="269564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911072" y="279361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838194" y="274061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946439" y="282191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828651" y="276175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608004" y="285345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812324" y="280469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666332" y="267719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786100" y="281894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754739" y="272364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709581" y="274374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810729" y="291467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776470" y="282724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650662" y="268367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657647" y="267520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867822" y="283368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900889" y="280598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015501" y="282793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783027" y="277649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779445" y="281071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64322" y="282184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31493" y="277575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795922" y="290419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54587" y="280841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757734" y="276281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5210" y="271181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90920" y="272427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80056" y="290078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52869" y="275109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06454" y="270055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818856" y="275743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97406" y="292740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001933" y="284258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818821" y="277628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49137" y="276557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89137" y="283492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560200" y="250851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673233" y="243692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516827" y="263291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678666" y="243284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689590" y="242361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540314" y="266934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629594" y="247402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627058" y="239100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619913" y="257311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678620" y="242198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652323" y="244247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582399" y="267216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675975" y="243832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693458" y="242751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698755" y="245566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557781" y="266217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619315" y="238788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665927" y="248964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579979" y="252473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562596" y="252219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568297" y="260330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700462" y="244422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649677" y="258179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703259" y="259763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2582201" y="255406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2671421" y="253149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2677280" y="244224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2614977" y="240730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2691841" y="258258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2643150" y="259029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2634318" y="253908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2648119" y="257661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2593819" y="259821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2673538" y="256502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2609941" y="240157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2694295" y="251342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2620263" y="262246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2692559" y="244523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2673171" y="251016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2615509" y="266641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2642629" y="244398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2580262" y="258695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2667313" y="255119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2593552" y="254061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2639414" y="234298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2590425" y="256393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2699711" y="257219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2734522" y="261886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2673817" y="244668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2718937" y="263517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2598310" y="264955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2717656" y="252005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600306" y="240892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575755" y="265479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663310" y="242046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594616" y="256247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647175" y="267888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669550" y="245206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556493" y="260953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732612" y="252481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664460" y="253651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622289" y="259133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657805" y="249751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705857" y="251384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654681" y="260773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628897" y="241392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613477" y="243268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92719" y="254629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650971" y="262406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729152" y="263673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99364" y="254257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51748" y="258289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38321" y="264503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10010" y="260603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61496" y="243257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74710" y="243051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58500" y="243547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5303" y="258045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63014" y="243114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563404" y="253594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557475" y="257748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92918" y="242373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65043" y="258912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94931" y="244148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660106" y="244276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647813" y="258072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620657" y="239008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555942" y="256160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650434" y="257287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648963" y="263562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652400" y="237095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644819" y="242014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571467" y="259417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649916" y="261721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574017" y="260151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645472" y="252770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568237" y="253263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650832" y="242472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684909" y="254280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713647" y="263118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594955" y="260417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568098" y="267676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663304" y="262408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690268" y="245646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640829" y="264711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705743" y="264078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679465" y="254778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637041" y="239728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703541" y="263353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633097" y="260776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599444" y="258022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679398" y="260654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604256" y="268733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595381" y="266701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659194" y="256696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2643601" y="245167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2694448" y="252864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2628280" y="256359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2648748" y="257237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2592592" y="258224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2663628" y="244272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2653692" y="258767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2548924" y="264916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2547933" y="262931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2647094" y="257170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2741483" y="263215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2668641" y="247677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2581782" y="254610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2752130" y="261184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2590405" y="260416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2658355" y="242227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2675366" y="243532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2671537" y="242165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2531466" y="262187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2678093" y="260092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2586911" y="264993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2679253" y="243650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2678699" y="247766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2638760" y="264080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2656691" y="253433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2654667" y="252936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2693678" y="245917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2569964" y="256405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2693380" y="245780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570380" y="255633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624810" y="260207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560683" y="258093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554889" y="259848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588378" y="262461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652323" y="243796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677045" y="262959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651003" y="256015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595715" y="255512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715163" y="261302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94600" y="255955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88349" y="255429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653751" y="252431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690159" y="241158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98180" y="244724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710559" y="241819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605383" y="267708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619652" y="263978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656517" y="254839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54013" y="258640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42319" y="243199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13477" y="243101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95307" y="260229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73273" y="251716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59687" y="267269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84571" y="251986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563482" y="254599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15516" y="265995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590647" y="254945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27251" y="266509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65354" y="258165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9106" y="255655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24486" y="252080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665346" y="255872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604376" y="253503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659158" y="256721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62808" y="261797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621426" y="260488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695572" y="260749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611920" y="258150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16256" y="261464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650402" y="243250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620967" y="254516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632571" y="246018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574121" y="261625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570946" y="254707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681863" y="264876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678888" y="265814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562849" y="259016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658071" y="253952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607340" y="259521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679928" y="246728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658544" y="246506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631667" y="253503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630586" y="242625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569292" y="253545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546957" y="265045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550862" y="262852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718066" y="260225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640293" y="254737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698260" y="259403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662579" y="244056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599226" y="254070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688070" y="255082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680409" y="242928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671227" y="243295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630134" y="238240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606042" y="262128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597730" y="265662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2627489" y="259003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2647137" y="240936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2602161" y="254409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2620967" y="255916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2652379" y="244744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2652952" y="256638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638948" y="266178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611167" y="264664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702044" y="241718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634330" y="241443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617814" y="240764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617417" y="259267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632726" y="236314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2437829" y="228582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2477438" y="227242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2350321" y="237802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2428735" y="225990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2361435" y="233322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2375346" y="237929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441588" y="231581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385491" y="238299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398094" y="237070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396233" y="232042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407986" y="235695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373097" y="240558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40140" y="233826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6313" y="233666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19815" y="232593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3198" y="230053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362241" y="238276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7626" y="224792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823501" y="232739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860794" y="228814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876218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839248" y="229277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836660" y="217439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851574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847478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845894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843641" y="217421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836328" y="217279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836414" y="217343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879717" y="220880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862733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859573" y="218686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856707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858254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870650" y="217792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805208" y="246505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806600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806820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804520" y="245906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809251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799760" y="242735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799839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808688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792999" y="241795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809620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800286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801328" y="241748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793864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795934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792254" y="241105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684228" y="232250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823225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817505" y="244195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811084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812836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816966" y="241547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817545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820918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821535" y="241433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817599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819872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814019" y="241333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817174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820452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814203" y="241136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819673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819189" y="240256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818056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817849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814821" y="240143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842132" y="221572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639283" y="249021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841689" y="255702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840156" y="255601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839043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838025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836794" y="254884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836533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836185" y="253692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835853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835441" y="253091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835740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837973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839700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840137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840693" y="251355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842451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843406" y="255797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844581" y="253632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847133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852210" y="251402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848968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851878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847627" y="251347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849296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847105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850661" y="251242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845927" y="251161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847027" y="251184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842890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847107" y="251090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843693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818716" y="223233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754983" y="226442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635741" y="247167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776980" y="218220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3805223" y="217282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834414" y="217597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615459" y="235570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751873" y="230768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269671" y="221175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365413" y="215512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522063" y="226699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501949" y="226738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313209" y="218799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310014" y="200651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243838" y="202391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9363" y="215903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306582" y="218026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333994" y="223925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5627" y="224315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4375" y="224049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349323" y="219558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394399" y="212077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340981" y="213984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310245" y="195150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297309" y="215704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18336" y="222556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23688" y="215923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28590" y="225009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35870" y="226624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523774" y="228803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457693" y="218136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255193" y="198341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275341" y="213275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455078" y="224125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338761" y="217240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545884" y="226154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525168" y="224763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425809" y="219452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359963" y="216239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427632" y="221542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237274" y="210484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252755" y="215951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335817" y="205477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549651" y="216288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520344" y="226002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150539" y="199793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245541" y="212931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523483" y="228134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300603" y="208916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453782" y="212034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310060" y="221508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393909" y="224208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188989" y="207117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298924" y="211336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301969" y="201943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302950" y="219236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546334" y="221198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416753" y="218425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487456" y="220715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311014" y="215899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238156" y="219341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513460" y="225827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427763" y="223947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316367" y="199348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268479" y="191491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247040" y="208395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154431" y="207403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1427301" y="164120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1619491" y="193111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1651227" y="192251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1524249" y="183819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1556753" y="170830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1714786" y="204376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1382338" y="166985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1492343" y="178746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1492746" y="181974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1492007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1492749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1414935" y="172521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1549922" y="189945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1742514" y="209189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1718137" y="199574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1633008" y="186669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1699134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1695120" y="206340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1692342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1691938" y="205704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1691098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1676707" y="198061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1470206" y="159666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1530644" y="174647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1501601" y="176771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1549750" y="181175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1457743" y="166862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1421597" y="174546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1279429" y="126849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1341644" y="124229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1341304" y="160433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1232984" y="126965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1435731" y="119913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1388868" y="122309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1003081" y="96338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1154731" y="115329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1326910" y="140941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1398824" y="129362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1369743" y="142840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1297153" y="134072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1246431" y="135319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1373012" y="115058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1218478" y="106309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1299175" y="122896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1203338" y="117615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1313556" y="125921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1425487" y="113432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1405641" y="140209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1387068" y="133700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1232990" y="147886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1223759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1230956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1224662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1224631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1226805" y="147335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1217046" y="147192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1189255" y="146703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1244150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1234600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1245794" y="148080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1243119" y="147919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1242411" y="147930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1191459" y="139364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1384650" y="107719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1345270" y="128974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881276" y="99036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848902" y="90036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1396698" y="127107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1339497" y="119877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1303225" y="124961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1409169" y="150687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1066401" y="136923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1099723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1134436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1110675" y="126015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1072455" y="131274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1264807" y="114982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1248352" y="145243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1354982" y="110301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1416230" y="136307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1300411" y="114069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1244296" y="109990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1329451" y="129817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1168415" y="109801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1335331" y="156637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1352860" y="149066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1330566" y="156736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1122389" y="102233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1373936" y="127966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1409579" y="125405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948401" y="95697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1031961" y="101224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1304279" y="144652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1374734" y="140903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1222134" y="110000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1293370" y="121053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1432498" y="118625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1270909" y="124016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1269896" y="152814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1267557" y="153998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1355966" y="134302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1329177" y="112810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1320635" y="142730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1063016" y="111364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1299013" y="108350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1197706" y="122307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1303400" y="124318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1349910" y="154552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1425340" y="123406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1183270" y="104314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1320977" y="107385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1276791" y="107165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1432761" y="124631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1394296" y="118149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1181507" y="107477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1184318" y="110992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1222861" y="120159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1352820" y="138430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1215529" y="114055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162473" y="263124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58912" y="262583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05755" y="268339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22656" y="269208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147229" y="260373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42914" y="263189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079910" y="261082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3195801" y="257438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3181763" y="261414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3147635" y="260765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3345576" y="265300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3080033" y="263887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3218951" y="266386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3184126" y="260782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3280707" y="259507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3202544" y="261375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3372241" y="268375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86706" y="211022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0196" y="197304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41086" y="186234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58597" y="166456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30888" y="170092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483817" y="168359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618247" y="172255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2601" y="178982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440508" y="203635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390963" y="205778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27388" y="216590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961" y="190998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02865" y="168746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486283" y="183624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50154" y="170505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596089" y="172221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451576" y="207850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494404" y="194709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482936" y="186598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570180" y="179616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21454" y="172255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516899" y="187761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80463" y="213453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99902" y="210625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73572" y="207190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523947" y="206501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03393" y="153416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57575" y="195943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90992" y="211739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86651" y="202562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38684" y="192242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483432" y="202276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437006" y="198601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429584" y="188403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07225" y="197006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496594" y="207101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42342" y="187560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21150" y="158002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641369" y="216626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06452" y="199770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61203" y="191346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582527" y="204310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539604" y="191328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589093" y="252603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582683" y="249022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631597" y="249426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602175" y="251897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609490" y="253680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647506" y="250242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604778" y="253564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606220" y="254092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601144" y="253545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605023" y="253311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650265" y="251502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606899" y="253009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636415" y="249047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613692" y="253702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609655" y="253844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587288" y="249448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611769" y="253228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601168" y="250552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610380" y="252994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580079" y="251311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597978" y="253201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595138" y="252566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605163" y="253182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609118" y="253869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620611" y="251458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592828" y="252858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573746" y="250506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577997" y="249022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613801" y="253763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611593" y="253546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614435" y="251836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609184" y="251821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554657" y="248815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637345" y="252736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599186" y="252762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611149" y="251005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631017" y="250859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610498" y="251821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614626" y="250650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614293" y="252211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606536" y="249146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600273" y="249906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621385" y="251957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611739" y="252381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667121" y="251433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62962" y="249825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77598" y="250440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614321" y="249450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600475" y="253005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91349" y="247672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30366" y="251381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30392" y="249743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617967" y="251465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614780" y="252799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625502" y="251982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610554" y="254289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601844" y="250088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99140" y="251394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635910" y="253175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611167" y="252863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625649" y="251030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2612" y="252066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758171" y="252249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887648" y="262944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738017" y="258162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750428" y="246580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752020" y="252393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74497" y="230608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875920" y="264327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16003" y="228310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806557" y="249682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728226" y="250410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70856" y="241998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7706" y="247794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85624" y="257072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25505" y="259950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3019236" y="266992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3047154" y="265349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3014542" y="272885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742514" y="240480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94966" y="270189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666005" y="241332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930034" y="258486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738017" y="258424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729862" y="257550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746894" y="248493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688792" y="237129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88449" y="267305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746611" y="242141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724859" y="246886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676975" y="242153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565385" y="221982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742569" y="253303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722279" y="237712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742665" y="258409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859214" y="257872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731626" y="257915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33955" y="262956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564522" y="235941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76584" y="261952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648593" y="228015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650433" y="227142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655092" y="224866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796520" y="253438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723603" y="258583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753586" y="253555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992310" y="266139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770723" y="247002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02101" y="268502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746161" y="256134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61889" y="241105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76108" y="239809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58730" y="248956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676013" y="241301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63867" y="258787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991841" y="260682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61951" y="259733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670528" y="238129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022199" y="264117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35629" y="249591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659442" y="240581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2748578" y="247271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2633624" y="227337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2646583" y="229527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2697163" y="234571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2727826" y="258164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718944" y="253917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845540" y="253464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601129" y="233621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748604" y="248771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744272" y="251306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716860" y="250136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745494" y="251403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717140" y="243402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735394" y="256008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735853" y="258275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766003" y="247212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761088" y="254759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744660" y="251086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791410" y="251278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675004" y="240932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744272" y="251456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765785" y="255702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698437" y="248394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730025" y="259152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721078" y="256362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711095" y="258240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774299" y="244685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756452" y="247426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726513" y="254307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789676" y="255078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711297" y="258457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3053681" y="265290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746746" y="260042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877595" y="259441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58163" y="238797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845797" y="262190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52082" y="228036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755335" y="256299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762162" y="247314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735753" y="248454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951749" y="265135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3017085" y="266443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718154" y="255322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3017962" y="264986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3003203" y="265291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811458" y="253235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52298" y="248688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915778" y="258615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14835" y="245240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3023186" y="265482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49476" y="254282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90900" y="260990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22123" y="258486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17756" y="250669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777897" y="251274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760344" y="258398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753444" y="257956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754918" y="241001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723635" y="257032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747148" y="245213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735096" y="260811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769050" y="243868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757568" y="253275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750498" y="255770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727458" y="254304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803756" y="255858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761488" y="258217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713560" y="256949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832536" y="253841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735096" y="260133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663096" y="233848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891927" y="258884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599165" y="235600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741611" y="259429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766983" y="257220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764751" y="244969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581923" y="237129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912499" y="259741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746465" y="255280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762328" y="254224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582708" y="234948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063527" y="263801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832124" y="262384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890584" y="262021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747969" y="258465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814992" y="256171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745974" y="248989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715528" y="242587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70376" y="234152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899353" y="262808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748853" y="254708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725404" y="256871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043486" y="265690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14206" y="233699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864019" y="259808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740554" y="256557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704209" y="244886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768626" y="251082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006006" y="266405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828494" y="254812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961361" y="271645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730639" y="249720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57798" y="258301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75586" y="257508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876067" y="263319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96149" y="229772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8590" y="229404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7723" y="230366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68302" y="228689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62174" y="246061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603513" y="230280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653686" y="227311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3061210" y="266501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739388" y="255459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620879" y="224501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748573" y="248212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922346" y="264805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775493" y="245000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760887" y="246583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997195" y="262895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989185" y="260255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732428" y="257285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857641" y="264791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9717" y="220633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49915" y="215033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85838" y="236055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770676" y="255171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73251" y="227618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880578" y="267870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3007976" y="262487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728343" y="247759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18853" y="217369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769384" y="250454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734766" y="257913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56283" y="246650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27274" y="240702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585560" y="236069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742382" y="260055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995007" y="266971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793506" y="258766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66297" y="264345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764438" y="253401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739196" y="246540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1718" y="253386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23443" y="252397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17883" y="260200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75840" y="267691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33886" y="267133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661119" y="225383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713887" y="226511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617492" y="218511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643245" y="228425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635932" y="226056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84148" y="224457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730036" y="246602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658323" y="234497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720626" y="236900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738919" y="260842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38031" y="229978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558012" y="223976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33223" y="229570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615121" y="223991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596960" y="226222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742664" y="225131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536223" y="227546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611548" y="222203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577391" y="225854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610740" y="228342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650402" y="225726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573503" y="226837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692272" y="230119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569765" y="228386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619098" y="225026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496120" y="227105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539136" y="234589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626399" y="224774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593220" y="222590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598483" y="223466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593496" y="230918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710072" y="226834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629004" y="227614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616240" y="229426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614964" y="225944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611821" y="229323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618918" y="221936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642520" y="234403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530425" y="231610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597875" y="229436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685633" y="223737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635464" y="225340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595828" y="227317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579413" y="222799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582723" y="233342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549951" y="230154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3542540" y="225013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3522477" y="229398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3606879" y="227279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3599098" y="228421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3632507" y="234890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3590812" y="229438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3569547" y="225530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3611771" y="231876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3682698" y="218496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3706300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3606912" y="229213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3642373" y="234400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3607872" y="224680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3578425" y="226156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3715903" y="218180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3701445" y="229350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3558772" y="233134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3688481" y="222267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3600663" y="222442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3664664" y="223868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3618789" y="232082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3578161" y="227969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3522849" y="228018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3670481" y="227101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3590662" y="225477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3542642" y="232012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3571631" y="229622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3624924" y="236492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3625911" y="228415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3581528" y="223216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3647142" y="222031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3558248" y="234493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3679955" y="219956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3632255" y="219553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3553205" y="231837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3576703" y="224512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3612182" y="226358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3712460" y="225294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3641020" y="228929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3671229" y="227536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3481825" y="229488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3710564" y="218518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3698430" y="226755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3608587" y="225990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3590451" y="233299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3587398" y="231944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3522490" y="230970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3499371" y="228024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538512" y="224917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688730" y="229710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568115" y="224840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583398" y="227758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603369" y="233131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581876" y="224143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597983" y="234852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677542" y="232907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481840" y="230766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579012" y="233658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283188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357640" y="215489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358024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355177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355585" y="215423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357303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530679" y="209333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533266" y="209349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533876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530808" y="208724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530523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532427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530834" y="208665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531178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532991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532119" y="208505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532552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536487" y="210217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535870" y="210179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536957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533813" y="209647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535435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534490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534147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536062" y="209424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535618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534412" y="209234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535928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535271" y="209111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534023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3535271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3534903" y="208986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3535092" y="208960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3534574" y="223209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3544241" y="210881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3545280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3543438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3544853" y="210792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3543348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3543394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3543820" y="210682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3537576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3538597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3538512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3537567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3537771" y="210074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3529323" y="208494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3537698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3620654" y="234191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3631038" y="222840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3630231" y="220972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3566612" y="227244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3492243" y="224463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3670070" y="226733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3720314" y="229764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3573356" y="223070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3700715" y="230876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3573219" y="232042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3675662" y="230300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3601536" y="232348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3640533" y="224452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3272629" y="230370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3275631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3277527" y="230170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3263093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3478358" y="226322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3716762" y="224536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132864" y="184015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049354" y="223775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008421" y="222330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014918" y="225931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135192" y="212310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170619" y="215207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110702" y="207976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019495" y="199935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038881" y="228973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045941" y="210157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016241" y="202178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066028" y="225101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083855" y="207842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010105" y="224325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202667" y="212271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2103155" y="197204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2118524" y="209654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922886" y="207264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2024498" y="222099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2038732" y="213896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2149133" y="214999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2062356" y="220402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2039298" y="212851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2199962" y="214983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76413" y="196224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2283012" y="190337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2155902" y="210679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2045673" y="191810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2083505" y="208412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50923" y="201881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2110508" y="208987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2138620" y="211251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2028839" y="221140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2095449" y="210054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89396" y="211147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62356" y="222737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943" y="192021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98194" y="226233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7250" y="226314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3032" y="219476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18560" y="228885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110055" y="184698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178030" y="218562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165108" y="216652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94750" y="226015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137" y="193059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73439" y="213316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2330" y="227598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31573" y="196559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55075" y="213125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1995756" y="213220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1943819" y="205318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123353" y="214200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40258" y="187711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1991147" y="226921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01109" y="213752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086743" y="201143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001835" y="229069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731560" y="257925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1156592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1042770" y="252952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1186355" y="249833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1130604" y="189397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1095339" y="187365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1066883" y="178492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1224142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1218705" y="180009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1218440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1215722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1087446" y="175849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1198381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1196059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641079" y="87299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1093239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1207167" y="173943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1095599" y="173696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1208922" y="173594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1189362" y="173600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1208359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1189201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184218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183633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186155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180338" y="172238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189446" y="169722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196592" y="169905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183574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185664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173873" y="162650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979542" y="160176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982904" y="159714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124624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992137" y="158068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991655" y="157877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125859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126730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110701" y="155963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107359" y="154840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873427" y="154770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864520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130826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234600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232990" y="147886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223759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230956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224662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224631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045216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226805" y="147335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891906" y="147047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885009" y="147043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1217046" y="147192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1189255" y="146703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1043827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783971" y="144569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783552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901870" y="143218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1094460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771237" y="138845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754220" y="139310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747716" y="139201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751481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1036829" y="137328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1066401" y="136923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1099723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1032865" y="136927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1035778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1029680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1029609" y="136602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1134436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891125" y="136242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891435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1028440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989311" y="135166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1024278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1022739" y="134564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989722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1023009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1072455" y="131274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987397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977535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978041" y="133539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977454" y="133261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974790" y="132954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973899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973975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973586" y="132897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974527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973581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975545" y="132815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974512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979531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018780" y="132521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974740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974433" y="131839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973789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966384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970789" y="126413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468485" y="125896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975172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973197" y="126220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976909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891156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744938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889391" y="120420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893162" y="120362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884105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883233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877157" y="119035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870030" y="118523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719040" y="112715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881276" y="99036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869499" y="98200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665910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664597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627736" y="88611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626328" y="88536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622575" y="88174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1706406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1682860" y="226411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1666008" y="223979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1662445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1699134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1695120" y="206340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1692342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1691938" y="205704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1691098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1318667" y="190539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1274494" y="191319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1270965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269810" y="188433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270629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268561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268386" y="187712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269824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251653" y="184589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252554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250151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239177" y="181397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492746" y="181974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492007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492749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261831" y="181406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1241537" y="180209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1238830" y="178956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1234063" y="174142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1267557" y="153998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1244150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1245794" y="148080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1243119" y="147919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1242411" y="147930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1901124" y="255382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1864235" y="253834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1864650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1857689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1848267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1848654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1839872" y="251855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1840030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1836674" y="250826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1836433" y="250797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1834527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1833456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1833783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1834189" y="250148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1834186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1833826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1833576" y="250060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1831540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1831240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1832204" y="249866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1831129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1829450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1828948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1827867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827919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813939" y="238049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817468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51354" y="222322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222004" y="272624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22818" y="282687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721604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713887" y="226511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852800" y="295108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853650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860489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865388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869438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927303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851718" y="253386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3272629" y="230370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3275631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3277527" y="230170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3263093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3310566" y="238674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3308285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3309922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3472652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3472321" y="232005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3472921" y="231941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473051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283188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357640" y="215489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358024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355177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355585" y="215423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357303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544241" y="210881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545280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543438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544853" y="210792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543348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543394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543820" y="210682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537576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538597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536487" y="210217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538512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535870" y="210179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536957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537567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537771" y="210074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533813" y="209647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535435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529323" y="208494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534490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534147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536062" y="209424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530679" y="209333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533266" y="209349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3535618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3537698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3534412" y="209234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3535928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3533876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3535271" y="209111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3534023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3535271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3534903" y="208986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3535092" y="208960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3530808" y="208724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3530523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3532427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3530834" y="208665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3531178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3532991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3532119" y="208505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3532552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3843406" y="255797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3841689" y="255702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3840156" y="255601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3839043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3838025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3836794" y="254884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3844581" y="253632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836533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3836185" y="253692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3835853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3847133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3835441" y="253091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3835740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3837973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3852210" y="251402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3839700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3840137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3840693" y="251355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848968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851878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847627" y="251347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849296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847105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850661" y="251242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845927" y="251161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847027" y="251184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842890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842451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847107" y="251090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843693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805208" y="246505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806600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806820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804520" y="245906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809251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823225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817505" y="244195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811084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812836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799760" y="242735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799839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808688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792999" y="241795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809620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800286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801328" y="241748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816966" y="241547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817545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3820918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3821535" y="241433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3817599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3819872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3814019" y="241333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3817174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3820452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3814203" y="241136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3793864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3795934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3792254" y="241105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3819673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3819189" y="240256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3818056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3817849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3814821" y="240143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3860794" y="228814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3876218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3879717" y="220880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3862733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3706300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859573" y="218686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856707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3858254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3870650" y="217792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3805223" y="217279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3851574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3847478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3845894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3843641" y="217421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g3196"/>
            <p:cNvSpPr/>
            <p:nvPr/>
          </p:nvSpPr>
          <p:spPr>
            <a:xfrm>
              <a:off x="3789758" y="854785"/>
              <a:ext cx="62818" cy="106185"/>
            </a:xfrm>
            <a:custGeom>
              <a:avLst/>
              <a:pathLst>
                <a:path w="62818" h="106185">
                  <a:moveTo>
                    <a:pt x="62818" y="106185"/>
                  </a:moveTo>
                  <a:lnTo>
                    <a:pt x="0" y="0"/>
                  </a:lnTo>
                  <a:lnTo>
                    <a:pt x="12535" y="96388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l3197"/>
            <p:cNvSpPr/>
            <p:nvPr/>
          </p:nvSpPr>
          <p:spPr>
            <a:xfrm>
              <a:off x="3789758" y="854785"/>
              <a:ext cx="41783" cy="321294"/>
            </a:xfrm>
            <a:custGeom>
              <a:avLst/>
              <a:pathLst>
                <a:path w="41783" h="321294">
                  <a:moveTo>
                    <a:pt x="41783" y="321294"/>
                  </a:moveTo>
                  <a:lnTo>
                    <a:pt x="0" y="0"/>
                  </a:lnTo>
                </a:path>
              </a:pathLst>
            </a:custGeom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tx3198"/>
            <p:cNvSpPr/>
            <p:nvPr/>
          </p:nvSpPr>
          <p:spPr>
            <a:xfrm rot="-444575">
              <a:off x="3773149" y="1034200"/>
              <a:ext cx="9171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199" name="rc3199"/>
            <p:cNvSpPr/>
            <p:nvPr/>
          </p:nvSpPr>
          <p:spPr>
            <a:xfrm>
              <a:off x="387334" y="2993847"/>
              <a:ext cx="215021" cy="900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rc3200"/>
            <p:cNvSpPr/>
            <p:nvPr/>
          </p:nvSpPr>
          <p:spPr>
            <a:xfrm>
              <a:off x="602356" y="2993847"/>
              <a:ext cx="215021" cy="90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rc3201"/>
            <p:cNvSpPr/>
            <p:nvPr/>
          </p:nvSpPr>
          <p:spPr>
            <a:xfrm>
              <a:off x="817377" y="2993847"/>
              <a:ext cx="215021" cy="90000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rc3202"/>
            <p:cNvSpPr/>
            <p:nvPr/>
          </p:nvSpPr>
          <p:spPr>
            <a:xfrm>
              <a:off x="1032398" y="2993847"/>
              <a:ext cx="215021" cy="90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tx3203"/>
            <p:cNvSpPr/>
            <p:nvPr/>
          </p:nvSpPr>
          <p:spPr>
            <a:xfrm>
              <a:off x="1301419" y="2989744"/>
              <a:ext cx="449793" cy="9820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8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800 km</a:t>
              </a:r>
            </a:p>
          </p:txBody>
        </p:sp>
        <p:sp>
          <p:nvSpPr>
            <p:cNvPr id="3204" name="tx3204"/>
            <p:cNvSpPr/>
            <p:nvPr/>
          </p:nvSpPr>
          <p:spPr>
            <a:xfrm>
              <a:off x="1374599" y="325919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3205" name="rc3205"/>
            <p:cNvSpPr/>
            <p:nvPr/>
          </p:nvSpPr>
          <p:spPr>
            <a:xfrm>
              <a:off x="1374599" y="343944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6" name="rc3206"/>
            <p:cNvSpPr/>
            <p:nvPr/>
          </p:nvSpPr>
          <p:spPr>
            <a:xfrm>
              <a:off x="1375319" y="3440166"/>
              <a:ext cx="149760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7" name="rc3207"/>
            <p:cNvSpPr/>
            <p:nvPr/>
          </p:nvSpPr>
          <p:spPr>
            <a:xfrm>
              <a:off x="1374599" y="3666561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8" name="rc3208"/>
            <p:cNvSpPr/>
            <p:nvPr/>
          </p:nvSpPr>
          <p:spPr>
            <a:xfrm>
              <a:off x="1375319" y="3667281"/>
              <a:ext cx="149760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9" name="rc3209"/>
            <p:cNvSpPr/>
            <p:nvPr/>
          </p:nvSpPr>
          <p:spPr>
            <a:xfrm>
              <a:off x="1374599" y="389367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0" name="rc3210"/>
            <p:cNvSpPr/>
            <p:nvPr/>
          </p:nvSpPr>
          <p:spPr>
            <a:xfrm>
              <a:off x="1375319" y="3894396"/>
              <a:ext cx="149760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1" name="tx3211"/>
            <p:cNvSpPr/>
            <p:nvPr/>
          </p:nvSpPr>
          <p:spPr>
            <a:xfrm>
              <a:off x="1601715" y="347636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3212" name="tx3212"/>
            <p:cNvSpPr/>
            <p:nvPr/>
          </p:nvSpPr>
          <p:spPr>
            <a:xfrm>
              <a:off x="1601715" y="370348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3213" name="tx3213"/>
            <p:cNvSpPr/>
            <p:nvPr/>
          </p:nvSpPr>
          <p:spPr>
            <a:xfrm>
              <a:off x="1601715" y="393059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3214" name="tx3214"/>
            <p:cNvSpPr/>
            <p:nvPr/>
          </p:nvSpPr>
          <p:spPr>
            <a:xfrm>
              <a:off x="1374599" y="4076227"/>
              <a:ext cx="706556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Probabilidad</a:t>
              </a:r>
            </a:p>
          </p:txBody>
        </p:sp>
        <p:sp>
          <p:nvSpPr>
            <p:cNvPr id="3215" name="tx3215"/>
            <p:cNvSpPr/>
            <p:nvPr/>
          </p:nvSpPr>
          <p:spPr>
            <a:xfrm>
              <a:off x="1374599" y="4213387"/>
              <a:ext cx="79845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estandarizada</a:t>
              </a:r>
            </a:p>
          </p:txBody>
        </p:sp>
        <p:sp>
          <p:nvSpPr>
            <p:cNvPr id="3216" name="rc3216"/>
            <p:cNvSpPr/>
            <p:nvPr/>
          </p:nvSpPr>
          <p:spPr>
            <a:xfrm>
              <a:off x="1374599" y="439363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7" name="rc3217"/>
            <p:cNvSpPr/>
            <p:nvPr/>
          </p:nvSpPr>
          <p:spPr>
            <a:xfrm>
              <a:off x="1378199" y="4397235"/>
              <a:ext cx="144000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8" name="rc3218"/>
            <p:cNvSpPr/>
            <p:nvPr/>
          </p:nvSpPr>
          <p:spPr>
            <a:xfrm>
              <a:off x="2145894" y="4393635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9" name="rc3219"/>
            <p:cNvSpPr/>
            <p:nvPr/>
          </p:nvSpPr>
          <p:spPr>
            <a:xfrm>
              <a:off x="2149494" y="4397235"/>
              <a:ext cx="144000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0" name="rc3220"/>
            <p:cNvSpPr/>
            <p:nvPr/>
          </p:nvSpPr>
          <p:spPr>
            <a:xfrm>
              <a:off x="1374599" y="462075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1" name="rc3221"/>
            <p:cNvSpPr/>
            <p:nvPr/>
          </p:nvSpPr>
          <p:spPr>
            <a:xfrm>
              <a:off x="1378199" y="4624350"/>
              <a:ext cx="144000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2" name="rc3222"/>
            <p:cNvSpPr/>
            <p:nvPr/>
          </p:nvSpPr>
          <p:spPr>
            <a:xfrm>
              <a:off x="2145894" y="4620750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3" name="rc3223"/>
            <p:cNvSpPr/>
            <p:nvPr/>
          </p:nvSpPr>
          <p:spPr>
            <a:xfrm>
              <a:off x="2149494" y="4624350"/>
              <a:ext cx="144000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4" name="rc3224"/>
            <p:cNvSpPr/>
            <p:nvPr/>
          </p:nvSpPr>
          <p:spPr>
            <a:xfrm>
              <a:off x="1374599" y="484786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5" name="rc3225"/>
            <p:cNvSpPr/>
            <p:nvPr/>
          </p:nvSpPr>
          <p:spPr>
            <a:xfrm>
              <a:off x="1378199" y="4851466"/>
              <a:ext cx="144000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6" name="rc3226"/>
            <p:cNvSpPr/>
            <p:nvPr/>
          </p:nvSpPr>
          <p:spPr>
            <a:xfrm>
              <a:off x="2145894" y="4847866"/>
              <a:ext cx="151199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7" name="rc3227"/>
            <p:cNvSpPr/>
            <p:nvPr/>
          </p:nvSpPr>
          <p:spPr>
            <a:xfrm>
              <a:off x="2149494" y="4851466"/>
              <a:ext cx="144000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8" name="rc3228"/>
            <p:cNvSpPr/>
            <p:nvPr/>
          </p:nvSpPr>
          <p:spPr>
            <a:xfrm>
              <a:off x="1374599" y="507498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9" name="rc3229"/>
            <p:cNvSpPr/>
            <p:nvPr/>
          </p:nvSpPr>
          <p:spPr>
            <a:xfrm>
              <a:off x="1378199" y="5078581"/>
              <a:ext cx="144000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30" name="tx3230"/>
            <p:cNvSpPr/>
            <p:nvPr/>
          </p:nvSpPr>
          <p:spPr>
            <a:xfrm>
              <a:off x="1601715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32%-53%</a:t>
              </a:r>
            </a:p>
          </p:txBody>
        </p:sp>
        <p:sp>
          <p:nvSpPr>
            <p:cNvPr id="3231" name="tx3231"/>
            <p:cNvSpPr/>
            <p:nvPr/>
          </p:nvSpPr>
          <p:spPr>
            <a:xfrm>
              <a:off x="2373010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53%-54%</a:t>
              </a:r>
            </a:p>
          </p:txBody>
        </p:sp>
        <p:sp>
          <p:nvSpPr>
            <p:cNvPr id="3232" name="tx3232"/>
            <p:cNvSpPr/>
            <p:nvPr/>
          </p:nvSpPr>
          <p:spPr>
            <a:xfrm>
              <a:off x="1601715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54%-56%</a:t>
              </a:r>
            </a:p>
          </p:txBody>
        </p:sp>
        <p:sp>
          <p:nvSpPr>
            <p:cNvPr id="3233" name="tx3233"/>
            <p:cNvSpPr/>
            <p:nvPr/>
          </p:nvSpPr>
          <p:spPr>
            <a:xfrm>
              <a:off x="2373010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56%-57%</a:t>
              </a:r>
            </a:p>
          </p:txBody>
        </p:sp>
        <p:sp>
          <p:nvSpPr>
            <p:cNvPr id="3234" name="tx3234"/>
            <p:cNvSpPr/>
            <p:nvPr/>
          </p:nvSpPr>
          <p:spPr>
            <a:xfrm>
              <a:off x="1601715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57%-59%</a:t>
              </a:r>
            </a:p>
          </p:txBody>
        </p:sp>
        <p:sp>
          <p:nvSpPr>
            <p:cNvPr id="3235" name="tx3235"/>
            <p:cNvSpPr/>
            <p:nvPr/>
          </p:nvSpPr>
          <p:spPr>
            <a:xfrm>
              <a:off x="2373010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59%-78%</a:t>
              </a:r>
            </a:p>
          </p:txBody>
        </p:sp>
        <p:sp>
          <p:nvSpPr>
            <p:cNvPr id="3236" name="tx3236"/>
            <p:cNvSpPr/>
            <p:nvPr/>
          </p:nvSpPr>
          <p:spPr>
            <a:xfrm>
              <a:off x="1601715" y="511190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3237" name="tx3237"/>
            <p:cNvSpPr/>
            <p:nvPr/>
          </p:nvSpPr>
          <p:spPr>
            <a:xfrm>
              <a:off x="1602046" y="610453"/>
              <a:ext cx="1155893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A. Diagnóstico</a:t>
              </a:r>
            </a:p>
          </p:txBody>
        </p:sp>
        <p:sp>
          <p:nvSpPr>
            <p:cNvPr id="3238" name="rc3238"/>
            <p:cNvSpPr/>
            <p:nvPr/>
          </p:nvSpPr>
          <p:spPr>
            <a:xfrm>
              <a:off x="4518142" y="76343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6338361" y="220564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6327016" y="217323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6339066" y="220277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6361999" y="215706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6369446" y="219980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6357442" y="218994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6306815" y="219910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6384313" y="220349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6379547" y="217534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6373148" y="216863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6351734" y="216719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4900159" y="87318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4861886" y="87299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4848543" y="88611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4847135" y="88536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4843382" y="88174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4992045" y="138845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4880303" y="90363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4886717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4885404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5122677" y="143218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4975027" y="139310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4968523" y="139201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4972289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5111933" y="136242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5112242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5194783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5194394" y="132897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5194388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5187191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4689292" y="125896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4934858" y="105673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4965745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4939848" y="112715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5198342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5198848" y="133539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5198261" y="133261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5195597" y="132954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5194706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5195335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5196352" y="132815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5195319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5200338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5195547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5195240" y="131839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5194596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5195979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5194004" y="126220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5197716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5315268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5257637" y="137328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5253673" y="136927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5256585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5250487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5250416" y="136602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5249247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5210119" y="135166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5245085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5243547" y="134564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5210529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5243817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5208205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5239588" y="132521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5191596" y="126413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5111963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5110199" y="120420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5113970" y="120362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5104912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5104040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5097964" y="119035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5090838" y="118523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5006522" y="97663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5090307" y="98200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4985761" y="87361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4863736" y="88738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5200350" y="160176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5203711" y="159714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5094235" y="154770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5085327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5018735" y="144283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5112713" y="147047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5105816" y="147043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5004778" y="144569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5004359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5394681" y="162650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5352194" y="159347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5345431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5212944" y="158068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5212462" y="157877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5346666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5347537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5331508" y="155963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5328166" y="154840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5351634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5266023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5264634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5416866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5410170" y="173600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5410008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5405026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5404441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5406962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5401145" y="172238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5357958" y="163447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5404381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5406471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5439248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5436530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5419189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5454870" y="174142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5427974" y="173943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5429729" y="173594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5429166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5410253" y="169722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5417400" y="169905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5511513" y="199043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5351685" y="181629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5351411" y="189397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5489368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5472461" y="184589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5473361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5470958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5459985" y="181397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5482639" y="181406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5539475" y="190539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5495301" y="191319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5491772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5490618" y="188433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5491436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5489193" y="187712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5490632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5287691" y="178492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5308253" y="175849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5314046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5316147" y="187365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5444950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5462344" y="180209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5439512" y="180009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5459638" y="178956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5229967" y="162800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5316406" y="173696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7486309" y="251798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7515607" y="258062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7736306" y="235279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7695611" y="236261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7628857" y="244330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7620825" y="257442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7676171" y="243255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7680191" y="240086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7531374" y="238674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7529092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7530730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7746249" y="236688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7693459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7691592" y="229608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7693129" y="232005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7693728" y="231941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7693859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7742421" y="248856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7651572" y="251295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7696488" y="238055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6498775" y="160379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6256483" y="176218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6454260" y="160923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6472324" y="134428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6240980" y="181608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6242667" y="177214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6581787" y="148560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6504661" y="150516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6336650" y="137067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6306204" y="168588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6445602" y="152955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6415144" y="168878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6533673" y="138480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6470844" y="146832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6444869" y="179248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6351763" y="141804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6393467" y="158060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6517248" y="179072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6308822" y="127309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6444700" y="146906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6270825" y="165866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6252274" y="164581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6544473" y="143046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6421152" y="162983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6505871" y="145181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6230629" y="134937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6455936" y="155523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6526339" y="141937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6477398" y="144320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6274350" y="158378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6196026" y="143062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6506082" y="145204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6417839" y="161194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6457428" y="158358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6404139" y="133385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6404068" y="155862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6434116" y="160489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6417506" y="174658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6242352" y="177915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6201547" y="255705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6197073" y="252883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6213947" y="250949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6152072" y="250779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6163430" y="254901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6169753" y="253060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6174301" y="251654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6188186" y="250667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6121931" y="255382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6099283" y="252959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5263577" y="252952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5407162" y="249833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4952367" y="257925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6180015" y="255289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5377400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7519018" y="282130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7418256" y="274247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7431972" y="286290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7394379" y="274948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7403089" y="277274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7500915" y="273877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7355177" y="282637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7373523" y="286028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7458455" y="283163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7521938" y="285668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7512602" y="298195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7541187" y="300872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7412403" y="279428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7484533" y="293593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7389356" y="265982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7506761" y="283425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7513018" y="295604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7501217" y="282009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7455149" y="279961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7491383" y="301077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7466098" y="271809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7461068" y="274665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7423541" y="278097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7460919" y="281138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7436002" y="293278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7526710" y="295232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7500906" y="276938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7563388" y="267872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7471714" y="275939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7540102" y="295352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7507490" y="292664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7456015" y="277389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7507398" y="266658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7413116" y="281205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7372068" y="270659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7492931" y="269058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7504969" y="275960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7511780" y="280314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7439505" y="274042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7428718" y="273101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7411219" y="272762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7413400" y="275342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7536710" y="280653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7471861" y="276297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7496106" y="285565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7427063" y="271753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7517525" y="298060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7386349" y="269333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7430054" y="278563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7388038" y="267487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7333980" y="279668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7552587" y="299145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7503953" y="272315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7428561" y="270881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7700145" y="280416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7466694" y="282209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7417180" y="276927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7431014" y="274115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7432662" y="274717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7491520" y="289597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7437763" y="278218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7467489" y="290312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7315725" y="285085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7505966" y="273502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7415502" y="271656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7311140" y="276460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7468428" y="277518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7680887" y="281927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7411294" y="274447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7483113" y="283479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7553542" y="285123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7484345" y="297527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7480932" y="278336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7457646" y="273141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7537502" y="286066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7317690" y="287225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7474076" y="270258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7455690" y="275047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7431268" y="284194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7495782" y="279738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7476386" y="295243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7536147" y="294144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7450177" y="281279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7459724" y="296185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7527079" y="292490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7391568" y="277487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7443723" y="273641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7504632" y="299610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7459860" y="278491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7542078" y="294200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7540096" y="278531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7440788" y="271330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7540946" y="303117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7483221" y="295243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7427327" y="275849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7459060" y="276189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7388318" y="290993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7486347" y="281410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7378349" y="273901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7543165" y="298360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7525577" y="265772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7438697" y="275470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7541947" y="292930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7512542" y="281790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7472676" y="279711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7392024" y="273284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7476194" y="292070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7629725" y="283758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7479915" y="297006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7487921" y="275498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7471031" y="277518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7470074" y="282209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7492077" y="277886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7501942" y="278111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7513592" y="273617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7338551" y="276253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7398640" y="271186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7535769" y="303982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7431242" y="277763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7337518" y="273137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7423328" y="274190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7501057" y="292876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7545485" y="302579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7446551" y="281752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7536258" y="289594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5954956" y="152498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5786019" y="136878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6022326" y="151733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5911618" y="155835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5889400" y="133728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5849895" y="144485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5878634" y="158329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5863869" y="110908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5755275" y="147922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5876974" y="147706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5987393" y="108578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5712547" y="144097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5779965" y="114362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5758858" y="137837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5970627" y="142268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5783169" y="130213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5782910" y="119367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5910924" y="146293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6035225" y="162229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6022874" y="156165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6014110" y="146047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5688139" y="150555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5850090" y="134531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6052341" y="148913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5995278" y="119435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6089752" y="119461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5712943" y="116394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5826134" y="146553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6054645" y="140395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5815163" y="114548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5769768" y="147354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5758785" y="157339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5830375" y="135838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5984143" y="140857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5763218" y="103091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5981313" y="156825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6162853" y="134148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5695645" y="124274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6055614" y="158915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6031908" y="139562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5684185" y="108256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5774755" y="124141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5951277" y="157702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5710737" y="133473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5912458" y="147435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5998363" y="145369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5711471" y="151714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5958807" y="107757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5782775" y="152409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5902351" y="143865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5918657" y="127796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5920268" y="159070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5924193" y="143694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5893371" y="103621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5959272" y="161041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5665025" y="147078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5718869" y="152953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5983706" y="161948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5997990" y="162246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6017903" y="143593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5754711" y="162662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5656028" y="143824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5812242" y="130039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5770856" y="164383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6073582" y="154650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5874144" y="152510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5960613" y="129248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6707640" y="252850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6725128" y="253863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6722070" y="251014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6727215" y="251760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6706870" y="252543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6706636" y="251755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6719883" y="252276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6713999" y="250954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6702855" y="251771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6727474" y="251505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6735402" y="252624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6725892" y="252726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6724220" y="249489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6718525" y="250431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6728700" y="251072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6721561" y="251753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6231650" y="182132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6157367" y="189100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5912731" y="166653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6051957" y="167224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6128591" y="179254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6224269" y="188468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6043228" y="171635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6169587" y="198921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6116318" y="174790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5988104" y="197296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5979305" y="166628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5903674" y="179735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6289080" y="184698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6221654" y="174851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6146598" y="178463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5898188" y="175060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6158281" y="194422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6109936" y="184945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5945440" y="162940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6024603" y="187071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6013643" y="191974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5868075" y="179773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6143871" y="200820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6185092" y="164493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6190405" y="176241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6064896" y="199901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5946223" y="188918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5944622" y="185848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5840938" y="176692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6122850" y="163388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6140009" y="196398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6018629" y="171836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6124559" y="188577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5893779" y="182469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6043410" y="183777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6151605" y="184698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6068679" y="181957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6098166" y="180157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6183713" y="182058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6551253" y="240263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6423178" y="229155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6479842" y="243036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6393044" y="237552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6561193" y="243946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6533765" y="239851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6594352" y="231076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6492367" y="242559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6515890" y="242171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6428919" y="236588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6572767" y="230383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6492638" y="229070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6444227" y="223215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6469156" y="237951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6439604" y="223067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6510317" y="242422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6525904" y="236700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6480823" y="234638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6503301" y="235245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6511068" y="238783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6414693" y="232482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6393124" y="231756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6432102" y="233720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6510377" y="240379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6510763" y="225653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6568108" y="231606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6542722" y="224786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6609976" y="230117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6450570" y="231244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6464454" y="238438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6584201" y="225027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6609746" y="226645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6505638" y="238032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6468747" y="241353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6443581" y="235716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6505972" y="231701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6550449" y="238272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6542362" y="236351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6637621" y="228168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6395636" y="234893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6516515" y="235008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6578458" y="241211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6466919" y="230329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6451345" y="239978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6455161" y="234848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6503318" y="239525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6790052" y="268617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6605670" y="262109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6738215" y="280135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6713981" y="282542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6456096" y="262346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6805259" y="272676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6635250" y="260978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6571773" y="266285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6677750" y="279703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6769520" y="271768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6466814" y="269587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6594827" y="263517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6718013" y="278380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6618926" y="265724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6738624" y="272439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6571666" y="273909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6608382" y="268166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6715085" y="272229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6626217" y="273320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6808307" y="273619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6382797" y="265839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6675474" y="277470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6442812" y="272624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6436384" y="268053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6792139" y="275868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6723084" y="282906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6568100" y="261323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6565124" y="264468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6643625" y="282687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6633790" y="277783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6720301" y="266854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6748979" y="267620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6719047" y="265202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6788468" y="276201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6807425" y="282623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6797928" y="281270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6693675" y="274173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6682552" y="269047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6637548" y="270987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6727422" y="276112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6652728" y="268126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6715089" y="270208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6755416" y="274486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6834910" y="279335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6787177" y="268390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6786239" y="273907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6754457" y="279185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6770666" y="276189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6807456" y="277758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6782106" y="285116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6786556" y="282638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6774361" y="270062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6540213" y="258145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6649553" y="262006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6657347" y="260385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6739477" y="282679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6642722" y="264884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6673942" y="264555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6767128" y="283247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6801394" y="276722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6693966" y="271646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6740700" y="283699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6694268" y="278539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6533986" y="265332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6731992" y="269238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6664569" y="263421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6414432" y="261505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6649284" y="264694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6766131" y="273854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6509569" y="272368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6598731" y="275133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6475906" y="262964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6655478" y="259804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6762351" y="276221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6620449" y="261445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6711227" y="274459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6551197" y="263775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6776129" y="278717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6774304" y="284342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6797335" y="271850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6562928" y="278490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6685630" y="261788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6660663" y="259213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6741564" y="274249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6696453" y="262866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6793963" y="285820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6770665" y="279761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6801356" y="239331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6709011" y="243505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6771882" y="235554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6763867" y="230456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6800444" y="232660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6770349" y="233945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6706228" y="240880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6787470" y="230253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6700370" y="239747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6750426" y="244033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6714605" y="240222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6760436" y="244222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6734135" y="230163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6807225" y="240524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6804909" y="240560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6775139" y="237041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6743976" y="235737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6741177" y="234556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6772088" y="243055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6725231" y="241165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6732833" y="242370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6781494" y="240364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6746960" y="241044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6759360" y="241025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6727901" y="232326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6688256" y="241506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6815336" y="237041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6791736" y="246085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6805040" y="246244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6774522" y="233945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6739463" y="245711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6684240" y="242694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6811696" y="233145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6708431" y="243096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6766281" y="242859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6706805" y="236219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6709075" y="231250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6644282" y="238630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6710219" y="242753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6812756" y="230723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6722050" y="239765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6728839" y="238341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6679744" y="238681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6756956" y="242340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6789300" y="231985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6832897" y="236417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6781426" y="229599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6708956" y="233980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6719680" y="242819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6687165" y="244549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6750737" y="233843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6706691" y="244224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6776979" y="232981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6719880" y="235422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6811031" y="243287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6780087" y="247744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6719987" y="242318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6674429" y="240651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6755527" y="244892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6700608" y="241665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6644282" y="241142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6777828" y="241543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6772643" y="227960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6774407" y="242100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6693925" y="231033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6732084" y="229000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6797220" y="241899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6743118" y="230371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6741647" y="239402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6820404" y="241325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6795442" y="240489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6786286" y="245479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6685257" y="237468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6768191" y="230440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6780057" y="245795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6646598" y="236879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6817420" y="239508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6761132" y="239216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6801172" y="231298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6718436" y="230831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6754527" y="233013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6801296" y="243637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6784096" y="243003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6678211" y="233310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6741591" y="244033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6189888" y="249706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6159742" y="220755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6230901" y="252416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6259716" y="236505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6189966" y="223655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6221105" y="247401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6377235" y="231690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6349532" y="228151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6108148" y="236258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6184081" y="246827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6245999" y="250269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6222405" y="243288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6125089" y="245626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6224887" y="237763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6151263" y="232813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6305091" y="239193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6190714" y="243735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6054263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6054590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6054996" y="250148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6054633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6054383" y="250060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6052347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6052047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6053011" y="249866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6051936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6050257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6049755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6048674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6048727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6085043" y="253834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6085457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6078497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6069075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6069462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6060679" y="251855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6060838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6057481" y="250826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6057240" y="250797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6040537" y="247419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6055334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6054993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6320772" y="223924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6098557" y="238615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6312003" y="229894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6281247" y="229890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6103675" y="241876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6209376" y="240686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6217889" y="233117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6237615" y="247998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6281414" y="238412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6292483" y="245223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6288607" y="244970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6312342" y="231403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6227514" y="245362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6339871" y="231628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6174870" y="237812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6139655" y="233791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6240482" y="237231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6304345" y="237469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6223799" y="219550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6221084" y="250607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6185227" y="238406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6172928" y="244796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6004967" y="241728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6166019" y="248911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6298352" y="232575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6260215" y="235493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6198572" y="219048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6108452" y="247384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6254627" y="237933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5989340" y="238436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6329164" y="239562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6268101" y="238109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6258086" y="239192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6246759" y="235941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6088652" y="252109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6353012" y="237800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6058738" y="232555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6337818" y="234657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6390467" y="232284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6278596" y="240038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6136291" y="243075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6235659" y="242414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6314341" y="224529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6214571" y="238889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6173592" y="235193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6203802" y="233835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6381570" y="229791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6217913" y="249245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6156333" y="239191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6143320" y="241270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6217257" y="231082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6062786" y="244165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6034747" y="238049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6031057" y="233608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6203171" y="238476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6249363" y="242195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6159558" y="247089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6243267" y="218089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6104334" y="248893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6099686" y="241274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6133272" y="239626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6410366" y="220829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6180260" y="242430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6244191" y="240089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6271681" y="231774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6172701" y="227699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6189286" y="235484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6272322" y="242763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6140933" y="214233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6307565" y="228438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6269261" y="244962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6050561" y="234700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6271635" y="243855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6284296" y="248958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6156852" y="245640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6242908" y="245702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6041019" y="238158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6385623" y="222487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6163565" y="242880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6230148" y="239979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6193348" y="221928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6272298" y="250703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6371977" y="235601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6319772" y="240505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6334415" y="229054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6250745" y="231903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6176268" y="212116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6252715" y="216216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6153725" y="230474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6111156" y="233585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6145850" y="245943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6152242" y="234252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6355525" y="224123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6151880" y="244946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6368825" y="238420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6196607" y="241289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6326641" y="237017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6218827" y="243149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6253838" y="243959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6196800" y="236073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6212410" y="245481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6260534" y="217782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6206713" y="235095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6342880" y="234124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6169946" y="233957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6149675" y="236504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6215421" y="244095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6288942" y="234549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6642713" y="255803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6741010" y="249409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6645328" y="259349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6636035" y="257733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6742764" y="248283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6766801" y="256421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6752541" y="249701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6761833" y="255500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6569700" y="256478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6752533" y="249291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6688710" y="253675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6641254" y="252678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6758464" y="255617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6620360" y="247628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6725434" y="243860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6591975" y="252868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6611133" y="244172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6715908" y="245138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6728153" y="249718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6714668" y="249475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6679433" y="253054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6717292" y="244290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6710984" y="246771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6746949" y="252649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6760251" y="253283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6745522" y="249263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6657766" y="257705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6663536" y="258746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6681532" y="256229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6720776" y="248688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6728927" y="248343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6685108" y="254435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6632451" y="245961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6629999" y="241572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6763956" y="255407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6756713" y="246018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6636762" y="250206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6719495" y="247435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6575604" y="259145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6619678" y="252749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6720079" y="245765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6639266" y="247947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6747431" y="245831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6658856" y="248318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6756777" y="253513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6728476" y="248636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6686956" y="252882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6746106" y="254436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6766591" y="246152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6682633" y="253777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6696056" y="250199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6580200" y="260585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6656028" y="250797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6596072" y="255345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6629165" y="256466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6674839" y="243364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6673289" y="257573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6735205" y="246882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6702988" y="245982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6612459" y="246489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6752047" y="253764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6652876" y="244169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6660142" y="249700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6584126" y="254889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6725425" y="248079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6752047" y="254299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6678253" y="251488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6688991" y="249997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6697357" y="251356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6683297" y="249640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6748514" y="251546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6760686" y="254460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6757843" y="249750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6763082" y="247938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6764686" y="247668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6627575" y="246999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6709631" y="247871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6615272" y="258024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6635894" y="241396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6762080" y="248805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6754420" y="247287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6674677" y="254774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6669835" y="248619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6657563" y="246650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6670110" y="250533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6680911" y="258044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6671515" y="256178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6743913" y="251858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6587466" y="254022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6601431" y="250876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6669835" y="246243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6718585" y="247078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6656260" y="255903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6683949" y="254587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6561199" y="255880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6739452" y="249846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6683120" y="248204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6745937" y="252499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6734107" y="248543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6730462" y="247458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6601891" y="253284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6658804" y="242638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6682758" y="254737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6678998" y="250807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6637115" y="258731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6599560" y="247488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6751179" y="251406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6735458" y="250594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6749923" y="247501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6617540" y="256329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6674547" y="253997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6670142" y="253228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6688939" y="256229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6680650" y="255201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6666299" y="245951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6620207" y="244031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6727407" y="247458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6603331" y="253827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6724160" y="247900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6654902" y="255031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6594649" y="251946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6733834" y="248221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6612665" y="250072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6756872" y="248911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6687880" y="255098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6676094" y="254345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6729137" y="248684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6702540" y="249343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6677804" y="253973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6660414" y="254023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6764084" y="254256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6743930" y="250984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6691744" y="254074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6694829" y="247138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6296609" y="242895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6410340" y="249788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6297946" y="256143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6505280" y="245262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6424073" y="242062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6589443" y="248782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6330389" y="254262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6577677" y="248401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6210482" y="260531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6420206" y="253199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6300994" y="258704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6444140" y="254654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6367618" y="240735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6403805" y="245352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6376313" y="245646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6358051" y="243657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6394259" y="242012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6519207" y="245169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6305852" y="260600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6326927" y="241673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6563071" y="249012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6584075" y="241425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6425257" y="248499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6533988" y="258899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6542158" y="251537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6466994" y="250439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6361320" y="244960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6417289" y="245126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6303764" y="244341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6314482" y="251701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6492049" y="254593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6369279" y="247175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6493083" y="243829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6311471" y="246104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6483657" y="245194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6404206" y="252271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6354327" y="240749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6521250" y="246649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6403145" y="242289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6505347" y="247344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6422415" y="251053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6501476" y="243850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6337660" y="247188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6306656" y="243833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6393607" y="253564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6377996" y="255989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6475682" y="244516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6448527" y="245470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6462405" y="258327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6459334" y="249989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6515404" y="246453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6570131" y="247386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6352158" y="242294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6476718" y="250425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6559224" y="244766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6285652" y="243248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6313426" y="265816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6459204" y="246600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6206378" y="258045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6245591" y="256410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6432744" y="246155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6590064" y="243899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6347291" y="250528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6446277" y="251937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6576226" y="252932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6404490" y="247937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6579393" y="246785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6479520" y="254186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6533172" y="246525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6371981" y="250997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6409064" y="253454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6402652" y="240880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6334969" y="242336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6414302" y="243668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6364638" y="253523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6343025" y="240898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6383720" y="248041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6285406" y="253929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6581331" y="249087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6379960" y="255574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6452931" y="244417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6361476" y="242051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6417491" y="257421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6385275" y="242179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6466727" y="245285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6225422" y="256921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6379919" y="246237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6389371" y="246947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6344916" y="243582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6425052" y="249691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6338798" y="249948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6383633" y="240392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6391720" y="245187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6436346" y="241651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6441213" y="247595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6334989" y="246133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6442485" y="240999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6575257" y="250106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6357915" y="245093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6485060" y="246196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6510748" y="252691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6596512" y="246391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6405587" y="250776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6502051" y="248847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6443591" y="248977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6320389" y="246531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6339316" y="245060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6359718" y="249453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6315630" y="242418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6326607" y="243810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6386601" y="243754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6559362" y="250572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6568261" y="252658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6463641" y="249331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6749439" y="256490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6738746" y="257809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6712465" y="258640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6769818" y="256243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6707639" y="255014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6763431" y="257111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6719181" y="258047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6765534" y="261158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6775670" y="257518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6711622" y="259869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6718419" y="260582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6692025" y="260725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6721997" y="255488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6703919" y="259146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6746153" y="256038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6752327" y="257015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6742178" y="256607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6717112" y="260319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6693312" y="259610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6743035" y="260282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6737017" y="255510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6701976" y="260087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6695510" y="257520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6758808" y="259740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6719591" y="257317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6761115" y="259433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6704328" y="257549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6727484" y="257004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6710601" y="260742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6722045" y="258577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6705319" y="256297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6688456" y="258703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6734129" y="258546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6698096" y="259556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6766717" y="258133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6762971" y="258960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5997374" y="212875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6066796" y="213152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6008056" y="216556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6045325" y="218917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6056810" y="222607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6006371" y="219056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6128437" y="220937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6038275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6027475" y="228223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6085207" y="228878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6052982" y="226808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6015400" y="207845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6129549" y="230406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6118085" y="228664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6091371" y="225571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5972161" y="222322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5998678" y="217181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5988722" y="213850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6110018" y="232907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5927213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5903667" y="226411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6020910" y="223887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5886816" y="223979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5883253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6010017" y="232681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6098755" y="230694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6648679" y="186108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6540853" y="176502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6578522" y="162628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6642997" y="174241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6662636" y="169430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6641600" y="179341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6560796" y="172170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6562512" y="179193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6600434" y="177081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6528087" y="156930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6593467" y="177029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6666180" y="172226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6704121" y="172665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6603389" y="175423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6639045" y="162679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6571817" y="175924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6583062" y="176228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6573354" y="176901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6488921" y="164798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6573301" y="173722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6568701" y="174733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6591945" y="173024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6623322" y="168057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6571753" y="152054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6619137" y="196705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6590153" y="176681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6683043" y="169697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6605000" y="180906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6591815" y="173240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6705136" y="172039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6598309" y="191162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6526427" y="173747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6562358" y="165243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6589836" y="174932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6621910" y="170457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6571435" y="173643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6531109" y="182399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6621467" y="173480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6607051" y="162578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6608016" y="173212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6661129" y="172190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6606190" y="171516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6624922" y="183436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6583888" y="202347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6584374" y="182181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6552879" y="191887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6601735" y="180346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6543415" y="165074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6677520" y="174329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6558054" y="168809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6621457" y="186551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7062741" y="280237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6885053" y="279115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7074356" y="279477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6891192" y="272163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6981789" y="281896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6948346" y="274814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7005382" y="284605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6853853" y="270457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6890740" y="286255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7006666" y="274804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6972820" y="265038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7047592" y="282444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6942411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6891545" y="288645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6926452" y="275018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6892185" y="278482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7015572" y="266228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7053825" y="277014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6983627" y="284792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6960657" y="273317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6971823" y="287356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7073931" y="277040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7202189" y="285736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6881572" y="278946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6849114" y="281361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6838729" y="275366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6958494" y="277035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7171777" y="279044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7010976" y="262826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7058698" y="271380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6977676" y="265721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7065715" y="267378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7064752" y="278009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6828417" y="286416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7187409" y="282321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7094990" y="270843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6978037" y="282202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6941769" y="278941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7005897" y="267107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7067392" y="277281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6947787" y="281419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6949925" y="265355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7025094" y="278172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6910038" y="270539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7052230" y="285944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6842295" y="271958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6829482" y="287226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7052011" y="263718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6836656" y="283047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6940724" y="272243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7219763" y="276428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6821126" y="269117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7009914" y="270197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6989533" y="269655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6997700" y="277737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6845808" y="268394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6914692" y="268988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7036187" y="276022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7070646" y="289949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7025503" y="278757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7051279" y="290891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7024906" y="289247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6928782" y="288137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6968505" y="279864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7110752" y="278336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7071927" y="281632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7031335" y="279638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7100651" y="282918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7095098" y="275878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7017074" y="277858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7228274" y="281387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6937832" y="274163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6958967" y="291451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7277522" y="284468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7076341" y="275477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6998898" y="280303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6916063" y="270428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6908688" y="266678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7144531" y="281931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7153691" y="279612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6999967" y="277095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6988047" y="288696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7009123" y="289911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6885740" y="280947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6955526" y="271220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7188112" y="280472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6972358" y="269894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7040012" y="282387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6831595" y="285072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6996461" y="285865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6950201" y="288838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6865252" y="271476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6939717" y="278355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6995237" y="279420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6815426" y="271949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6929398" y="282342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7079638" y="278047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7038861" y="289940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6976408" y="292034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6880858" y="287359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6905246" y="280463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7062150" y="276596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6891453" y="277664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6975762" y="278957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6905280" y="273784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6975722" y="266613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6997046" y="285656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6959970" y="268542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7015050" y="274497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6932142" y="287104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6956820" y="275886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6958057" y="281617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6998265" y="282255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6996856" y="280644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6983395" y="280497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6804582" y="269570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7181688" y="273693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7173045" y="275168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6914105" y="274478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7030507" y="281320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6916703" y="280691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6913539" y="278832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7048132" y="289425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6990189" y="262977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7094524" y="285933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7091265" y="279227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7057337" y="267533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6932295" y="271749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7001219" y="292694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6908393" y="283436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7273410" y="285187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6830491" y="272469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7012781" y="275707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7232921" y="282796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6807780" y="271949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6875975" y="264555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6937148" y="285884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6827052" y="269650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6802319" y="287587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6928428" y="275796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7063650" y="290370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6994209" y="286433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6822948" y="272964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6830479" y="270695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6910929" y="287291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6927047" y="265815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6961985" y="273100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6877811" y="286418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7032208" y="267734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7008884" y="264076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7001096" y="291267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7054366" y="288705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7077187" y="274911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7034101" y="280380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6935069" y="274899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7132620" y="282846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6874649" y="269105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6932300" y="272089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7009361" y="272909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6923424" y="270011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7096574" y="278293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7013265" y="288553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6889882" y="268544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7009969" y="282372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7024220" y="275389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6825558" y="273031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7000130" y="267523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7200606" y="284459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7020558" y="278352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6835978" y="270834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7003683" y="280708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7082072" y="273781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7116948" y="273018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7098555" y="269155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7089941" y="265443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6988462" y="284043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6816423" y="287107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7010861" y="282964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6853809" y="271188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6981031" y="268610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6875590" y="265511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6984170" y="267543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7302185" y="286536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6905858" y="279124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6985030" y="264867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6841872" y="268428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7142761" y="285753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7149400" y="279842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6935746" y="283421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6999092" y="277483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6907628" y="276427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7033474" y="275610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7026452" y="280353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6923264" y="274163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6917247" y="270020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6851239" y="280266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6995324" y="266341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6988760" y="264935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7031739" y="271448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6995608" y="276281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7173000" y="284042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6939971" y="275233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6931094" y="272981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6982773" y="280357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7051883" y="277541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6887000" y="270836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7074571" y="276665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7021543" y="286534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7042487" y="275795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6995848" y="277433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6853851" y="273493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7000561" y="283703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6864663" y="286671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7042229" y="291835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6938307" y="273803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7011199" y="282746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7061158" y="275685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7008138" y="267359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7061498" y="287077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6871928" y="283011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7110914" y="271742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7017537" y="279290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6996772" y="277059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6856732" y="272426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6961692" y="276435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6992793" y="284912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7003747" y="276694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6879201" y="285386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6912200" y="277080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7011215" y="279410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6989136" y="278528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7013468" y="278524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6887815" y="271079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6865927" y="287417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7014336" y="277525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7030218" y="288483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7071749" y="275446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6994322" y="284197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6980116" y="277030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7037138" y="280405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7012532" y="281511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6961084" y="281172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6884588" y="272957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7011748" y="279017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6953846" y="279858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6949592" y="265476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6908648" y="277690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6853064" y="285235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6982128" y="269739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7005828" y="266363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7064088" y="276302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6916600" y="275424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7008595" y="280484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7010271" y="279872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7073607" y="295108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7074457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7081296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7086195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7090246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7056371" y="291843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6920856" y="276416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7063562" y="276302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6930087" y="272041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7191014" y="282321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7014291" y="284497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6979154" y="281019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7094830" y="285577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6863022" y="274530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7187888" y="285344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6926466" y="270700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6961378" y="266477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7044201" y="286773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6858322" y="279046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6852268" y="278643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6907110" y="276154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7070010" y="274916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6853375" y="270457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7047018" y="280968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7229603" y="285251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6824177" y="273836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6965262" y="290090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7015698" y="282402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6984721" y="277820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7021073" y="267618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6920510" y="280437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6998933" y="268108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6979183" y="264995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6935297" y="274640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7243455" y="285566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6871464" y="269945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7253356" y="285187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6942368" y="275145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7023273" y="279001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6982415" y="277528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7048970" y="286423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6936053" y="275234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7070104" y="289621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6975369" y="274334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6904651" y="268334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7005162" y="278309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7197182" y="287913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6934094" y="285152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7022080" y="282596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6847322" y="271444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6930168" y="270098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6860122" y="268465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7037738" y="287609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7016271" y="280483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6998517" y="266163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7001908" y="264559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6866790" y="285118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7024514" y="272989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7010547" y="279622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7031739" y="275847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7025971" y="274593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7000502" y="276254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7028113" y="279711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6819825" y="285314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7096296" y="284489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6895921" y="267473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6889362" y="275453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7016038" y="268689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6818725" y="272493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7086847" y="274705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7015340" y="281534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6995196" y="274827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6914419" y="268728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7067922" y="280127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6929310" y="276135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6824767" y="270268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7097221" y="279295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7050593" y="275053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6957011" y="288311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7026458" y="284133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6879917" y="273769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6867262" y="274049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7057232" y="287550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6916279" y="280797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6939563" y="274284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6923689" y="278412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7025065" y="281413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7063913" y="275333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6948073" y="276759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7021704" y="280265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6923803" y="272047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7055531" y="273650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7066649" y="274263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7055366" y="274549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7111174" y="270091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6942695" y="273130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6874702" y="286549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6825951" y="276654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7058236" y="279914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6981058" y="264924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6947708" y="284618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7123746" y="279164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7032336" y="265718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6977847" y="265993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7031053" y="284362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7048097" y="290280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6902115" y="274853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6872892" y="276977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6994322" y="284083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6823888" y="274569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7011350" y="280588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6962985" y="265976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6987408" y="265920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7272005" y="283192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6952343" y="289695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6847881" y="269903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6903323" y="278072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7038241" y="275408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6943358" y="274480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6928852" y="278534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6913216" y="277832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7071492" y="276061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6915867" y="275751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6815426" y="271490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7002981" y="273544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7008204" y="284204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6993930" y="268315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6940923" y="274998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6948108" y="279356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6880497" y="277989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7060614" y="274347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7024006" y="288054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7021484" y="281481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7140812" y="287149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7122297" y="283791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6928171" y="268912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6970218" y="283033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6856787" y="274126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6843008" y="286170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7045996" y="274909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7007013" y="285961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6842769" y="270636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6984539" y="279335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7024765" y="279915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6981788" y="275096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7198748" y="283238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6996950" y="281513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7032450" y="286575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7020049" y="272682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6918175" y="279005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6955792" y="272751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7064393" y="277488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6847453" y="283202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7192494" y="287634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7008129" y="282530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6966880" y="271110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6860705" y="285299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7061507" y="277459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7187984" y="284847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6901276" y="269560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6932274" y="274166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7097760" y="289343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6853064" y="285932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6962515" y="270174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6965009" y="287356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7179965" y="287680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6926610" y="275521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7011797" y="282457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7060878" y="284979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7129009" y="274600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6896607" y="273992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7036764" y="278905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7062781" y="287786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6911153" y="278356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6982524" y="265434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7108144" y="278993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7075196" y="280561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7007952" y="268951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7026196" y="283053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7044046" y="274031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7018731" y="271147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6902153" y="273262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6876132" y="265908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6918257" y="272595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7005090" y="279676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7018521" y="279493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6842187" y="285089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6896729" y="273207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7041720" y="288304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6995013" y="277587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7064158" y="289143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7077140" y="272322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6930220" y="286553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6843752" y="274476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7018459" y="279864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6901943" y="270726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7012951" y="278972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7014643" y="278808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6855955" y="269655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7006797" y="287135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6983808" y="264867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6993467" y="267348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6989876" y="282231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7007278" y="281198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7061936" y="286708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7019019" y="287606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7017947" y="275657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7007278" y="280744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6910394" y="275307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6838149" y="270066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6894866" y="279465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6902080" y="266921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6985174" y="265721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7001197" y="277376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7013861" y="278906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6834455" y="273098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6920388" y="280618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6908388" y="275001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7014317" y="286769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6909842" y="284724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6998361" y="281947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6991620" y="273809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6991976" y="280142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7012613" y="278642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7014730" y="278705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6904931" y="275512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7021640" y="288604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7127835" y="283007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6881626" y="279883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7015786" y="282654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7103589" y="277140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6961429" y="271587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6992934" y="266374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6883778" y="275831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6986029" y="282961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6998184" y="278154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6893475" y="269139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6823570" y="286454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7038858" y="287288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6981967" y="284043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7069819" y="273906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7009760" y="279830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7024788" y="274601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6891192" y="271998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7017537" y="278956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6948353" y="271716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7021920" y="279454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6917463" y="270745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7174323" y="275160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7207510" y="275692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7030648" y="276281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7005944" y="260457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6945097" y="277084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6947241" y="272757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7117085" y="287045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7056979" y="269783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7191737" y="279954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6837282" y="269099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7154526" y="279567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6865433" y="288257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6855179" y="283726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6920776" y="270470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6996365" y="288210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7046311" y="278496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7000869" y="279076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6947039" y="268912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6968771" y="282509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6994670" y="279077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7037988" y="290714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6993380" y="278741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7171812" y="284982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7016626" y="265020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7038185" y="292356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7069879" y="277893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7006063" y="286024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6994900" y="269399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6960696" y="277922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7189242" y="278811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7083950" y="286594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7070008" y="274613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6971657" y="284317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6927577" y="277783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6947039" y="267264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7003727" y="259694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6989946" y="271383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6953286" y="270215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6956404" y="289297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6964409" y="270678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7007567" y="281868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7051795" y="275867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7002406" y="268108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6973415" y="265165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6920158" y="281176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7039709" y="276392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6917475" y="278211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6928334" y="283579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7038473" y="283349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6890547" y="269428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7148110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7132629" y="290271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7093931" y="277646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6854735" y="268394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7023959" y="270760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6846428" y="274281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7133558" y="279216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6881569" y="284511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7076901" y="269564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7131879" y="279361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7059001" y="274061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7167246" y="282191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7049458" y="276175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6828811" y="285345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7033131" y="280469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6887140" y="267719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7006907" y="281894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6975546" y="272364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6930389" y="274374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7031536" y="291467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6997277" y="282724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6871470" y="268367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6878455" y="267520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7088629" y="283368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7121696" y="280598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7236308" y="282793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7003834" y="277649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7000253" y="281071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6885130" y="282184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6852300" y="277575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7016729" y="290419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6875394" y="280841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6978542" y="276281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6916017" y="271181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6911727" y="272427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7000863" y="290078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6973677" y="275109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6927261" y="270055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7039663" y="275743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7018214" y="292740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7222740" y="284258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7039628" y="277628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7069944" y="276557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7009944" y="283492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6781007" y="250851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6894041" y="243692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6737635" y="263291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6899473" y="243284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6910398" y="242361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6761121" y="266934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6850401" y="247402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6847866" y="239100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6840720" y="257311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6899427" y="242198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6873130" y="244247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6803206" y="267216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6896782" y="243832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6914266" y="242751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6919563" y="245566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6778589" y="266217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6840122" y="238788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6886734" y="248964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6800787" y="252473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6783403" y="252219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6789104" y="260330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6921269" y="244422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6870484" y="258179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6924067" y="259763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6803008" y="255406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6892228" y="253149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6898087" y="244224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6835784" y="240730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6912648" y="258258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6863957" y="259029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6855126" y="253908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6868926" y="257661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6814626" y="259821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6894346" y="256502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6830748" y="240157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6915103" y="251342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6841071" y="262246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6913367" y="244523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6893978" y="251016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6836316" y="266641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6863436" y="244398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6801069" y="258695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6888120" y="255119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6814359" y="254061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6860221" y="234298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6811233" y="256393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6920518" y="257219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6955330" y="261886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6894624" y="244668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6939745" y="263517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6819117" y="264955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6938464" y="252005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6821113" y="240892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6796562" y="265479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6884118" y="242046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6815424" y="256247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6867982" y="267888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6890357" y="245206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6777300" y="260953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6953419" y="252481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6885268" y="253651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6843096" y="259133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6878613" y="249751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6926665" y="251384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6875489" y="260773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6849705" y="241392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6834284" y="243268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6813527" y="254629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6871778" y="262406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6949960" y="263673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6820172" y="254257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6772555" y="258289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6759128" y="264503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6830818" y="260603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6882304" y="243257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6895517" y="243051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6879307" y="243547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6866110" y="258045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6883822" y="243114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6784211" y="253594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6778283" y="257748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6913726" y="242373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6885851" y="258912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6915738" y="244148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6880914" y="244276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6868620" y="258072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6841464" y="239008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6776749" y="256160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6871242" y="257287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6869770" y="263562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6873208" y="237095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6865626" y="242014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6792274" y="259417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6870724" y="261721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6794824" y="260151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6866279" y="252770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6789044" y="253263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6871640" y="242472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6905716" y="254280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6934454" y="263118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6815762" y="260417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6788905" y="267676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6884112" y="262408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6911076" y="245646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6861636" y="264711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6926550" y="264078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6900273" y="254778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6857848" y="239728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6924349" y="263353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6853904" y="260776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6820251" y="258022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6900205" y="260654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6825064" y="268733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6816188" y="266701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6880002" y="256696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6864408" y="245167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6915255" y="252864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6849087" y="256359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6869555" y="257237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6813399" y="258224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6884435" y="244272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6874499" y="258767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6769731" y="264916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6768741" y="262931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6867901" y="257170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6962290" y="263215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6889448" y="247677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6802589" y="254610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6972937" y="261184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6811213" y="260416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6879162" y="242227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6896173" y="243532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6892344" y="242165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6752273" y="262187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6898901" y="260092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6807718" y="264993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6900061" y="243650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6899506" y="247766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6859567" y="264080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6877498" y="253433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6875474" y="252936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6914485" y="245917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6790771" y="256405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6914188" y="245780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6791187" y="255633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6845617" y="260207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6781490" y="258093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6775696" y="259848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6809185" y="262461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6873130" y="243796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6897853" y="262959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6871810" y="256015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6816522" y="255512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6935970" y="261302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6815407" y="255955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6809157" y="255429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6874558" y="252431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6910966" y="241158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6818987" y="244724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6931367" y="241819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6826191" y="267708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6840459" y="263978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6877324" y="254839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6774820" y="258640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6863127" y="243199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6834284" y="243101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6816114" y="260229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6794081" y="251716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6880494" y="267269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6905378" y="251986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6784289" y="254599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6836323" y="265995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6811455" y="254945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6848058" y="266509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6886161" y="258165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6929913" y="255655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6945294" y="252080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6886154" y="255872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6825184" y="253503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6879966" y="256721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6983615" y="261797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6842234" y="260488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6916379" y="260749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6832728" y="258150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6937063" y="261464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6871210" y="243250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6841774" y="254516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6853378" y="246018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6794928" y="261625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6791754" y="254707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6902670" y="264876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6899695" y="265814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6783656" y="259016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6878879" y="253952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6828148" y="259521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6900735" y="246728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6879352" y="246506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6852474" y="253503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6851393" y="242625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6790099" y="253545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6767764" y="265045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6771669" y="262852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6938873" y="260225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6861100" y="254737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6919067" y="259403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6883386" y="244056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6820034" y="254070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6908878" y="255082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6901216" y="242928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6892034" y="243295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6850941" y="238240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6826850" y="262128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6818538" y="265662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6848296" y="259003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6867944" y="240936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6822968" y="254409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6841774" y="255916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6873186" y="244744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6873759" y="256638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6859755" y="266178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6831975" y="264664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6922851" y="241718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6855137" y="241443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6838621" y="240764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6838224" y="259267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6853533" y="236314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6658637" y="228582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6698245" y="227242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6571129" y="237802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6649542" y="225990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6582242" y="233322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6596153" y="237929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6662396" y="231581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6606299" y="238299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6618901" y="237070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6617040" y="232042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6628794" y="235695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6593905" y="240558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6560948" y="233826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6597121" y="233666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6640623" y="232593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6624005" y="230053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6583048" y="238276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6678434" y="224792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8044308" y="232739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8081601" y="228814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8097025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8060056" y="229277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8057467" y="217439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8072381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8068286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8066702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8064448" y="217421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8057135" y="217279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8057222" y="217343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8100525" y="220880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8083540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8080381" y="218686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8077514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8079061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8091457" y="217792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8026015" y="246505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8027407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8027628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8025328" y="245906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8030059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8020567" y="242735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8020647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8029495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8013806" y="241795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8030427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8021094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8022136" y="241748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8014671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8016741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8013061" y="241105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7905035" y="232250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8044032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8038312" y="244195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8031891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8033644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8037773" y="241547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8038352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8041725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8042342" y="241433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8038406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8040679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8034827" y="241333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8037982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8041259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8035010" y="241136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8040480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8039996" y="240256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8038863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8038656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8035628" y="240143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8062939" y="221572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7860091" y="249021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8062496" y="255702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8060964" y="255601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8059851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8058832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8057601" y="254884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8057340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8056992" y="253692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8056661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8056249" y="253091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8056547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8058780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8060508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8060944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8061501" y="251355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8063258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8064213" y="255797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8065389" y="253632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8067940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8073017" y="251402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8069775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8072685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8068434" y="251347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8070103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8067912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8071468" y="251242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8066735" y="251161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8067834" y="251184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8063697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8067914" y="251090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8064501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8039523" y="223233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7975790" y="226442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7856548" y="247167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7997787" y="218220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8026030" y="217282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8055221" y="217597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7836266" y="235570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7972680" y="230768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6490478" y="221175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6586221" y="215512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6742871" y="226699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6722757" y="226738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6534016" y="218799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6530822" y="200651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6464645" y="202391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6700170" y="215903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6527389" y="218026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6554801" y="223925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6766434" y="224315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6735183" y="224049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6570131" y="219558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6615207" y="212077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6561788" y="213984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6531052" y="195150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6518116" y="215704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6739144" y="222556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6744495" y="215923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6749397" y="225009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6756678" y="226624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6744582" y="228803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6678501" y="218136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6476001" y="198341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6496149" y="213275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6675885" y="224125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6559568" y="217240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6766691" y="226154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6745975" y="224763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6646616" y="219452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6580770" y="216239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6648440" y="221542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6458081" y="210484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6473563" y="215951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6556625" y="205477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6770458" y="216288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6741152" y="226002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6371346" y="199793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6466349" y="212931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6744290" y="228134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6521411" y="208916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6674589" y="212034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6530867" y="221508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6614716" y="224208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6409796" y="207117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6519732" y="211336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6522777" y="201943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6523758" y="219236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6767141" y="221198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6637560" y="218425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6708263" y="220715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6531821" y="215899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6458963" y="219341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6734268" y="225827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6648571" y="223947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6537174" y="199348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6489286" y="191491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6467848" y="208395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6375238" y="207403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5648108" y="164120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5840299" y="193111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5872034" y="192251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5745057" y="183819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5777560" y="170830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5935593" y="204376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5603146" y="166985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5713151" y="178746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5713553" y="181974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5712815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5713556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5635743" y="172521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5770730" y="189945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5963321" y="209189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5938944" y="199574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5853816" y="186669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5919941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5915927" y="206340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5913149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5912745" y="205704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5911906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5897514" y="198061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5691013" y="159666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5751451" y="174647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5722408" y="176771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5770557" y="181175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5678550" y="166862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5642404" y="174546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5500237" y="126849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5562451" y="124229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5562111" y="160433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5453792" y="126965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5656538" y="119913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5609675" y="122309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5223888" y="96338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5375539" y="115329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5547717" y="140941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5619631" y="129362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5590550" y="142840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5517961" y="134072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5467238" y="135319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5593819" y="115058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5439285" y="106309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5519983" y="122896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5424145" y="117615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5534363" y="125921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5646295" y="113432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5626448" y="140209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5607875" y="133700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5453798" y="147886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5444566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5451763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5445470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5445439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5447613" y="147335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5437853" y="147192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5410062" y="146703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5464958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5455407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5466602" y="148080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5463926" y="147919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5463219" y="147930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5412267" y="139364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5605457" y="107719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5566077" y="128974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5102083" y="99036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5069709" y="90036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5617505" y="127107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5560304" y="119877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5524033" y="124961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5629976" y="150687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5287208" y="136923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5320530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5355244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5331482" y="126015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5293262" y="131274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5485615" y="114982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5469159" y="145243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5575790" y="110301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5637038" y="136307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5521218" y="114069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5465103" y="109990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5550258" y="129817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5389222" y="109801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5556138" y="156637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5573667" y="149066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5551373" y="156736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5343197" y="102233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5594743" y="127966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5630386" y="125405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5169208" y="95697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5252769" y="101224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5525086" y="144652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5595541" y="140903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5442941" y="110000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5514178" y="121053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5653305" y="118625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5491716" y="124016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5490704" y="152814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5488364" y="153998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5576774" y="134302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5549984" y="112810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5541442" y="142730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5283823" y="111364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5519821" y="108350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5418513" y="122307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5524207" y="124318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5570717" y="154552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5646147" y="123406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5404077" y="104314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5541784" y="107385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5497599" y="107165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5653569" y="124631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5615104" y="118149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5402314" y="107477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5405126" y="110992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5443668" y="120159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5573627" y="138430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5436336" y="114055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7383281" y="263124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7579719" y="262583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7426563" y="268339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7443463" y="269208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7368036" y="260373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7463722" y="263189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7300717" y="261082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7416609" y="257438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7402570" y="261414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7368443" y="260765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7566384" y="265300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7300840" y="263887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7439758" y="266386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7404933" y="260782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7501515" y="259507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7423351" y="261375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7593048" y="268375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6807513" y="211022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6691003" y="197304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6761893" y="186234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6679404" y="166456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6751695" y="170092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6704625" y="168359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6839054" y="172255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6743409" y="178982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6661315" y="203635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6611771" y="205778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6848195" y="216590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6785768" y="190998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6723672" y="168746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6707091" y="183624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6770962" y="170505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6816896" y="172221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6672383" y="207850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6715211" y="194709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6703743" y="186598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6790987" y="179616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6842261" y="172255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6737706" y="187761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6701270" y="213453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6720710" y="210625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6694379" y="207190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6744754" y="206501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6624201" y="153416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6678382" y="195943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6711799" y="211739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6607458" y="202562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6659491" y="192242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6704239" y="202276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6657814" y="198601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6650391" y="188403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6728032" y="197006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6717401" y="207101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6663149" y="187560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6641958" y="158002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6862176" y="216626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6627259" y="199770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6782010" y="191346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6803334" y="204310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6760411" y="191328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6809900" y="252603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6803490" y="249022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6852405" y="249426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6822983" y="251897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6830297" y="253680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6868313" y="250242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6825585" y="253564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6827028" y="254092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6821951" y="253545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6825830" y="253311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6871072" y="251502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6827706" y="253009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6857223" y="249047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6834499" y="253702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6830462" y="253844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6808095" y="249448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6832576" y="253228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6821976" y="250552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6831188" y="252994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6800886" y="251311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6818786" y="253201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6815946" y="252566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6825970" y="253182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6829926" y="253869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6841418" y="251458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6813636" y="252858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6794553" y="250506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6798804" y="249022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6834608" y="253763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6832401" y="253546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6835242" y="251836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6829991" y="251821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6775465" y="248815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6858152" y="252736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6819993" y="252762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6831957" y="251005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6851824" y="250859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6831305" y="251821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6835434" y="250650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6835100" y="252211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6827343" y="249146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6821081" y="249906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6842192" y="251957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6832546" y="252381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6887928" y="251433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6783769" y="249825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6798405" y="250440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6835129" y="249450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6821283" y="253005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6812156" y="247672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6851173" y="251381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6851199" y="249743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6838774" y="251465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6835588" y="252799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6846310" y="251982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6831361" y="254289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6822652" y="250088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6819947" y="251394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6856717" y="253175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6831974" y="252863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6846456" y="251030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6823420" y="252066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6978978" y="252249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7108455" y="262944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6958824" y="258162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6971235" y="246580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6972828" y="252393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6895305" y="230608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7096728" y="264327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6836810" y="228310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7027364" y="249682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6949034" y="250410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6991663" y="241998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6938513" y="247794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7006431" y="257072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6946313" y="259950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7240043" y="266992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7267962" y="265349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7235349" y="272885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6963322" y="240480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7115773" y="270189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6886812" y="241332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7150841" y="258486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6958824" y="258424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6950669" y="257550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6967701" y="248493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6909599" y="237129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7209257" y="267305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6967418" y="242141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6945667" y="246886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6897782" y="242153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6786192" y="221982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6963377" y="253303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6943086" y="237712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6963472" y="258409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7080021" y="257872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6952434" y="257915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7154763" y="262956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6785329" y="235941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7197392" y="261952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6869400" y="228015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6871240" y="227142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6875900" y="224866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7017327" y="253438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6944411" y="258583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6974393" y="253555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7213117" y="266139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6991530" y="247002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7222909" y="268502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6966968" y="256134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6882696" y="241105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6896915" y="239809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6979537" y="248956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6896820" y="241301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6984675" y="258787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7212648" y="260682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7182758" y="259733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6891336" y="238129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7243006" y="264117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6956436" y="249591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6880249" y="240581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6969385" y="247271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6854431" y="227337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6867390" y="229527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6917970" y="234571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6948633" y="258164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6939751" y="253917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7066347" y="253464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6821936" y="233621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6969412" y="248771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6965079" y="251306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6937667" y="250136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6966301" y="251403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6937947" y="243402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6956201" y="256008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6956661" y="258275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6986810" y="247212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6981895" y="254759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6965468" y="251086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7012218" y="251278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6895812" y="240932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6965079" y="251456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6986592" y="255702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6919245" y="248394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6950832" y="259152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6941885" y="256362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6931902" y="258240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6995106" y="244685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6977260" y="247426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6947320" y="254307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7010483" y="255078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6932105" y="258457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7274489" y="265290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6967554" y="260042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7098403" y="259441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6878971" y="238797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7066604" y="262190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6872889" y="228036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6976142" y="256299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6982970" y="247314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6956560" y="248454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7172556" y="265135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7237892" y="266443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6938962" y="255322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7238769" y="264986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7224010" y="265291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7032266" y="253235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6973106" y="248688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7136586" y="258615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6935643" y="245240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7243993" y="265482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7070283" y="254282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7111708" y="260990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7142930" y="258486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7038563" y="250669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6998704" y="251274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6981151" y="258398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6974251" y="257956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6975725" y="241001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6944442" y="257032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6967955" y="245213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6955903" y="260811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6989858" y="243868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6978375" y="253275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6971305" y="255770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6948265" y="254304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7024563" y="255858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6982295" y="258217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6934367" y="256949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7053343" y="253841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6955903" y="260133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6883903" y="233848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7112734" y="258884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6819973" y="235600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6962418" y="259429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6987791" y="257220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6985559" y="244969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6802730" y="237129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7133306" y="259741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6967272" y="255280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6983135" y="254224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6803516" y="234948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7284334" y="263801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7052932" y="262384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7111391" y="262021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6968776" y="258465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7035799" y="256171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6966782" y="248989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6936335" y="242587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6791183" y="234152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7120160" y="262808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6969661" y="254708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6946211" y="256871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7264293" y="265690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6835013" y="233699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7084826" y="259808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6961362" y="256557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6925016" y="244886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6989434" y="251082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7226814" y="266405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7049301" y="254812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7182168" y="271645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6951446" y="249720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6978606" y="258301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6996393" y="257508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7096874" y="263319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6816956" y="229772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6799397" y="229404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6808530" y="230366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6789109" y="228689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6982981" y="246061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6824321" y="230280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6874494" y="227311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7282017" y="266501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6960195" y="255459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6841686" y="224501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6969380" y="248212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7143153" y="264805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6996301" y="245000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6981694" y="246583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7218002" y="262895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7209992" y="260255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6953236" y="257285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7078448" y="264791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6830525" y="220633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6770723" y="215033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6906646" y="236055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6991484" y="255171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6794058" y="227618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7101386" y="267870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7228784" y="262487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6949151" y="247759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6839661" y="217369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6990192" y="250454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6955573" y="257913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6977090" y="246650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6948081" y="240702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6806367" y="236069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6963189" y="260055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7215814" y="266971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7014314" y="258766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7087104" y="264345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6985245" y="253401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6960003" y="246540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7072525" y="253386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7044251" y="252397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7138691" y="260200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7196647" y="267691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7154693" y="267133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6881926" y="225383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6934694" y="226511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6838300" y="218511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6864052" y="228425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6856739" y="226056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6804955" y="224457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6950843" y="246602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6879131" y="234497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6941434" y="236900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6959726" y="260842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6858839" y="229978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6778820" y="223976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6854030" y="229570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7835929" y="223991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7817768" y="226222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7963472" y="225131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7757031" y="227546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7832355" y="222203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7798198" y="225854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7831548" y="228342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7871209" y="225726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7794311" y="226837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7913080" y="230119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7790572" y="228386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7839905" y="225026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7716927" y="227105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7759943" y="234589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7847207" y="224774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7814027" y="222590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7819291" y="223466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7814304" y="230918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7930880" y="226834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7849812" y="227614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7837047" y="229426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7835771" y="225944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7832628" y="229323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7839726" y="221936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7863327" y="234403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7751233" y="231610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7818683" y="229436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7906440" y="223737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7856271" y="225340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7816635" y="227317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7800221" y="222799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7803531" y="233342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7770758" y="230154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7763348" y="225013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7743284" y="229398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7827686" y="227279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7819905" y="228421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7853315" y="234890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7811619" y="229438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7790354" y="225530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7832578" y="231876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7903506" y="218496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7927107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7827719" y="229213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7863180" y="234400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7828679" y="224680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7799233" y="226156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7936710" y="218180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7922253" y="229350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7779579" y="233134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7909288" y="222267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7821470" y="222442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7885471" y="223868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7839596" y="232082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7798968" y="227969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7743656" y="228018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7891288" y="227101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7811470" y="225477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7763450" y="232012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7792438" y="229622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7845732" y="236492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7846719" y="228415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7802335" y="223216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7867950" y="222031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7779055" y="234493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7900763" y="219956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7853062" y="219553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7774012" y="231837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7797511" y="224512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7832989" y="226358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7933268" y="225294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7861827" y="228929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7892036" y="227536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7702632" y="229488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7931371" y="218518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7919237" y="226755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7829394" y="225990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7811259" y="233299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7808206" y="231944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7743297" y="230970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7720178" y="228024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7759320" y="224917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7909537" y="229710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7788922" y="224840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7804206" y="227758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7824176" y="233131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7802684" y="224143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7818791" y="234852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7898349" y="232907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7702647" y="230766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7799820" y="233658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7503995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7578448" y="215489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7578831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7575984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7576392" y="215423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7578110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7751486" y="209333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7754073" y="209349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7754683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7751615" y="208724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7751330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7753234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7751641" y="208665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7751986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7753798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7752927" y="208505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7753359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7757294" y="210217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7756677" y="210179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7757764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7754621" y="209647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7756242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7755297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7754954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7756869" y="209424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7756425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7755219" y="209234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7756735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7756078" y="209111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7754830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7756078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7755710" y="208986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7755899" y="208960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7755382" y="223209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7765048" y="210881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7766088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7764245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7765661" y="210792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7764155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7764202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7764627" y="210682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7758383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7759404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7759320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7758375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7758579" y="210074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7750130" y="208494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7758505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7841462" y="234191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7851845" y="222840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7851039" y="220972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7787419" y="227244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7713050" y="224463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7890877" y="226733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7941121" y="229764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7794163" y="223070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7921522" y="230876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7794026" y="232042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7896470" y="230300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7822343" y="232348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7861340" y="224452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7493436" y="230370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7496438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7498335" y="230170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7483900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7699165" y="226322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7937569" y="224536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6353671" y="184015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6270161" y="223775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6229228" y="222330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6235725" y="225931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6355999" y="212310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6391427" y="215207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6331509" y="207976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6240302" y="199935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6259689" y="228973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6266748" y="210157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6237048" y="202178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6286835" y="225101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6304662" y="207842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6230913" y="224325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6423475" y="212271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6323962" y="197204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6339332" y="209654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6143693" y="207264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6245305" y="222099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6259539" y="213896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6369941" y="214999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6283164" y="220402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6260105" y="212851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6420769" y="214983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6197220" y="196224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6503820" y="190337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6376709" y="210679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6266480" y="191810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6304313" y="208412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6171730" y="201881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6331315" y="208987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6359427" y="211251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6249646" y="221140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6316257" y="210054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6310204" y="211147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6283164" y="222737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6247750" y="192021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6319001" y="226233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6268058" y="226314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6273839" y="219476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6239367" y="228885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6330862" y="184698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6398837" y="218562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6385916" y="216652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6215558" y="226015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6211944" y="193059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6394246" y="213316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6263137" y="227598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6252380" y="196559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6275883" y="213125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6216563" y="213220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6164626" y="205318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6344161" y="214200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6461066" y="187711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6211954" y="226921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6321917" y="213752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6307550" y="201143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6222643" y="229069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4952367" y="257925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5377400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5263577" y="252952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5407162" y="249833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5351411" y="189397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5316147" y="187365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5287691" y="178492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5444950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5439512" y="180009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5439248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5436530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5308253" y="175849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5419189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5416866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4861886" y="87299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5314046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5427974" y="173943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5316406" y="173696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5429729" y="173594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5410170" y="173600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5429166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5410008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5405026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5404441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5406962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5401145" y="172238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5410253" y="169722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5417400" y="169905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5404381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5406471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5394681" y="162650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5200350" y="160176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5203711" y="159714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5345431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5212944" y="158068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5212462" y="157877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5346666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5347537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5331508" y="155963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5328166" y="154840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5094235" y="154770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5085327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5351634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5455407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5453798" y="147886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5444566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5451763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5445470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5445439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5266023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5447613" y="147335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5112713" y="147047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5105816" y="147043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5437853" y="147192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5410062" y="146703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5264634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5004778" y="144569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5004359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5122677" y="143218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5315268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4992045" y="138845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4975027" y="139310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4968523" y="139201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4972289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5257637" y="137328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5287208" y="136923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5320530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5253673" y="136927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5256585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5250487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5250416" y="136602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5355244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5111933" y="136242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5112242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5249247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5210119" y="135166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5245085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5243547" y="134564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5210529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5243817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5293262" y="131274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5208205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5198342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5198848" y="133539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5198261" y="133261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5195597" y="132954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5194706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5194783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5194394" y="132897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5195335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5194388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5196352" y="132815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5195319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5200338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5239588" y="132521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5195547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5195240" y="131839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5194596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5187191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5191596" y="126413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4689292" y="125896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5195979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5194004" y="126220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5197716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5111963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4965745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5110199" y="120420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5113970" y="120362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5104912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5104040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5097964" y="119035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5090838" y="118523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4939848" y="112715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5102083" y="99036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5090307" y="98200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4886717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4885404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4848543" y="88611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4847135" y="88536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4843382" y="88174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5927213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5903667" y="226411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5886816" y="223979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5883253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5919941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5915927" y="206340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5913149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5912745" y="205704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5911906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5539475" y="190539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5495301" y="191319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5491772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5490618" y="188433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5491436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5489368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5489193" y="187712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5490632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5472461" y="184589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5473361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5470958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5459985" y="181397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5713553" y="181974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5712815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5713556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5482639" y="181406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5462344" y="180209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5459638" y="178956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5454870" y="174142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5488364" y="153998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5464958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5466602" y="148080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5463926" y="147919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5463219" y="147930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6121931" y="255382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6085043" y="253834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6085457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6078497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6069075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6069462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6060679" y="251855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6060838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6057481" y="250826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6057240" y="250797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6055334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6054263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6054590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6054996" y="250148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6054993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6054633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6054383" y="250060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6052347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6052047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6053011" y="249866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6051936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6050257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6049755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6048674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6048727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6034747" y="238049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6038275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5972161" y="222322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6442812" y="272624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6643625" y="282687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6942411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6934694" y="226511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7073607" y="295108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7074457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7081296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7086195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7090246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7148110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7072525" y="253386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7493436" y="230370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7496438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7498335" y="230170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7483900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7531374" y="238674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7529092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7530730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7693459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7693129" y="232005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7693728" y="231941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7693859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7503995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7578448" y="215489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7578831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7575984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7576392" y="215423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7578110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7765048" y="210881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7766088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7764245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7765661" y="210792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7764155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7764202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7764627" y="210682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7758383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7759404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7757294" y="210217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7759320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7756677" y="210179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7757764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7758375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7758579" y="210074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7754621" y="209647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7756242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7750130" y="208494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7755297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7754954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7756869" y="209424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7751486" y="209333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7754073" y="209349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7756425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7758505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7755219" y="209234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7756735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7754683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7756078" y="209111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7754830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7756078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7755710" y="208986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7755899" y="208960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7751615" y="208724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7751330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7753234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7751641" y="208665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7751986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7753798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7752927" y="208505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7753359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8064213" y="255797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8062496" y="255702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8060964" y="255601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8059851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8058832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8057601" y="254884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8065389" y="253632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8057340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8056992" y="253692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8056661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8067940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8056249" y="253091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8056547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8058780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8073017" y="251402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8060508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8060944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8061501" y="251355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8069775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8072685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8068434" y="251347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8070103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8067912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8071468" y="251242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8066735" y="251161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8067834" y="251184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8063697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8063258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8067914" y="251090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8064501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8026015" y="246505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8027407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8027628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8025328" y="245906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8030059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8044032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8038312" y="244195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8031891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8033644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8020567" y="242735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8020647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8029495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8013806" y="241795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8030427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8021094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8022136" y="241748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8037773" y="241547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8038352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8041725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8042342" y="241433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8038406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8040679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8034827" y="241333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8037982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8041259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8035010" y="241136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8014671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8016741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8013061" y="241105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8040480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8039996" y="240256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8038863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8038656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8035628" y="240143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8081601" y="228814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8097025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8100525" y="220880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8083540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7927107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8080381" y="218686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8077514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8079061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8091457" y="217792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8026030" y="217279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8072381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ph6423"/>
            <p:cNvSpPr/>
            <p:nvPr/>
          </p:nvSpPr>
          <p:spPr>
            <a:xfrm>
              <a:off x="8068286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4" name="ph6424"/>
            <p:cNvSpPr/>
            <p:nvPr/>
          </p:nvSpPr>
          <p:spPr>
            <a:xfrm>
              <a:off x="8066702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5" name="ph6425"/>
            <p:cNvSpPr/>
            <p:nvPr/>
          </p:nvSpPr>
          <p:spPr>
            <a:xfrm>
              <a:off x="8064448" y="217421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6" name="tx6426"/>
            <p:cNvSpPr/>
            <p:nvPr/>
          </p:nvSpPr>
          <p:spPr>
            <a:xfrm>
              <a:off x="5595407" y="325919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6427" name="rc6427"/>
            <p:cNvSpPr/>
            <p:nvPr/>
          </p:nvSpPr>
          <p:spPr>
            <a:xfrm>
              <a:off x="5595407" y="343944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8" name="rc6428"/>
            <p:cNvSpPr/>
            <p:nvPr/>
          </p:nvSpPr>
          <p:spPr>
            <a:xfrm>
              <a:off x="5596127" y="3440166"/>
              <a:ext cx="149760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9" name="rc6429"/>
            <p:cNvSpPr/>
            <p:nvPr/>
          </p:nvSpPr>
          <p:spPr>
            <a:xfrm>
              <a:off x="5595407" y="366656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0" name="rc6430"/>
            <p:cNvSpPr/>
            <p:nvPr/>
          </p:nvSpPr>
          <p:spPr>
            <a:xfrm>
              <a:off x="5596127" y="3667281"/>
              <a:ext cx="149760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1" name="rc6431"/>
            <p:cNvSpPr/>
            <p:nvPr/>
          </p:nvSpPr>
          <p:spPr>
            <a:xfrm>
              <a:off x="5595407" y="389367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2" name="rc6432"/>
            <p:cNvSpPr/>
            <p:nvPr/>
          </p:nvSpPr>
          <p:spPr>
            <a:xfrm>
              <a:off x="5596127" y="3894396"/>
              <a:ext cx="149760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3" name="tx6433"/>
            <p:cNvSpPr/>
            <p:nvPr/>
          </p:nvSpPr>
          <p:spPr>
            <a:xfrm>
              <a:off x="5822522" y="347636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6434" name="tx6434"/>
            <p:cNvSpPr/>
            <p:nvPr/>
          </p:nvSpPr>
          <p:spPr>
            <a:xfrm>
              <a:off x="5822522" y="370348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6435" name="tx6435"/>
            <p:cNvSpPr/>
            <p:nvPr/>
          </p:nvSpPr>
          <p:spPr>
            <a:xfrm>
              <a:off x="5822522" y="393059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6436" name="tx6436"/>
            <p:cNvSpPr/>
            <p:nvPr/>
          </p:nvSpPr>
          <p:spPr>
            <a:xfrm>
              <a:off x="5595407" y="4076227"/>
              <a:ext cx="706556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Probabilidad</a:t>
              </a:r>
            </a:p>
          </p:txBody>
        </p:sp>
        <p:sp>
          <p:nvSpPr>
            <p:cNvPr id="6437" name="tx6437"/>
            <p:cNvSpPr/>
            <p:nvPr/>
          </p:nvSpPr>
          <p:spPr>
            <a:xfrm>
              <a:off x="5595407" y="4213387"/>
              <a:ext cx="79845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estandarizada</a:t>
              </a:r>
            </a:p>
          </p:txBody>
        </p:sp>
        <p:sp>
          <p:nvSpPr>
            <p:cNvPr id="6438" name="rc6438"/>
            <p:cNvSpPr/>
            <p:nvPr/>
          </p:nvSpPr>
          <p:spPr>
            <a:xfrm>
              <a:off x="5595407" y="439363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9" name="rc6439"/>
            <p:cNvSpPr/>
            <p:nvPr/>
          </p:nvSpPr>
          <p:spPr>
            <a:xfrm>
              <a:off x="5599007" y="4397235"/>
              <a:ext cx="143999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0" name="rc6440"/>
            <p:cNvSpPr/>
            <p:nvPr/>
          </p:nvSpPr>
          <p:spPr>
            <a:xfrm>
              <a:off x="6366702" y="439363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1" name="rc6441"/>
            <p:cNvSpPr/>
            <p:nvPr/>
          </p:nvSpPr>
          <p:spPr>
            <a:xfrm>
              <a:off x="6370302" y="4397235"/>
              <a:ext cx="143999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2" name="rc6442"/>
            <p:cNvSpPr/>
            <p:nvPr/>
          </p:nvSpPr>
          <p:spPr>
            <a:xfrm>
              <a:off x="5595407" y="462075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3" name="rc6443"/>
            <p:cNvSpPr/>
            <p:nvPr/>
          </p:nvSpPr>
          <p:spPr>
            <a:xfrm>
              <a:off x="5599007" y="4624350"/>
              <a:ext cx="143999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4" name="rc6444"/>
            <p:cNvSpPr/>
            <p:nvPr/>
          </p:nvSpPr>
          <p:spPr>
            <a:xfrm>
              <a:off x="6366702" y="462075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5" name="rc6445"/>
            <p:cNvSpPr/>
            <p:nvPr/>
          </p:nvSpPr>
          <p:spPr>
            <a:xfrm>
              <a:off x="6370302" y="4624350"/>
              <a:ext cx="143999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6" name="rc6446"/>
            <p:cNvSpPr/>
            <p:nvPr/>
          </p:nvSpPr>
          <p:spPr>
            <a:xfrm>
              <a:off x="5595407" y="484786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7" name="rc6447"/>
            <p:cNvSpPr/>
            <p:nvPr/>
          </p:nvSpPr>
          <p:spPr>
            <a:xfrm>
              <a:off x="5599007" y="4851466"/>
              <a:ext cx="143999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8" name="rc6448"/>
            <p:cNvSpPr/>
            <p:nvPr/>
          </p:nvSpPr>
          <p:spPr>
            <a:xfrm>
              <a:off x="6366702" y="484786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9" name="rc6449"/>
            <p:cNvSpPr/>
            <p:nvPr/>
          </p:nvSpPr>
          <p:spPr>
            <a:xfrm>
              <a:off x="6370302" y="4851466"/>
              <a:ext cx="143999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50" name="rc6450"/>
            <p:cNvSpPr/>
            <p:nvPr/>
          </p:nvSpPr>
          <p:spPr>
            <a:xfrm>
              <a:off x="5595407" y="507498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1" name="rc6451"/>
            <p:cNvSpPr/>
            <p:nvPr/>
          </p:nvSpPr>
          <p:spPr>
            <a:xfrm>
              <a:off x="5599007" y="5078581"/>
              <a:ext cx="143999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52" name="tx6452"/>
            <p:cNvSpPr/>
            <p:nvPr/>
          </p:nvSpPr>
          <p:spPr>
            <a:xfrm>
              <a:off x="5822522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39%-53%</a:t>
              </a:r>
            </a:p>
          </p:txBody>
        </p:sp>
        <p:sp>
          <p:nvSpPr>
            <p:cNvPr id="6453" name="tx6453"/>
            <p:cNvSpPr/>
            <p:nvPr/>
          </p:nvSpPr>
          <p:spPr>
            <a:xfrm>
              <a:off x="6593817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53%-57%</a:t>
              </a:r>
            </a:p>
          </p:txBody>
        </p:sp>
        <p:sp>
          <p:nvSpPr>
            <p:cNvPr id="6454" name="tx6454"/>
            <p:cNvSpPr/>
            <p:nvPr/>
          </p:nvSpPr>
          <p:spPr>
            <a:xfrm>
              <a:off x="5822522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57%-60%</a:t>
              </a:r>
            </a:p>
          </p:txBody>
        </p:sp>
        <p:sp>
          <p:nvSpPr>
            <p:cNvPr id="6455" name="tx6455"/>
            <p:cNvSpPr/>
            <p:nvPr/>
          </p:nvSpPr>
          <p:spPr>
            <a:xfrm>
              <a:off x="6593817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60%-63%</a:t>
              </a:r>
            </a:p>
          </p:txBody>
        </p:sp>
        <p:sp>
          <p:nvSpPr>
            <p:cNvPr id="6456" name="tx6456"/>
            <p:cNvSpPr/>
            <p:nvPr/>
          </p:nvSpPr>
          <p:spPr>
            <a:xfrm>
              <a:off x="5822522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63%-68%</a:t>
              </a:r>
            </a:p>
          </p:txBody>
        </p:sp>
        <p:sp>
          <p:nvSpPr>
            <p:cNvPr id="6457" name="tx6457"/>
            <p:cNvSpPr/>
            <p:nvPr/>
          </p:nvSpPr>
          <p:spPr>
            <a:xfrm>
              <a:off x="6593817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68%-89%</a:t>
              </a:r>
            </a:p>
          </p:txBody>
        </p:sp>
        <p:sp>
          <p:nvSpPr>
            <p:cNvPr id="6458" name="tx6458"/>
            <p:cNvSpPr/>
            <p:nvPr/>
          </p:nvSpPr>
          <p:spPr>
            <a:xfrm>
              <a:off x="5822522" y="511190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6459" name="tx6459"/>
            <p:cNvSpPr/>
            <p:nvPr/>
          </p:nvSpPr>
          <p:spPr>
            <a:xfrm>
              <a:off x="5827379" y="610453"/>
              <a:ext cx="1146840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B. Tratamiento</a:t>
              </a:r>
            </a:p>
          </p:txBody>
        </p:sp>
        <p:sp>
          <p:nvSpPr>
            <p:cNvPr id="6460" name="rc6460"/>
            <p:cNvSpPr/>
            <p:nvPr/>
          </p:nvSpPr>
          <p:spPr>
            <a:xfrm>
              <a:off x="8738949" y="763433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10559168" y="2205642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10547823" y="2173230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10559874" y="2202773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10582806" y="2157065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10590254" y="2199800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10578249" y="2189947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10527623" y="2199102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10605120" y="2203491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10600354" y="2175348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10593956" y="2168635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10572541" y="2167191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9120966" y="873184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9082694" y="872997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9069350" y="886112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9067943" y="885362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9064189" y="881744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9212852" y="1388456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9101111" y="903635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9107524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9106211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9343484" y="1432180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9195834" y="1393105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9189330" y="1392011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9193096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9332740" y="1362427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9333050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9415590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9415201" y="1328970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9415196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9407999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8910100" y="1258962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9155665" y="1056735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9186553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9160655" y="1127159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9419149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9419655" y="1335391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9419068" y="1332618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9416404" y="1329549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9415514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9416142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9417159" y="1328157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9416127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9421145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9416354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9416047" y="1318392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9415403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9416786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9414812" y="1262206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9418523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9536075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9478444" y="1373287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9474480" y="1369271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9477392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9471295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9471224" y="1366028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9470055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9430926" y="1351667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9465893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9464354" y="1345643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9431337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9464624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9429012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9460395" y="1325211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9412403" y="1264133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9332770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9331006" y="1204203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9334777" y="1203629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9325719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9324847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9318772" y="1190358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9311645" y="1185232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9227329" y="976630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9311114" y="982008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9206568" y="873613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9084544" y="887383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9421157" y="1601766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9424519" y="1597144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9315042" y="1547702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9306134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9239542" y="1442834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9333520" y="1470478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9326624" y="1470435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9225586" y="1445697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9225167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9615488" y="1626503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9573001" y="1593471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9566239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9433752" y="1580689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9433269" y="1578778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9567473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9568344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9552316" y="1559632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9548973" y="1548400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9572441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9486830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9485442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9637673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9630977" y="1736002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9630816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9625833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9625248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9627770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9621952" y="1722389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9578766" y="1634478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9625189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9627279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9660055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9657337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9639996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9675677" y="1741423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9648782" y="1739439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9650536" y="1735947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9649974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9631060" y="1697222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9638207" y="1699050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9732320" y="1990430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9572493" y="1816295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9572218" y="1893973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9710175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9693268" y="1845899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9694169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9691765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9680792" y="1813975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9703446" y="1814063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9760282" y="1905395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9716109" y="1913199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9712580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9711425" y="1884339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9712243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9710000" y="1877126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9711439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9508498" y="1784928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9529060" y="1758495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9534854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9536954" y="1873657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9665757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9683151" y="1802099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9660320" y="1800093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9680445" y="1789567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9450774" y="1628009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9537213" y="1736966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11707116" y="2517988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11736414" y="2580626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11957113" y="2352794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11916418" y="2362616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11849664" y="2443300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11841632" y="2574423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11896978" y="2432553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11900999" y="2400866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11752181" y="2386744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11749900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11751537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11967056" y="2366889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11914266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11912400" y="2296082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11913936" y="2320051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11914535" y="2319414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11914666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11963228" y="2488560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11872380" y="2512953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11917295" y="2380550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10719582" y="1603795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10477290" y="1762181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10675067" y="1609232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10693131" y="1344284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10461787" y="1816089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10463474" y="1772140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10802595" y="1485606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10725468" y="1505162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10557457" y="1370678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10527012" y="1685886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10666409" y="1529551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10635951" y="1688787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10754481" y="1384804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10691652" y="1468324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10665676" y="1792484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10572571" y="1418044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10614274" y="1580605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10738055" y="1790727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10529629" y="1273098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10665508" y="1469066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10491632" y="1658667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10473082" y="1645812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10765280" y="1430461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10641959" y="1629831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10726679" y="1451814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10451436" y="1349371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10676744" y="1555234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10747146" y="1419372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10698205" y="1443205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10495157" y="1583787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10416833" y="1430628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10726889" y="1452042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10638647" y="1611948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10678235" y="1583586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10624947" y="1333855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10624875" y="1558621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10654923" y="1604893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10638313" y="1746580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10463159" y="1779157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10422354" y="2557051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10417880" y="2528837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10434754" y="2509496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10372879" y="2507793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10384238" y="2549017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10390560" y="2530604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10395108" y="2516548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10408993" y="2506671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10342739" y="2553829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10320091" y="2529595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9484385" y="2529522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9627969" y="2498334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9173175" y="2579258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10400822" y="2552895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9598207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11739826" y="2821306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11639063" y="2742475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11652780" y="2862904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11615187" y="2749481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11623897" y="2772741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11721722" y="2738773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11575984" y="2826376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11594331" y="2860284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11679263" y="2831635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11742745" y="2856685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11733410" y="2981955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11761994" y="3008724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11633210" y="2794289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11705340" y="2935937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11610163" y="2659828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11727568" y="2834258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11733826" y="2956041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11722024" y="2820091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11675956" y="2799616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11712190" y="3010777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11686906" y="2718097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11681875" y="2746657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11644348" y="2780972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11681726" y="2811386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11656809" y="2932786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11747517" y="2952322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11721713" y="2769388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11784196" y="2678728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11692521" y="2759394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11760909" y="2953526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11728298" y="2926642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11676822" y="2773899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11728205" y="2666586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11633923" y="2812057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11592875" y="2706598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11713738" y="2690581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11725776" y="2759606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11732588" y="2803144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11660313" y="2740424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11649525" y="2731014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11632026" y="2727627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11634207" y="2753421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11757517" y="2806530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11692669" y="2762975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11716914" y="2855655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11647870" y="2717535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11738332" y="2980604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11607157" y="2693336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11650861" y="2785631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11608846" y="2674876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11554787" y="2796688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11773395" y="2991452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11724760" y="2723157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11649368" y="2708815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11920953" y="2804163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11687502" y="2822094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11637988" y="2769275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11651821" y="2741150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11653469" y="2747172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11712327" y="2895973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11658570" y="2782180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11688297" y="2903127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11536533" y="2850854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11726773" y="2735023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11636310" y="2716566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11531948" y="2764604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11689235" y="2775181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11901695" y="2819272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11632101" y="2744475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11703920" y="2834796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11774350" y="2851234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11705152" y="2975278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11701739" y="2783360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11678454" y="2731413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11758309" y="2860663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11538497" y="2872254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11694884" y="2702587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11676497" y="2750474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11652075" y="2841949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11716589" y="2797386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11697193" y="2952439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11756954" y="2941447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11670984" y="2812793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11680531" y="2961856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11747886" y="2924906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11612375" y="2774876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11664531" y="2736412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11725439" y="2996103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11680667" y="2784916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11762885" y="2942000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11760903" y="2785311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11661595" y="2713302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11761753" y="3031175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11704029" y="2952439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11648135" y="2758491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11679867" y="2761891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11609126" y="2909933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11707154" y="2814104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11599156" y="2739014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11763972" y="2983606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11746385" y="2657729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11659504" y="2754707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11762754" y="2929306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11733349" y="2817900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11693483" y="2797112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11612831" y="2732847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11697001" y="2920700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11850532" y="2837586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11700723" y="2970061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11708728" y="2754980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11691838" y="2775185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11690882" y="2822093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11712884" y="2778868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11722749" y="2781114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11734399" y="2736170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11559359" y="2762539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11619447" y="2711860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11756576" y="3039824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11652049" y="2777630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11558325" y="2731370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11644136" y="2741909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11721864" y="2928764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11766293" y="3025791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11667359" y="2817528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11757065" y="2895942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10175764" y="1524985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10006826" y="1368783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10243134" y="1517330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10132425" y="1558359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10110207" y="1337285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10070702" y="1444852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10099442" y="1583294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10084676" y="1109081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9976083" y="1479227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10097782" y="1477060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10208200" y="1085786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9933355" y="1440972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10000772" y="1143628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9979665" y="1378376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10191434" y="1422680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10003976" y="1302134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10003717" y="1193676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10131731" y="1462939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10256032" y="1622292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10243682" y="1561658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10234918" y="1460471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9908947" y="1505556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10070897" y="1345318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10273149" y="1489135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10216085" y="1194352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10310559" y="1194612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9933750" y="1163948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10046941" y="1465539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10275452" y="1403951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10035970" y="1145488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9990576" y="1473547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9979593" y="1573391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10051182" y="1358388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10204951" y="1408572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9984025" y="1030911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10202121" y="1568257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10383660" y="1341486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9916452" y="1242746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10276421" y="1589152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10252715" y="1395624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9904992" y="1082561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9995563" y="1241419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10172084" y="1577028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9931544" y="1334733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10133265" y="1474353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10219170" y="1453698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9932279" y="1517146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10179615" y="1077571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10003582" y="1524096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10123159" y="1438651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10139464" y="1277966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10141076" y="1590704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10145000" y="1436949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10114178" y="1036218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10180079" y="1610411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9885833" y="1470788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9939676" y="1529538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10204513" y="1619485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10218797" y="1622462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10238711" y="1435934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9975518" y="1626626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9876835" y="1438243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10033049" y="1300392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9991663" y="1643836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10294390" y="1546505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10094952" y="1525105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10181421" y="1292485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10928447" y="2528509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10945935" y="2538636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10942877" y="2510140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10948023" y="2517608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10927677" y="2525438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10927444" y="2517552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10940690" y="2522768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10934806" y="2509549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10923662" y="2517711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10948281" y="2515052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10956209" y="2526240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10946699" y="2527264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10945028" y="2494890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10939332" y="2504314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10949508" y="2510721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10942368" y="2517539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10452457" y="1821328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10378174" y="1891000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10133538" y="1666537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10272764" y="1672248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10349398" y="1792548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10445076" y="1884682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10264035" y="1716353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10390394" y="1989212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10337126" y="1747904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10208911" y="1972967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10200112" y="1666285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10124481" y="1797356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10509887" y="1846984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10442461" y="1748510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10367405" y="1784631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10118995" y="1750600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10379088" y="1944222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10330743" y="1849451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10166248" y="1629402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10245411" y="1870714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10234450" y="1919747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10088882" y="1797736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10364678" y="2008205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10405900" y="1644938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10411213" y="1762413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10285703" y="1999019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10167030" y="1889188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10165429" y="1858481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10061745" y="1766923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10343657" y="1633889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10360816" y="1963983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10239436" y="1718367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10345367" y="1885771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10114586" y="1824690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10264218" y="1837771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10372412" y="1846983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10289487" y="1819579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10318973" y="1801575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10404521" y="1820583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10772060" y="2402639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10643985" y="2291557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10700649" y="2430365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10613852" y="2375522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10782000" y="2439461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10754572" y="2398515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10815160" y="2310760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10713174" y="2425590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10736697" y="2421716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10649726" y="2365885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10793575" y="2303830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10713445" y="2290702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10665034" y="2232154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10689964" y="2379518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10660411" y="2230675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10731124" y="2424225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10746711" y="2367005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10701630" y="2346383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10724109" y="2352454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10731875" y="2387833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10635500" y="2324821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10613931" y="2317566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10652909" y="2337203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10731184" y="2403798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10731570" y="2256539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10788915" y="2316060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10763530" y="2247861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10830783" y="2301170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10671377" y="2312440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10685262" y="2384388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10805008" y="2250271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10830553" y="2266452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10726446" y="2380325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10689554" y="2413535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10664388" y="2357161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10726779" y="2317019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10771256" y="2382722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10763169" y="2363519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10858429" y="2281687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10616444" y="2348930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10737322" y="2350089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10799265" y="2412111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10687726" y="2303297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10672153" y="2399784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10675968" y="2348481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10724125" y="2395259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11010859" y="2686172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10826478" y="2621091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10959023" y="2801358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10934788" y="2825427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10676903" y="2623469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11026066" y="2726764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10856057" y="2609785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10792580" y="2662855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10898558" y="2797034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10990327" y="2717681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10687621" y="2695877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10815634" y="2635177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10938820" y="2783805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10839733" y="2657241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10959431" y="2724391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10792473" y="2739091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10829189" y="2681666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10935892" y="2722297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10847025" y="2733202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11029114" y="2736193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10603605" y="2658390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10896281" y="2774708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10663619" y="2726244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10657191" y="2680536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11012946" y="2758685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10943891" y="2829069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10788907" y="2613234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10785932" y="2644681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10864432" y="2826877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10854597" y="2777837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10941109" y="2668546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10969786" y="2676208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10939854" y="2652029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11009275" y="2762010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11028232" y="2826239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11018736" y="2812701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10914482" y="2741737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10903359" y="2690478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10858356" y="2709872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10948229" y="2761121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10873535" y="2681263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10935897" y="2702089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10976224" y="2744861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11055717" y="2793350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11007984" y="2683909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11007047" y="2739071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10975265" y="2791857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10991473" y="2761897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11028263" y="2777586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11002914" y="2851161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11007363" y="2826389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10995168" y="2700627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10761020" y="2581459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10870360" y="2620068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10878155" y="2603852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10960284" y="2826795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10863529" y="2648848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10894749" y="2645550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10987935" y="2832474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11022202" y="2767221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10914773" y="2716465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10961508" y="2836996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10915075" y="2785397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10754793" y="2653324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10952800" y="2692389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10885376" y="2634214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10635239" y="2615050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10870091" y="2646943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10986939" y="2738548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10730376" y="2723684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10819538" y="2751330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10696713" y="2629641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10876285" y="2598048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10983159" y="2762215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10841257" y="2614451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10932034" y="2744596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10772004" y="2637758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10996937" y="2787173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10995112" y="2843421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11018142" y="2718507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10783736" y="2784909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10906437" y="2617880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10881471" y="2592132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10962372" y="2742495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10917260" y="2628663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11014770" y="2858202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10991472" y="2797613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11022164" y="2393315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10929818" y="2435057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10992690" y="2355541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10984675" y="2304568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11021251" y="2326603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10991156" y="2339453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10927035" y="2408806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11008277" y="2302534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10921177" y="2397476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10971234" y="2440330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10935412" y="2402224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10981243" y="2442227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10954942" y="2301636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11028033" y="2405248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11025716" y="2405606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10995946" y="2370412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10964784" y="2357374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10961985" y="2345565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10992896" y="2430557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10946039" y="2411658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10953641" y="2423702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11002302" y="2403649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10967767" y="2410444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10980168" y="2410253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10948709" y="2323262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10909063" y="2415064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11036144" y="2370416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11012544" y="2460859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11025848" y="2462449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10995329" y="2339453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10960270" y="2457115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10905047" y="2426945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11032503" y="2331459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10929239" y="2430961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10987088" y="2428591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10927613" y="2362191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10929882" y="2312502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10865089" y="2386304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10931027" y="2427535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11033563" y="2307232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10942857" y="2397652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10949646" y="2383412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10900551" y="2386812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10977763" y="2423403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11010108" y="2319856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11053705" y="2364176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11002234" y="2295998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10929764" y="2339809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10940487" y="2428199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10907973" y="2445495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10971544" y="2338435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10927498" y="2442243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10997787" y="2329810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10940687" y="2354222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11031839" y="2432872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11000894" y="2477445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10940794" y="2423189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10895237" y="2406517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10976335" y="2448926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10921415" y="2416650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10865089" y="2411423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10998635" y="2415436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10993450" y="2279603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10995214" y="2421005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10914733" y="2310334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10952892" y="2290001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11018027" y="2418990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10963925" y="2303711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10962454" y="2394021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11041211" y="2413250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11016249" y="2404894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11007093" y="2454790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10906065" y="2374688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10988999" y="2304409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11000864" y="2457956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10867405" y="2368793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11038227" y="2395084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10981939" y="2392165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11021979" y="2312984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10939243" y="2308319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10975335" y="2330136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11022104" y="2436371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11004903" y="2430039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10899019" y="2333107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10962398" y="2440330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10410696" y="2497061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10380549" y="2207558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10451708" y="2524164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10480523" y="2365056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10410773" y="2236554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10441913" y="2474016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10598042" y="2316900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10570339" y="2281518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10328955" y="2362582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10404889" y="2468272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10466807" y="2502692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10443212" y="2432882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10345896" y="2456265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10445695" y="2377638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10372071" y="2328138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10525898" y="2391933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10411521" y="2437359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10275070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10275398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10275804" y="2501483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10275441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10275190" y="2500607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10273154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10272854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10273818" y="2498665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10272743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10271065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10270562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10269482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10269534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10305850" y="2538346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10306264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10299304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10289882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10290269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10281486" y="2518557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10281645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10278288" y="2508263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10278047" y="2507974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10261345" y="2474190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10276141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10275800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10541579" y="2239246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10319364" y="2386150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10532810" y="2298946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10502054" y="2298906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10324482" y="2418764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10430184" y="2406863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10438696" y="2331170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10458422" y="2479986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10502221" y="2384123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10513290" y="2452234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10509414" y="2449709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10533149" y="2314037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10448322" y="2453623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10560678" y="2316287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10395677" y="2378128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10360463" y="2337914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10461289" y="2372312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10525152" y="2374695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10444607" y="2195502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10441891" y="2506077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10406035" y="2384069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10393736" y="2447969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10225774" y="2417282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10386826" y="2489110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10519159" y="2325757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10481023" y="2354938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10419379" y="2190488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10329259" y="2473845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10475435" y="2379332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10210147" y="2384362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10549972" y="2395628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10488908" y="2381097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10478893" y="2391923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10467566" y="2359410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10309460" y="2521092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10573819" y="2378008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10279545" y="2325556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10558626" y="2346574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10611274" y="2322849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10499403" y="2400381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10357099" y="2430757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10456466" y="2424144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10535148" y="2245291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10435378" y="2388890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10394399" y="2351935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10424610" y="2338359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10602377" y="2297910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10438720" y="2492451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10377140" y="2391919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10364128" y="2412706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10438064" y="2310823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10283593" y="2441650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10255554" y="2380497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10251865" y="2336082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10423978" y="2384766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10470170" y="2421954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10380365" y="2470892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10464075" y="2180894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10325141" y="2488936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10320493" y="2412747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10354080" y="2396263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10631173" y="2208297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10401067" y="2424306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10464998" y="2400895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10492488" y="2317747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10393508" y="2276997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10410093" y="2354847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10493130" y="2427637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10361740" y="2142334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10528372" y="2284380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10490068" y="2449629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10271368" y="2347006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10492443" y="2438557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10505103" y="2489585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10377660" y="2456408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10463716" y="2457026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10261827" y="2381581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10606430" y="2224876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10384372" y="2428805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10450956" y="2399791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10414155" y="2219280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10493106" y="2507037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10592784" y="2356010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10540579" y="2405055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10555223" y="2290543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10471553" y="2319030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10397076" y="2121161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10473522" y="2162162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10374532" y="2304743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10331963" y="2335856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10366657" y="2459432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10373049" y="2342527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10576332" y="2241238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10372687" y="2449462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10589632" y="2384209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10417414" y="2412896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10547449" y="2370171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10439634" y="2431499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10474645" y="2439598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10417608" y="2360737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10433217" y="2454813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10481342" y="2177827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10427520" y="2350950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10563687" y="2341240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10390754" y="2339573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10370482" y="2365045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10436229" y="2440959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10509750" y="2345490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10863520" y="2558035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10961818" y="2494095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10866135" y="2593493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10856842" y="2577332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10963571" y="2482835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10987608" y="2564216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10973348" y="2497015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10982640" y="2555008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10790507" y="2564783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10973340" y="2492910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10909517" y="2536758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10862061" y="2526787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10979271" y="2556171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10841168" y="2476287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10946241" y="2438607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10812782" y="2528685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10831941" y="2441722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10936716" y="2451380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10948960" y="2497187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10935475" y="2494751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10900240" y="2530549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10938099" y="2442908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10931791" y="2467714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10967757" y="2526490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10981059" y="2532839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10966329" y="2492633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10878573" y="2577054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10884343" y="2587469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10902340" y="2562297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10941583" y="2486884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10949734" y="2483436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10905915" y="2544359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10853259" y="2459614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10850806" y="2415723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10984764" y="2554071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10977520" y="2460188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10857570" y="2502060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10940302" y="2474352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10796411" y="2591452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10840485" y="2527499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10940886" y="2457655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10860074" y="2479478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10968238" y="2458315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10879663" y="2483184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10977584" y="2535132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10949283" y="2486362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10907763" y="2528825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10966914" y="2544362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10987399" y="2461529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10903441" y="2537772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10916864" y="2501994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10801007" y="2605856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10876836" y="2507976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10816879" y="2553453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10849972" y="2564662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10895647" y="2433648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10894096" y="2575735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10956013" y="2468824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10923796" y="2459823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10833267" y="2464896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10972854" y="2537647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10873683" y="2441695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10880950" y="2497008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10804933" y="2548893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10946232" y="2480795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10972854" y="2542996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10899060" y="2514880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10909798" y="2499973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10918164" y="2513561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10904105" y="2496400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10969321" y="2515467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10981493" y="2544601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10978651" y="2497503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10983889" y="2479380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10985493" y="2476688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10848382" y="2469993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10930438" y="2478719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10836079" y="2580246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10856701" y="2413967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10982888" y="2488052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10975228" y="2472871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10895484" y="2547747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10890642" y="2486198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10878370" y="2466503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10890917" y="2505339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10901718" y="2580440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10892323" y="2561785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10964720" y="2518588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10808273" y="2540223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10822238" y="2508764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10890642" y="2462436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10939392" y="2470783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10877067" y="2559035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10904757" y="2545870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10782006" y="2558807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10960260" y="2498466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10903928" y="2482049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10966744" y="2524997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10954914" y="2485433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10951270" y="2474584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10822699" y="2532843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10879612" y="2426386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10903565" y="2547375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10899805" y="2508074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10857922" y="2587310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10820367" y="2474880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10971986" y="2514063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10956265" y="2505944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10970730" y="2475013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10838347" y="2563293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10895355" y="2539977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10890949" y="2532286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10909746" y="2562297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10901458" y="2552013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10887107" y="2459516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10841014" y="2440310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10948215" y="2474584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10824138" y="2538279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10944967" y="2479006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10875709" y="2550316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10815456" y="2519462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10954641" y="2482217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10833472" y="2500720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10977679" y="2489119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10908687" y="2550988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10896901" y="2543456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10949945" y="2486845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10923347" y="2493436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10898611" y="2539731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10881222" y="2540235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10984891" y="2542562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10964737" y="2509845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10912552" y="2540749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10915636" y="2471382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10517416" y="2428957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10631147" y="2497881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10518753" y="2561436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10726087" y="2452628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10644880" y="2420623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10810250" y="2487827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10551196" y="2542621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10798485" y="2484011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10431289" y="2605315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10641013" y="2531994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10521801" y="2587046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10664948" y="2546547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10588425" y="2407356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10624612" y="2453522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10597120" y="2456461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10578859" y="2436579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10615066" y="2420124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10740014" y="2451692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10526659" y="2606001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10547735" y="2416735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10783878" y="2490129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10804882" y="2414259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10646064" y="2484999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10754795" y="2588992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10762965" y="2515370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10687802" y="2504395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10582128" y="2449605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10638096" y="2451260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10524571" y="2443410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10535290" y="2517018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10712856" y="2545938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10590086" y="2471753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10713890" y="2438298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10532278" y="2461043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10704464" y="2451943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10625013" y="2522719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10575134" y="2407496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10742057" y="2466497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10623952" y="2422897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10726154" y="2473445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10643222" y="2510533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10722283" y="2438504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10558467" y="2471887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10527463" y="2438336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10614414" y="2535647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10598804" y="2559895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10696489" y="2445164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10669334" y="2454705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10683212" y="2583272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10680142" y="2499890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10736212" y="2464538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10790938" y="2473863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10572966" y="2422941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10697525" y="2504255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10780031" y="2447664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10506459" y="2432484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10534233" y="2658161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10680011" y="2466002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10427185" y="2580451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10466399" y="2564103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10653551" y="2461557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10810872" y="2438992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10568099" y="2505280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10667085" y="2519377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10797034" y="2529323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10625298" y="2479375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10800200" y="2467858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10700328" y="2541864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10753979" y="2465259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10592788" y="2509970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10629872" y="2534541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10623460" y="2408805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10555777" y="2423363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10635110" y="2436682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10585445" y="2535235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10563832" y="2408987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10604527" y="2480414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10506213" y="2539291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10802138" y="2490877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10600767" y="2555741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10673738" y="2444178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10582283" y="2420516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10638298" y="2574210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10606082" y="2421794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10687534" y="2452858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10446230" y="2569219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10600726" y="2462374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10610178" y="2469472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10565724" y="2435825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10645859" y="2496912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10559605" y="2499480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10604441" y="2403929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10612527" y="2451871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10657153" y="2416512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10662021" y="2475957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10555796" y="2461339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10663293" y="2409997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10796064" y="2501065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10578723" y="2450933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10705867" y="2461965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10731555" y="2526914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10817319" y="2463913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10626394" y="2507767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10722858" y="2488475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10664398" y="2489779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10541197" y="2465316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10560124" y="2450607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10580525" y="2494536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10536438" y="2424188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10547415" y="2438105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10607408" y="2437547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10780169" y="2505724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10789068" y="2526588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10684449" y="2493313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10970246" y="2564901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10959553" y="2578093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10933272" y="2586408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10990626" y="2562431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10928446" y="2550145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10984238" y="2571119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10939989" y="2580476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10986341" y="2611587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10996478" y="2575180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10932429" y="2598690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10939226" y="2605823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10912833" y="2607250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10942804" y="2554882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10924726" y="2591461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10966960" y="2560389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10973134" y="2570157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10962986" y="2566077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10937919" y="2603197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10914119" y="2596102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10963843" y="2602827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10957824" y="2555104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10922783" y="2600877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10916317" y="2575205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10979615" y="2597406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10940398" y="2573177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10981923" y="2594331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10925136" y="2575491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10948291" y="2570045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10931408" y="2607421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10942852" y="2585779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10926127" y="2562971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10909263" y="2587039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10954936" y="2585468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10918904" y="2595562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10987524" y="2581338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10983778" y="2589608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10218181" y="2128751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10287604" y="2131521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10228863" y="2165566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10266132" y="2189175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10277617" y="2226079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10227178" y="2190562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10349245" y="2209376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10259082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10248282" y="2282236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10306014" y="2288788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10273789" y="2268080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10236208" y="2078453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10350356" y="2304064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10338892" y="2286641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10312178" y="2255711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10192968" y="2223222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10219485" y="2171817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10209529" y="2138504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10330825" y="2329074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10148021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10124475" y="2264119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10241718" y="2238870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10107623" y="2239798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10104060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10230825" y="2326817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10319562" y="2306949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10869486" y="1861088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10761660" y="1765028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10799329" y="1626288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10863804" y="1742418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10883443" y="1694309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10862407" y="1793414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10781603" y="1721706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10783320" y="1791938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10821242" y="1770814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10748894" y="1569301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10814275" y="1770291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10886987" y="1722264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10924928" y="1726650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10824196" y="1754232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10859852" y="1626791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10792625" y="1759245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10803869" y="1762283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10794161" y="1769011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10709728" y="1647988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10794109" y="1737223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10789508" y="1747332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10812752" y="1730240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10844129" y="1680573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10792561" y="1520547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10839944" y="1967059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10810960" y="1766816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10903851" y="1696976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10825807" y="1809065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10812622" y="1732400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10925943" y="1720395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10819117" y="1911626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10747235" y="1737473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10783166" y="1652435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10810643" y="1749327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10842717" y="1704579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10792243" y="1736439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10751916" y="1823995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10842274" y="1734809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10827858" y="1625786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10828823" y="1732128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10881937" y="1721900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10826998" y="1715168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10845730" y="1834369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10804695" y="2023474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10805181" y="1821816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10773687" y="1918877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10822542" y="1803468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10764222" y="1650743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10898328" y="1743290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10778861" y="1688097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10842264" y="1865516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11283548" y="2802373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11105860" y="2791159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11295163" y="2794778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11111999" y="2721637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11202597" y="2818968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11169154" y="2748142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11226189" y="2846057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11074661" y="2704579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11111547" y="2862559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11227473" y="2748040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11193628" y="2650382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11268399" y="2824449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11163219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11112353" y="2886459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11147259" y="2750181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11112993" y="2784822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11236379" y="2662288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11274632" y="2770143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11204435" y="2847920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11181464" y="2733179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11192630" y="2873569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11294738" y="2770402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11422996" y="2857363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11102380" y="2789466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11069922" y="2813615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11059536" y="2753661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11179301" y="2770357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11392584" y="2790443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11231783" y="2628265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11279505" y="2713801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11198483" y="2657212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11286522" y="2673787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11285560" y="2780098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11049224" y="2864166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11408216" y="2823215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11315798" y="2708430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11198844" y="2822027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11162576" y="2789415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11226704" y="2671077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11288199" y="2772814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11168594" y="2814192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11170732" y="2653556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11245901" y="2781728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11130846" y="2705390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11273038" y="2859440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11063102" y="2719587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11050289" y="2872261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11272819" y="2637182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11057464" y="2830476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11161531" y="2722439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11440571" y="2764283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11041933" y="2691175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11230721" y="2701974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11210340" y="2696557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11218507" y="2777378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11066616" y="2683941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11135500" y="2689889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11256994" y="2760224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11291454" y="2899492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11246310" y="2787575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11272086" y="2908916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11245714" y="2892479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11149589" y="2881376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11189313" y="2798642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11331559" y="2783361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11292734" y="2816325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11252142" y="2796386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11321458" y="2829186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11315906" y="2758788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11237881" y="2778581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11449082" y="2813875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11158639" y="2741634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11179774" y="2914519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11498329" y="2844687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11297148" y="2754779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11219705" y="2803033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11136870" y="2704287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11129495" y="2666789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11365339" y="2819312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11374498" y="2796128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11220774" y="2770951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11208854" y="2886969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11229931" y="2899117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11106548" y="2809474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11176334" y="2712201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11408920" y="2804727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11193165" y="2698948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11260820" y="2823876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11052402" y="2850727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11217268" y="2858656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11171008" y="2888386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11086059" y="2714768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11160524" y="2783559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11216044" y="2794205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11036233" y="2719494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11150206" y="2823429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11300445" y="2780472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11259668" y="2899408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11197216" y="2920347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11101665" y="2873594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11126054" y="2804635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11282957" y="2765962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11112260" y="2776642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11196569" y="2789575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11126088" y="2737845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11196529" y="2666134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11217853" y="2856568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11180777" y="2685420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11235857" y="2744975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11152949" y="2871041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11177627" y="2758861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11178864" y="2816177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11219072" y="2822559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11217663" y="2806445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11204202" y="2804979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11025389" y="2695705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11402496" y="2736935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11393852" y="2751682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11134913" y="2744785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11251315" y="2813204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11137511" y="2806911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11134347" y="2788321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11268939" y="2894253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11210996" y="2629778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11315331" y="2859339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11312072" y="2792276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11278145" y="2675331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11153103" y="2717492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11222027" y="2926943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11129200" y="2834363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11494218" y="2851877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11051298" y="2724699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11233589" y="2757071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11453728" y="2827963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11028587" y="2719494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11096782" y="2645551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11157955" y="2858845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11047860" y="2696507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11023126" y="2875871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11149235" y="2757961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11284458" y="2903703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11215016" y="2864336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11043755" y="2729643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11051286" y="2706956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11131737" y="2872912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11147854" y="2658155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11182792" y="2731001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11098618" y="2864189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11253015" y="2677348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11229692" y="2640764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11221904" y="2912676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11275173" y="2887054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11297994" y="2749112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11254908" y="2803802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11155876" y="2748996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11353428" y="2828468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11095456" y="2691056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11153107" y="2720892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11230168" y="2729097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11144231" y="2700115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11317381" y="2782931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11234073" y="2885537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11110689" y="2685447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11230777" y="2823723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11245027" y="2753892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11046366" y="2730317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11220937" y="2675230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11421413" y="2844591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11241365" y="2783526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11056785" y="2708346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11224490" y="2807084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11302879" y="2737814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11337755" y="2730182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11319363" y="2691551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11310748" y="2654434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11209269" y="2840435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11037230" y="2871079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11231668" y="2829644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11074616" y="2711882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11201838" y="2686105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11096397" y="2655119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11204978" y="2675433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11522993" y="2865368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11126665" y="2791246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11205838" y="2648671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11062679" y="2684288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11363568" y="2857530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11370207" y="2798425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11156553" y="2834211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11219899" y="2774832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11128435" y="2764278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11254281" y="2756100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11247260" y="2803539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11144072" y="2741638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11138054" y="2700208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11072046" y="2802661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11216131" y="2663418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11209567" y="2649354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11252547" y="2714484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11216415" y="2762810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11393807" y="2840421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11160779" y="2752333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11151902" y="2729812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11203580" y="2803572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11272690" y="2775414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11107808" y="2708362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11295378" y="2766658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11242350" y="2865341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11263294" y="2757959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11216655" y="2774335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11074658" y="2734936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11221368" y="2837034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11085470" y="2866713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11263036" y="2918358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11159115" y="2738038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11232006" y="2827462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11281965" y="2756858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11228945" y="2673595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11282306" y="2870772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11092736" y="2830112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11331721" y="2717420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11238345" y="2792905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11217580" y="2770596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11077539" y="2724260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11182500" y="2764358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11213601" y="2849124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11224554" y="2766942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11100008" y="2853864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11133007" y="2770807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11232022" y="2794103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11209943" y="2785284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11234275" y="2785243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11108622" y="2710796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11086734" y="2874177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11235143" y="2775252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11251025" y="2884837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11292557" y="2754468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11215130" y="2841971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11200923" y="2770303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11257946" y="2804058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11233339" y="2815116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11181892" y="2811723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11105396" y="2729575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11232556" y="2790170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11174653" y="2798588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11170400" y="2654766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11129455" y="2776901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11073872" y="2852353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11202935" y="2697397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11226636" y="2663636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11284895" y="2763020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11137408" y="2754242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11229402" y="2804848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11231078" y="2798721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11294414" y="2951087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11295264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11302104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11307003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11311053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11277178" y="2918430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11141663" y="2764162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11284369" y="2763023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11150894" y="2720419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11411821" y="2823215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11235099" y="2844975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11199961" y="2810193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11315637" y="2855772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11083829" y="2745303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11408695" y="2853444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11147274" y="2707005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11182186" y="2664775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11265008" y="2867739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11079129" y="2790466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11073075" y="2786439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11127917" y="2761544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11290817" y="2749167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11074182" y="2704575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11267825" y="2809683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11450410" y="2852514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11044984" y="2738364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11186070" y="2900908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11236505" y="2824021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11205529" y="2778209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11241881" y="2676183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11141317" y="2804372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11219740" y="2681081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11199991" y="2649958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11156105" y="2746404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11464262" y="2855663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11092271" y="2699450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11474163" y="2851874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11163175" y="2751453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11244081" y="2790018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11203222" y="2775282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11269778" y="2864234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11156860" y="2752340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11290911" y="2896218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11196176" y="2743349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11125458" y="2683347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11225969" y="2783098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11417990" y="2879139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11154901" y="2851527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11242887" y="2825963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11068129" y="2714443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11150975" y="2700987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11080929" y="2684650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11258545" y="2876093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11237079" y="2804835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11219324" y="2661637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11222716" y="2645597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11087597" y="2851182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11245321" y="2729893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11231355" y="2796221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11252547" y="2758476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11246779" y="2745933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11221309" y="2762545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11248921" y="2797118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11040632" y="2853145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11317103" y="2844891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11116728" y="2674731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11110169" y="2754535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11236846" y="2686895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11039532" y="2724939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11307654" y="2747054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11236148" y="2815347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11216003" y="2748272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11135226" y="2687280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11288729" y="2801272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11150117" y="2761353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11045574" y="2702681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11318028" y="2792952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11271401" y="2750530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11177818" y="2883116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11247266" y="2841333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11100724" y="2737693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11088069" y="2740493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11278040" y="2875507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11137086" y="2807972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11160371" y="2742849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11144496" y="2784129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11245872" y="2814137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11284720" y="2753332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11168880" y="2767592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11242511" y="2802656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11144610" y="2720478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11276339" y="2736505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11287456" y="2742634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11276173" y="2745499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11331981" y="2700916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11163502" y="2731301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11095509" y="2865494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11046758" y="2766543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11279043" y="2799149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11201865" y="2649241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11168515" y="2846182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11344554" y="2791640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11253144" y="2657187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11198655" y="2659936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11251860" y="2843622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11268904" y="2902806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11122922" y="2748534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11093699" y="2769778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11215130" y="2840839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11044695" y="2745690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11232158" y="2805885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11183792" y="2659761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11208215" y="2659207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11492813" y="2831922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11173150" y="2896958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11068688" y="2699037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11124131" y="2780728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11259048" y="2754080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11164165" y="2744807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11149659" y="2785344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11134023" y="2778320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11292299" y="2760613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11136675" y="2757518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11036233" y="2714903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11223789" y="2735447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11229011" y="2842048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11214738" y="2683152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11161730" y="2749988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11168915" y="2793562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11101304" y="2779892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11281422" y="2743471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11244813" y="2880542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11242291" y="2814813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11361620" y="2871492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11343104" y="2837915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11148978" y="2689121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11191025" y="2830336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11077595" y="2741266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11063816" y="2861707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11266804" y="2749093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11227820" y="2859610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11063577" y="2706360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11205347" y="2793356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11245572" y="2799151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11202595" y="2750965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11419555" y="2832381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11217757" y="2815130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11253257" y="2865756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11240856" y="2726822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11138983" y="2790052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11176599" y="2727516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11285201" y="2774885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11068260" y="2832021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11413301" y="2876345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11228936" y="2825301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11187687" y="2711109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11081513" y="2852997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11282314" y="2774593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11408791" y="2848478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11122084" y="2695608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11153081" y="2741667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11318568" y="2893435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11073872" y="2859325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11183323" y="2701748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11185816" y="2873569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11400773" y="2876801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11147418" y="2755210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11232605" y="2824574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11281685" y="2849795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11349817" y="2746003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11117414" y="2739928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11257571" y="2789050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11283588" y="2877861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11131960" y="2783568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11203332" y="2654344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11328951" y="2789939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11296003" y="2805611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11228759" y="2689516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11247003" y="2830534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11264853" y="2740317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11239538" y="2711472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11122960" y="2732627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11096940" y="2659088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11139064" y="2725953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11225897" y="2796769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11239329" y="2794934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11062994" y="2850891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11117536" y="2732075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11262527" y="2883041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11215821" y="2775872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11284965" y="2891434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11297948" y="2723227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11151027" y="2865537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11064560" y="2744766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11239266" y="2798643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11122750" y="2707265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11233758" y="2789723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11235451" y="2788085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11076763" y="2696551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11227604" y="2871351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11204615" y="2648671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11214275" y="2673484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11210683" y="2822319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11228086" y="2811984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11282743" y="2867087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11239826" y="2876061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11238754" y="2756570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11228086" y="2807442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11131201" y="2753070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11058956" y="2700660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11115674" y="2794654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11122887" y="2669216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11205981" y="2657212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11222004" y="2773769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11234669" y="2789060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11055262" y="2730987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11141195" y="2806182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11129195" y="2750015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11235124" y="2867698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11130649" y="2847245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11219168" y="2819474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11212427" y="2738094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11212783" y="2801420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11233420" y="2786425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11235537" y="2787051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11125738" y="2755123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11242447" y="2886042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11348642" y="2830075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11102434" y="2798830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11236594" y="2826540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11324397" y="2771408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11182236" y="2715871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11213741" y="2663746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11104585" y="2758315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11206836" y="2829613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11218991" y="2781541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11114283" y="2691393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11044377" y="2864548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11259665" y="2872881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11202774" y="2840435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11290626" y="2739065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11230567" y="2798309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11245595" y="2746018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11111999" y="2719981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11238345" y="2789568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11169160" y="2717168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11242727" y="2794542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11138270" y="2707454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11395130" y="2751600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11428318" y="2756922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11251455" y="2762819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11226752" y="2604578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11165904" y="2770846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11168049" y="2727576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11337892" y="2870451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11277786" y="2697836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11412544" y="2799544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11058089" y="2690994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11375334" y="2795674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11086241" y="2882577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11075986" y="2837267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11141583" y="2704703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11217172" y="2882105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11267118" y="2784964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11221677" y="2790761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11167846" y="2689121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11189579" y="2825091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11215477" y="2790772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11258795" y="2907143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11214187" y="2787412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11392619" y="2849823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11237433" y="2650208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11258992" y="2923567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11290686" y="2778933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11226870" y="2860241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11215708" y="2693998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11181503" y="2779227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11410049" y="2788112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11304757" y="2865945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11290815" y="2746134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11192464" y="2843172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11148384" y="2777831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11167846" y="2672646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11224535" y="2596940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11210754" y="2713838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11174094" y="2702153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11177211" y="2892976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11185216" y="2706785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11228374" y="2818683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11272602" y="2758675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11223213" y="2681081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11194222" y="2651650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11140965" y="2811764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11260516" y="2763923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11138283" y="2782118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11149141" y="2835793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11259281" y="2833499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11111354" y="2694283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11368918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11353436" y="2902710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11314738" y="2776469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11075542" y="2683941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11244766" y="2707605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11067236" y="2742812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11354365" y="2792168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11102376" y="2845110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11297708" y="2695642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11352686" y="2793613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11279808" y="2740617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11388054" y="2821913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11270265" y="2761758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11049618" y="2853450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11253939" y="2804691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11107947" y="2677191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11227714" y="2818946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11196354" y="2723648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11151196" y="2743749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11252343" y="2914670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11218085" y="2827249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11092277" y="2683678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11099262" y="2675209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11309436" y="2833681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11342503" y="2805981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11457116" y="2827933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11224641" y="2776496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11221060" y="2810716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11105937" y="2821845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11073108" y="2775750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11237536" y="2904195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11096201" y="2808410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11199349" y="2762810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11136824" y="2711817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11132534" y="2724270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11221670" y="2900789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11194484" y="2751098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11148069" y="2700555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11260470" y="2757432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11239021" y="2927400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11443547" y="2842588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11260435" y="2776288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11290751" y="2765576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11230751" y="2834926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11001814" y="2508518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11114848" y="2436924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10958442" y="2632913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11120281" y="2432846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11131205" y="2423615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10981929" y="2669347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11071209" y="2474024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11068673" y="2391008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11061527" y="2573114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11120234" y="2421981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11093938" y="2442479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11024014" y="2672167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11117590" y="2438326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11135073" y="2427518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11140370" y="2455669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10999396" y="2662179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11060930" y="2387888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11107541" y="2489647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11021594" y="2524739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11004210" y="2522196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11009912" y="2603302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11142076" y="2444221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11091291" y="2581792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11144874" y="2597635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11023815" y="2554060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11113035" y="2531495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11118895" y="2442243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11056591" y="2407301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11133456" y="2582580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11084764" y="2590295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11075933" y="2539089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11089734" y="2576619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11035434" y="2598216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11115153" y="2565029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11051556" y="2401570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11135910" y="2513429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11061878" y="2622465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11134174" y="2445234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11114785" y="2510169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11057123" y="2666417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11084243" y="2443988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11021877" y="2586955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11108928" y="2551195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11035166" y="2540612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11081028" y="2342989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11032040" y="2563934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11141325" y="2572192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11176137" y="2618866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11115432" y="2446683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11160552" y="2635174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11039925" y="2649551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11159271" y="2520058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11041920" y="2408928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11017369" y="2654790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11104925" y="2420463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11036231" y="2562475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11088790" y="2678884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11111165" y="2452067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10998107" y="2609535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11174227" y="2524818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11106075" y="2536511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11063903" y="2591330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11099420" y="2497513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11147472" y="2513840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11096296" y="2607733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11070512" y="2413925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11055092" y="2432685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11034334" y="2546298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11092586" y="2624063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11170767" y="2636739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11040979" y="2542579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10993363" y="2582899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10979935" y="2645033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11051625" y="2606030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11103111" y="2432579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11116324" y="2430516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11100114" y="2435478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11086917" y="2580450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11104629" y="2431146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11005019" y="2535945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10999090" y="2577481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11134533" y="2423739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11106658" y="2589122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11136545" y="2441489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11101721" y="2442764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11089428" y="2580723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11062272" y="2390086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10997557" y="2561600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11092049" y="2572874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11090578" y="2635625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11094015" y="2370955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11086433" y="2420142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11013081" y="2594174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11091531" y="2617217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11015631" y="2601512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11087086" y="2527705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11009852" y="2532633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11092447" y="2424726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11126523" y="2542804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11155261" y="2631186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11036570" y="2604175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11009713" y="2676767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11104919" y="2624087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11131883" y="2456468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11082444" y="2647112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11147357" y="2640781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11121080" y="2547780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11078655" y="2397283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11145156" y="2633530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11074712" y="2607762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11041058" y="2580226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11121013" y="2606543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11045871" y="2687336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11036995" y="2667016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11100809" y="2566967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11085216" y="2451671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11136062" y="2528647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11069895" y="2563591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11090363" y="2572378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11034207" y="2582241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11105242" y="2442725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11095306" y="2587676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10990538" y="2649166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10989548" y="2629310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11088708" y="2571700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11183097" y="2632159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11110256" y="2476771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11023397" y="2546104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11193744" y="2611846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11032020" y="2604165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11099969" y="2422272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11116980" y="2435323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11113152" y="2421652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10973081" y="2621874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11119708" y="2600925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11028525" y="2649935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11120868" y="2436507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11120313" y="2477663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11080374" y="2640805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11098306" y="2534338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11096281" y="2529367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11135292" y="2459171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11011579" y="2564057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11134995" y="2457808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11011995" y="2556334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11066424" y="2602070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11002297" y="2580934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10996503" y="2598481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11029992" y="2624612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11093938" y="2437963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11118660" y="2629599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11092617" y="2560156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11037330" y="2555127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11156777" y="2613026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11036214" y="2559550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11029964" y="2554295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11095366" y="2524313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11131773" y="2411587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11039795" y="2447244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11152174" y="2418192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11046998" y="2677081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11061266" y="2639786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11098132" y="2548390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10995627" y="2586404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11083934" y="2431998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11055092" y="2431017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11036921" y="2602295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11014888" y="2517161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11101301" y="2672693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11126186" y="2519865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11005096" y="2545994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11057130" y="2659958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11032262" y="2549453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11068865" y="2665092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11106969" y="2581658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11150720" y="2556551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11166101" y="2520804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11106961" y="2558721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11045991" y="2535032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11100773" y="2567218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11204422" y="2617976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11063041" y="2604880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11137187" y="2607492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11053535" y="2581507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11157870" y="2614649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11092017" y="2432505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11062582" y="2545164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11074186" y="2460181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11015736" y="2616257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11012561" y="2547075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11123478" y="2648760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11120502" y="2658147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11004464" y="2590161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11099686" y="2539520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11048955" y="2595218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11121543" y="2467285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11100159" y="2465063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11073282" y="2535032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11072200" y="2426257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11010906" y="2535450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10988571" y="2650457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10992477" y="2628527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11159680" y="2602258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11081908" y="2547371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11139874" y="2594035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11104194" y="2440564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11040841" y="2540708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11129685" y="2550827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11122024" y="2429285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11112841" y="2432954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11071748" y="2382405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11047657" y="2621283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11039345" y="2656621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11069103" y="2590034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11088751" y="2409369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11043775" y="2544093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11062582" y="2559166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11093993" y="2447440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11094566" y="2566382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11080562" y="2661786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11052782" y="2646644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11143659" y="2417183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11075944" y="2414433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11059429" y="2407640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11059032" y="2592679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11074340" y="2363149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10879444" y="2285826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10919052" y="2272429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10791936" y="2378020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10870350" y="2259903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10803049" y="2333222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10816961" y="2379296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10883203" y="2315816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10827106" y="2382999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10839708" y="2370703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10837847" y="2320422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10849601" y="2356956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10814712" y="2405585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10781755" y="2338264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10817928" y="2336661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10861430" y="2325938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10844813" y="2300531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10803855" y="2382763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10899241" y="2247921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12265115" y="2327390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12302408" y="2288148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12317832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12280863" y="2292773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12278275" y="2174392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12293188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12289093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12287509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12285255" y="2174215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12277942" y="2172794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12278029" y="2173434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12321332" y="2208809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12304348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12301188" y="2186869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12298322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12299868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12312264" y="2177927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12246822" y="2465057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12248215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12248435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12246135" y="2459062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12250866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12241375" y="2427351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12241454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12250303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12234614" y="2417953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12251235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12241901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12242943" y="2417480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12235479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12237548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12233868" y="2411054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12125843" y="2322509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12264840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12259119" y="2441955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12252698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12254451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12258580" y="2415477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12259159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12262533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12263149" y="2414331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12259214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12261486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12255634" y="2413331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12258789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12262067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12255818" y="2411367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12261287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12260803" y="2402564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12259671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12259464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12256435" y="2401437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12283747" y="2215721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12080898" y="2490219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12283303" y="2557028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12281771" y="2556010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12280658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12279640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12278408" y="2548842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12278148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12277799" y="2536923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12277468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12277056" y="2530916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12277355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12279588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12281315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12281752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12282308" y="2513558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12284065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12285020" y="2557977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12286196" y="2536321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12288747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12293824" y="2514027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12290582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12293492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12289242" y="2513474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12290911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12288720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12292275" y="2512424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12287542" y="2511615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12288641" y="2511849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12284504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12288721" y="2510903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12285308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12260330" y="2232337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12196598" y="2264422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12077355" y="2471670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12218595" y="2182202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12246837" y="2172827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12276028" y="2175977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12057074" y="2355705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12193487" y="2307687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10711285" y="2211751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10807028" y="2155128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10963678" y="2266997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10943564" y="2267382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10754824" y="2187998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10751629" y="2006511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10685452" y="2023916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10920977" y="2159039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10748196" y="2180268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10775609" y="2239259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10987241" y="2243157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10955990" y="2240494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10790938" y="2195582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10836014" y="2120775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10782596" y="2139848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10751860" y="1951503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10738923" y="2157041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10959951" y="2225569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10965302" y="2159238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10970205" y="2250095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10977485" y="2266248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10965389" y="2288032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10899308" y="2181365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10696808" y="1983418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10716956" y="2132758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10896692" y="2241256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10780375" y="2172409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10987499" y="2261547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10966782" y="2247632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10867424" y="2194525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10801577" y="2162398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10869247" y="2215429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10678888" y="2104840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10694370" y="2159519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10777432" y="2054778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10991266" y="2162886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10961959" y="2260025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10592154" y="1997934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10687156" y="2129315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10965098" y="2281343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10742218" y="2089163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10895397" y="2120347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10751674" y="2215082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10835523" y="2242081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10630604" y="2071174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10740539" y="2113364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10743584" y="2019437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10744565" y="2192368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10987948" y="2211980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10858367" y="2184252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10929070" y="2207158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10752628" y="2158991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10679770" y="2193415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10955075" y="2258276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10869378" y="2239478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10757981" y="1993485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10710093" y="1914916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10688655" y="2083953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10596045" y="2074030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9868915" y="1641200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10061106" y="1931114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10092841" y="1922512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9965864" y="1838196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9998368" y="1708308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10156400" y="2043763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9823953" y="1669855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CA63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9933958" y="1787465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9934360" y="1819747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9933622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9934364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9856550" y="1725218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9991537" y="1899457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10184128" y="2091896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10159751" y="1995741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10074623" y="1866699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10140749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10136734" y="2063400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10133957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10133552" y="2057045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10132713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10118321" y="1980618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9911820" y="1596665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9972258" y="1746472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9943216" y="1767713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9991365" y="1811758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9899357" y="1668629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9863211" y="1745465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9721044" y="1268494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9783259" y="1242292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9782919" y="1604331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9674599" y="1269650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9877345" y="1199131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9830482" y="1223091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9444695" y="963381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9596346" y="1153294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9768525" y="1409413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9840439" y="1293628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9811358" y="1428402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9738768" y="1340721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9688046" y="1353199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9814626" y="1150585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9660093" y="1063096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9740790" y="1228963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9644952" y="1176158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9755170" y="1259216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9867102" y="1134326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9847256" y="1402098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9828683" y="1337003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9674605" y="1478864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9665373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9672571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9666277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9666246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9668420" y="1473350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9658660" y="1471920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9630870" y="1467032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9685765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9676214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9687409" y="1480806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9684733" y="1479193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9684026" y="1479302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9633074" y="1393641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9826264" y="1077193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9786884" y="1289748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9322890" y="990368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9290517" y="900365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9838312" y="1271073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9781111" y="1198770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9744840" y="1249617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9850783" y="1506877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9508016" y="1369239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9541338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9576051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9552290" y="1260152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9514069" y="1312740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9706422" y="1149823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9689966" y="1452433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9796597" y="1103014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9857845" y="1363072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9742025" y="1140695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9685911" y="1099902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9771066" y="1298178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9610030" y="1098019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9776945" y="1566374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9794475" y="1490661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9772180" y="1567363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9564004" y="1022336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9815550" y="1279667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9851194" y="1254052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9390016" y="956975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9473576" y="1012247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9745894" y="1446525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9816348" y="1409032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9663749" y="1100002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9734985" y="1210538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9874113" y="1186257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9712524" y="1240164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9711511" y="1528141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9709172" y="1539980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9797581" y="1343025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9770791" y="1128106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9762250" y="1427303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9504631" y="1113642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9740628" y="1083501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9639320" y="1223073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9745014" y="1243189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9791525" y="1545529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9866954" y="1234064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9624884" y="1043140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9762591" y="1073858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9718406" y="1071659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9874376" y="1246316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9835911" y="1181498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9623122" y="1074772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9625933" y="1109920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9664475" y="1201598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9794435" y="1384309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9657144" y="1140552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11604088" y="2631240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11800526" y="2625835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11647370" y="2683396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11664271" y="2692084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11588843" y="2603736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11684529" y="2631895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11521524" y="2610824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11637416" y="2574389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11623378" y="2614141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11589250" y="2607658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11787191" y="2653009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11521647" y="2638879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11660565" y="2663865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11625740" y="2607827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11722322" y="2595075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11644158" y="2613751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E16462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11813855" y="2683754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11028321" y="2110226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10911811" y="1973041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10982701" y="1862346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10900212" y="1664567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10972503" y="1700922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10925432" y="1683590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11059861" y="1722559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10964216" y="1789825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10882123" y="2036359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10832578" y="2057780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11069003" y="2165900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11006575" y="1909984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10944480" y="1687467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10927898" y="1836246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10991769" y="1705056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6A00A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11037704" y="1722219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10893191" y="2078502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10936018" y="1947090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10924550" y="1865989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11011795" y="1796169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11063068" y="1722559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10958514" y="1877617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10922077" y="2134531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10941517" y="2106258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10915186" y="2071903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10965562" y="2065015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10845008" y="1534163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10899190" y="1959435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10932606" y="2117398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10828265" y="2025629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10880298" y="1922429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10925046" y="2022768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10878621" y="1986013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10871198" y="1884034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10948840" y="1970062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10938209" y="2071012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10883957" y="1875603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10862765" y="1580025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11082984" y="2166268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10848067" y="1997707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11002817" y="1913460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11024142" y="2043103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10981219" y="1913289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11030708" y="2526031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11024297" y="2490224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11073212" y="2494264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11043790" y="2518971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11051104" y="2536804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11089121" y="2502423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11046392" y="2535643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11047835" y="2540920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11042759" y="2535458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11046638" y="2533118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11091880" y="2515020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11048514" y="2530091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11078030" y="2490472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11055306" y="2537026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11051270" y="2538448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11028902" y="2494484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11053383" y="2532284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11042783" y="2505520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11051995" y="2529946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11021693" y="2513111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11039593" y="2532019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11036753" y="2525664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11046778" y="2531823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11050733" y="2538696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11062225" y="2514588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11034443" y="2528580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11015360" y="2505064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11019611" y="2490224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11055416" y="2537631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11053208" y="2535463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11056050" y="2518360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11050798" y="2518215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10996272" y="2488154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11078959" y="2527364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11040800" y="2527622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11052764" y="2510052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11072631" y="2508590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11052112" y="2518215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11056241" y="2506504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11055907" y="2522114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11048150" y="2491469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11041888" y="2499064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11063000" y="2519571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11053353" y="2523814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11108735" y="2514335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11004577" y="2498259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11019213" y="2504403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11055936" y="2494502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11042090" y="2530052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11032963" y="2476723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11071980" y="2513815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11072007" y="2497434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11059581" y="2514657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11056395" y="2527993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11067117" y="2519823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11052169" y="2542897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11043459" y="2500886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11040754" y="2513948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11077525" y="2531759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11052781" y="2528631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11067264" y="2510303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11044227" y="2520661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11199786" y="2522494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11329263" y="2629443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11179632" y="2581626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11192042" y="2465803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11193635" y="2523934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11116112" y="2306084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11317535" y="2643274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11057618" y="2283108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11248171" y="2496828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11169841" y="2504102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11212471" y="2419988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11159320" y="2477942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11227238" y="2570720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11167120" y="2599505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11460851" y="2669920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11488769" y="2653495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11456157" y="2728858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11184129" y="2404804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11336580" y="2701894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11107619" y="2413325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11371649" y="2584864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11179632" y="2584245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11171477" y="2575507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11188509" y="2484937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11130406" y="2371299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11430064" y="2673054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11188226" y="2421410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11166474" y="2468868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11118589" y="2421531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11006999" y="2219822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11184184" y="2533037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11163894" y="2377127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11184279" y="2584090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11300828" y="2578720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11173241" y="2579157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11375570" y="2629564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11006136" y="2359419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11418199" y="2619526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11090207" y="2280151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11092047" y="2271425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11096707" y="2248663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11238135" y="2534387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11165218" y="2585839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11195200" y="2535551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11433925" y="2661395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11212337" y="2470025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11443716" y="2685024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11187775" y="2561343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11103504" y="2411050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11117722" y="2398098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11200344" y="2489562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11117627" y="2413016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11205482" y="2587872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11433455" y="2606829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11403565" y="2597332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11112143" y="2381291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11463813" y="2641173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11177243" y="2495912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11101057" y="2405811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11190193" y="2472718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11075239" y="2273377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11088198" y="2295274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11138777" y="2345714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11169441" y="2581640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11160559" y="2539176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11287155" y="2534649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11042743" y="2336212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11190219" y="2487717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11185887" y="2513062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11158474" y="2501364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11187108" y="2514030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11158754" y="2434026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11177008" y="2560084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11177468" y="2582752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11207618" y="2472122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11202702" y="2547597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11186275" y="2510865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11233025" y="2512784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11116619" y="2409321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11185887" y="2514566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11207399" y="2557029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11140052" y="2483948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11171640" y="2591527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11162693" y="2563624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11152709" y="2582408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11215913" y="2446851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11198067" y="2474269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11168128" y="2543078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11231291" y="2550782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11152912" y="2584570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11495296" y="2652900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11188361" y="2600429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11319210" y="2594412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11099778" y="2387972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11287412" y="2621905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11093697" y="2280361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11196949" y="2562995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11203777" y="2473149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11177367" y="2484540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11393364" y="2651352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11458699" y="2664439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11159769" y="2553222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11459577" y="2649867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11444818" y="2652913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11253073" y="2532352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11193913" y="2486882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11357393" y="2586157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11156450" y="2452406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11464801" y="2654826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11291090" y="2542820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11332515" y="2609901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11363737" y="2584864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11259371" y="2506693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11219511" y="2512746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11201959" y="2583983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11195058" y="2579567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11196533" y="2410018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11165250" y="2570321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11188762" y="2452135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11176711" y="2608115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11210665" y="2438688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11199182" y="2532754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11192112" y="2557706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11169072" y="2543044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11245370" y="2558586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11203103" y="2582172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11155175" y="2569495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11274150" y="2538417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11176711" y="2601332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11104711" y="2338487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11333542" y="2588846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11040780" y="2356001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11183226" y="2594294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11208598" y="2572209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11206366" y="2449694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11023537" y="2371293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11354114" y="2597415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11188079" y="2552800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11203943" y="2542245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11024323" y="2349481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11505142" y="2638010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11273739" y="2623841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11332199" y="2620211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11189584" y="2584651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11256607" y="2561719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11187589" y="2489895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11157142" y="2425879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11011991" y="2341528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11340968" y="2628082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11190468" y="2547089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11167018" y="2568715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11485100" y="2656909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11055820" y="2336998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11305634" y="2598083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11182169" y="2565579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11145824" y="2448861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11210241" y="2510826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11447621" y="2664059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11270108" y="2548125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11402975" y="2716455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11172253" y="2497206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11199413" y="2583016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11217200" y="2575081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11317682" y="2633197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11037763" y="2297727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11020204" y="2294041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11029338" y="2303666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11009916" y="2286894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11203788" y="2460614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11045128" y="2302808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11095301" y="2273113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11502824" y="2665019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11181003" y="2554599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11062493" y="2245013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11190188" y="2482125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11363960" y="2648059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11217108" y="2450005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11202502" y="2465831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11438810" y="2628957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11430799" y="2602559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11174043" y="2572858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11299255" y="2647913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11051332" y="2206333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10991530" y="2150338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11127453" y="2360551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11212291" y="2551714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11014866" y="2276180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11322193" y="2678704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11449591" y="2624877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11169958" y="2477593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11060468" y="2173692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11210999" y="2504546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11176380" y="2579133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11197897" y="2466505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11168888" y="2407022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11027174" y="2360695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11183996" y="2600556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11436621" y="2669712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11235121" y="2587661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11307912" y="2643453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11206052" y="2534010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11180810" y="2465407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11293332" y="2533868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11265058" y="2523973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11359498" y="2602006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11417455" y="2676915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1375500" y="2671338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11102734" y="2253831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11155501" y="2265112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11059107" y="2185112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11084860" y="2284255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11077546" y="2260561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1025763" y="2244579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1171650" y="2466023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11099938" y="2344972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11162241" y="2369009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11180534" y="2608428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1079646" y="2299782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10999627" y="2239761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11074837" y="2295706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12056736" y="2239914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12038575" y="2262222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12184279" y="2251311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11977838" y="2275460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12053163" y="2222038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12019005" y="2258549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12052355" y="2283421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12092017" y="2257264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h9112"/>
            <p:cNvSpPr/>
            <p:nvPr/>
          </p:nvSpPr>
          <p:spPr>
            <a:xfrm>
              <a:off x="12015118" y="2268374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h9113"/>
            <p:cNvSpPr/>
            <p:nvPr/>
          </p:nvSpPr>
          <p:spPr>
            <a:xfrm>
              <a:off x="12133887" y="2301198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h9114"/>
            <p:cNvSpPr/>
            <p:nvPr/>
          </p:nvSpPr>
          <p:spPr>
            <a:xfrm>
              <a:off x="12011380" y="2283865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h9115"/>
            <p:cNvSpPr/>
            <p:nvPr/>
          </p:nvSpPr>
          <p:spPr>
            <a:xfrm>
              <a:off x="12060713" y="2250265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h9116"/>
            <p:cNvSpPr/>
            <p:nvPr/>
          </p:nvSpPr>
          <p:spPr>
            <a:xfrm>
              <a:off x="11937735" y="2271055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h9117"/>
            <p:cNvSpPr/>
            <p:nvPr/>
          </p:nvSpPr>
          <p:spPr>
            <a:xfrm>
              <a:off x="11980751" y="2345890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h9118"/>
            <p:cNvSpPr/>
            <p:nvPr/>
          </p:nvSpPr>
          <p:spPr>
            <a:xfrm>
              <a:off x="12068014" y="2247742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h9119"/>
            <p:cNvSpPr/>
            <p:nvPr/>
          </p:nvSpPr>
          <p:spPr>
            <a:xfrm>
              <a:off x="12034834" y="2225903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h9120"/>
            <p:cNvSpPr/>
            <p:nvPr/>
          </p:nvSpPr>
          <p:spPr>
            <a:xfrm>
              <a:off x="12040098" y="2234666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h9121"/>
            <p:cNvSpPr/>
            <p:nvPr/>
          </p:nvSpPr>
          <p:spPr>
            <a:xfrm>
              <a:off x="12035111" y="2309189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ph9122"/>
            <p:cNvSpPr/>
            <p:nvPr/>
          </p:nvSpPr>
          <p:spPr>
            <a:xfrm>
              <a:off x="12151687" y="2268340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ph9123"/>
            <p:cNvSpPr/>
            <p:nvPr/>
          </p:nvSpPr>
          <p:spPr>
            <a:xfrm>
              <a:off x="12070619" y="2276145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ph9124"/>
            <p:cNvSpPr/>
            <p:nvPr/>
          </p:nvSpPr>
          <p:spPr>
            <a:xfrm>
              <a:off x="12057854" y="2294265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ph9125"/>
            <p:cNvSpPr/>
            <p:nvPr/>
          </p:nvSpPr>
          <p:spPr>
            <a:xfrm>
              <a:off x="12056578" y="2259444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ph9126"/>
            <p:cNvSpPr/>
            <p:nvPr/>
          </p:nvSpPr>
          <p:spPr>
            <a:xfrm>
              <a:off x="12053436" y="2293232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ph9127"/>
            <p:cNvSpPr/>
            <p:nvPr/>
          </p:nvSpPr>
          <p:spPr>
            <a:xfrm>
              <a:off x="12060533" y="2219366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ph9128"/>
            <p:cNvSpPr/>
            <p:nvPr/>
          </p:nvSpPr>
          <p:spPr>
            <a:xfrm>
              <a:off x="12084134" y="2344037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ph9129"/>
            <p:cNvSpPr/>
            <p:nvPr/>
          </p:nvSpPr>
          <p:spPr>
            <a:xfrm>
              <a:off x="11972040" y="2316104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ph9130"/>
            <p:cNvSpPr/>
            <p:nvPr/>
          </p:nvSpPr>
          <p:spPr>
            <a:xfrm>
              <a:off x="12039490" y="2294368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ph9131"/>
            <p:cNvSpPr/>
            <p:nvPr/>
          </p:nvSpPr>
          <p:spPr>
            <a:xfrm>
              <a:off x="12127248" y="2237374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ph9132"/>
            <p:cNvSpPr/>
            <p:nvPr/>
          </p:nvSpPr>
          <p:spPr>
            <a:xfrm>
              <a:off x="12077079" y="2253404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ph9133"/>
            <p:cNvSpPr/>
            <p:nvPr/>
          </p:nvSpPr>
          <p:spPr>
            <a:xfrm>
              <a:off x="12037442" y="2273176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ph9134"/>
            <p:cNvSpPr/>
            <p:nvPr/>
          </p:nvSpPr>
          <p:spPr>
            <a:xfrm>
              <a:off x="12021028" y="2227995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ph9135"/>
            <p:cNvSpPr/>
            <p:nvPr/>
          </p:nvSpPr>
          <p:spPr>
            <a:xfrm>
              <a:off x="12024338" y="2333425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ph9136"/>
            <p:cNvSpPr/>
            <p:nvPr/>
          </p:nvSpPr>
          <p:spPr>
            <a:xfrm>
              <a:off x="11991565" y="2301545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7" name="ph9137"/>
            <p:cNvSpPr/>
            <p:nvPr/>
          </p:nvSpPr>
          <p:spPr>
            <a:xfrm>
              <a:off x="11984155" y="2250138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8" name="ph9138"/>
            <p:cNvSpPr/>
            <p:nvPr/>
          </p:nvSpPr>
          <p:spPr>
            <a:xfrm>
              <a:off x="11964092" y="2293983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9" name="ph9139"/>
            <p:cNvSpPr/>
            <p:nvPr/>
          </p:nvSpPr>
          <p:spPr>
            <a:xfrm>
              <a:off x="12048494" y="2272790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0" name="ph9140"/>
            <p:cNvSpPr/>
            <p:nvPr/>
          </p:nvSpPr>
          <p:spPr>
            <a:xfrm>
              <a:off x="12040713" y="2284217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1" name="ph9141"/>
            <p:cNvSpPr/>
            <p:nvPr/>
          </p:nvSpPr>
          <p:spPr>
            <a:xfrm>
              <a:off x="12074122" y="2348906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2" name="ph9142"/>
            <p:cNvSpPr/>
            <p:nvPr/>
          </p:nvSpPr>
          <p:spPr>
            <a:xfrm>
              <a:off x="12032426" y="2294384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3" name="ph9143"/>
            <p:cNvSpPr/>
            <p:nvPr/>
          </p:nvSpPr>
          <p:spPr>
            <a:xfrm>
              <a:off x="12011161" y="2255300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4" name="ph9144"/>
            <p:cNvSpPr/>
            <p:nvPr/>
          </p:nvSpPr>
          <p:spPr>
            <a:xfrm>
              <a:off x="12053386" y="2318767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5" name="ph9145"/>
            <p:cNvSpPr/>
            <p:nvPr/>
          </p:nvSpPr>
          <p:spPr>
            <a:xfrm>
              <a:off x="12124313" y="2184960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6" name="ph9146"/>
            <p:cNvSpPr/>
            <p:nvPr/>
          </p:nvSpPr>
          <p:spPr>
            <a:xfrm>
              <a:off x="12147914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7" name="ph9147"/>
            <p:cNvSpPr/>
            <p:nvPr/>
          </p:nvSpPr>
          <p:spPr>
            <a:xfrm>
              <a:off x="12048526" y="2292131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8" name="ph9148"/>
            <p:cNvSpPr/>
            <p:nvPr/>
          </p:nvSpPr>
          <p:spPr>
            <a:xfrm>
              <a:off x="12083987" y="2344003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9" name="ph9149"/>
            <p:cNvSpPr/>
            <p:nvPr/>
          </p:nvSpPr>
          <p:spPr>
            <a:xfrm>
              <a:off x="12049487" y="2246801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0" name="ph9150"/>
            <p:cNvSpPr/>
            <p:nvPr/>
          </p:nvSpPr>
          <p:spPr>
            <a:xfrm>
              <a:off x="12020040" y="2261566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1" name="ph9151"/>
            <p:cNvSpPr/>
            <p:nvPr/>
          </p:nvSpPr>
          <p:spPr>
            <a:xfrm>
              <a:off x="12157518" y="2181802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2" name="ph9152"/>
            <p:cNvSpPr/>
            <p:nvPr/>
          </p:nvSpPr>
          <p:spPr>
            <a:xfrm>
              <a:off x="12143060" y="2293501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3" name="ph9153"/>
            <p:cNvSpPr/>
            <p:nvPr/>
          </p:nvSpPr>
          <p:spPr>
            <a:xfrm>
              <a:off x="12000386" y="2331344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4" name="ph9154"/>
            <p:cNvSpPr/>
            <p:nvPr/>
          </p:nvSpPr>
          <p:spPr>
            <a:xfrm>
              <a:off x="12130095" y="2222677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5" name="ph9155"/>
            <p:cNvSpPr/>
            <p:nvPr/>
          </p:nvSpPr>
          <p:spPr>
            <a:xfrm>
              <a:off x="12042277" y="2224429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6" name="ph9156"/>
            <p:cNvSpPr/>
            <p:nvPr/>
          </p:nvSpPr>
          <p:spPr>
            <a:xfrm>
              <a:off x="12106279" y="2238682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7" name="ph9157"/>
            <p:cNvSpPr/>
            <p:nvPr/>
          </p:nvSpPr>
          <p:spPr>
            <a:xfrm>
              <a:off x="12060403" y="2320829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8" name="ph9158"/>
            <p:cNvSpPr/>
            <p:nvPr/>
          </p:nvSpPr>
          <p:spPr>
            <a:xfrm>
              <a:off x="12019776" y="2279698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9" name="ph9159"/>
            <p:cNvSpPr/>
            <p:nvPr/>
          </p:nvSpPr>
          <p:spPr>
            <a:xfrm>
              <a:off x="11964464" y="2280188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0" name="ph9160"/>
            <p:cNvSpPr/>
            <p:nvPr/>
          </p:nvSpPr>
          <p:spPr>
            <a:xfrm>
              <a:off x="12112095" y="2271015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1" name="ph9161"/>
            <p:cNvSpPr/>
            <p:nvPr/>
          </p:nvSpPr>
          <p:spPr>
            <a:xfrm>
              <a:off x="12032277" y="2254776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2" name="ph9162"/>
            <p:cNvSpPr/>
            <p:nvPr/>
          </p:nvSpPr>
          <p:spPr>
            <a:xfrm>
              <a:off x="11984257" y="2320128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3" name="ph9163"/>
            <p:cNvSpPr/>
            <p:nvPr/>
          </p:nvSpPr>
          <p:spPr>
            <a:xfrm>
              <a:off x="12013245" y="2296228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4" name="ph9164"/>
            <p:cNvSpPr/>
            <p:nvPr/>
          </p:nvSpPr>
          <p:spPr>
            <a:xfrm>
              <a:off x="12066539" y="2364921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5" name="ph9165"/>
            <p:cNvSpPr/>
            <p:nvPr/>
          </p:nvSpPr>
          <p:spPr>
            <a:xfrm>
              <a:off x="12067526" y="2284157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6" name="ph9166"/>
            <p:cNvSpPr/>
            <p:nvPr/>
          </p:nvSpPr>
          <p:spPr>
            <a:xfrm>
              <a:off x="12023143" y="2232169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7" name="ph9167"/>
            <p:cNvSpPr/>
            <p:nvPr/>
          </p:nvSpPr>
          <p:spPr>
            <a:xfrm>
              <a:off x="12088757" y="2220318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8" name="ph9168"/>
            <p:cNvSpPr/>
            <p:nvPr/>
          </p:nvSpPr>
          <p:spPr>
            <a:xfrm>
              <a:off x="11999862" y="2344930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9" name="ph9169"/>
            <p:cNvSpPr/>
            <p:nvPr/>
          </p:nvSpPr>
          <p:spPr>
            <a:xfrm>
              <a:off x="12121570" y="2199561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B580D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0" name="ph9170"/>
            <p:cNvSpPr/>
            <p:nvPr/>
          </p:nvSpPr>
          <p:spPr>
            <a:xfrm>
              <a:off x="12073870" y="2195539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1" name="ph9171"/>
            <p:cNvSpPr/>
            <p:nvPr/>
          </p:nvSpPr>
          <p:spPr>
            <a:xfrm>
              <a:off x="11994819" y="2318377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2" name="ph9172"/>
            <p:cNvSpPr/>
            <p:nvPr/>
          </p:nvSpPr>
          <p:spPr>
            <a:xfrm>
              <a:off x="12018318" y="2245124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3" name="ph9173"/>
            <p:cNvSpPr/>
            <p:nvPr/>
          </p:nvSpPr>
          <p:spPr>
            <a:xfrm>
              <a:off x="12053796" y="2263581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4" name="ph9174"/>
            <p:cNvSpPr/>
            <p:nvPr/>
          </p:nvSpPr>
          <p:spPr>
            <a:xfrm>
              <a:off x="12154075" y="2252949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5" name="ph9175"/>
            <p:cNvSpPr/>
            <p:nvPr/>
          </p:nvSpPr>
          <p:spPr>
            <a:xfrm>
              <a:off x="12082634" y="2289296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6" name="ph9176"/>
            <p:cNvSpPr/>
            <p:nvPr/>
          </p:nvSpPr>
          <p:spPr>
            <a:xfrm>
              <a:off x="12112843" y="2275368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7" name="ph9177"/>
            <p:cNvSpPr/>
            <p:nvPr/>
          </p:nvSpPr>
          <p:spPr>
            <a:xfrm>
              <a:off x="11923439" y="2294887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8" name="ph9178"/>
            <p:cNvSpPr/>
            <p:nvPr/>
          </p:nvSpPr>
          <p:spPr>
            <a:xfrm>
              <a:off x="12152178" y="2185188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9" name="ph9179"/>
            <p:cNvSpPr/>
            <p:nvPr/>
          </p:nvSpPr>
          <p:spPr>
            <a:xfrm>
              <a:off x="12140044" y="2267555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0" name="ph9180"/>
            <p:cNvSpPr/>
            <p:nvPr/>
          </p:nvSpPr>
          <p:spPr>
            <a:xfrm>
              <a:off x="12050202" y="2259904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1" name="ph9181"/>
            <p:cNvSpPr/>
            <p:nvPr/>
          </p:nvSpPr>
          <p:spPr>
            <a:xfrm>
              <a:off x="12032066" y="2332993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2" name="ph9182"/>
            <p:cNvSpPr/>
            <p:nvPr/>
          </p:nvSpPr>
          <p:spPr>
            <a:xfrm>
              <a:off x="12029013" y="2319441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3" name="ph9183"/>
            <p:cNvSpPr/>
            <p:nvPr/>
          </p:nvSpPr>
          <p:spPr>
            <a:xfrm>
              <a:off x="11964105" y="2309709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4" name="ph9184"/>
            <p:cNvSpPr/>
            <p:nvPr/>
          </p:nvSpPr>
          <p:spPr>
            <a:xfrm>
              <a:off x="11940986" y="2280242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5" name="ph9185"/>
            <p:cNvSpPr/>
            <p:nvPr/>
          </p:nvSpPr>
          <p:spPr>
            <a:xfrm>
              <a:off x="11980127" y="2249170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6" name="ph9186"/>
            <p:cNvSpPr/>
            <p:nvPr/>
          </p:nvSpPr>
          <p:spPr>
            <a:xfrm>
              <a:off x="12130345" y="2297108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7" name="ph9187"/>
            <p:cNvSpPr/>
            <p:nvPr/>
          </p:nvSpPr>
          <p:spPr>
            <a:xfrm>
              <a:off x="12009730" y="2248404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8" name="ph9188"/>
            <p:cNvSpPr/>
            <p:nvPr/>
          </p:nvSpPr>
          <p:spPr>
            <a:xfrm>
              <a:off x="12025013" y="2277585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9" name="ph9189"/>
            <p:cNvSpPr/>
            <p:nvPr/>
          </p:nvSpPr>
          <p:spPr>
            <a:xfrm>
              <a:off x="12044983" y="2331312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0" name="ph9190"/>
            <p:cNvSpPr/>
            <p:nvPr/>
          </p:nvSpPr>
          <p:spPr>
            <a:xfrm>
              <a:off x="12023491" y="2241436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1" name="ph9191"/>
            <p:cNvSpPr/>
            <p:nvPr/>
          </p:nvSpPr>
          <p:spPr>
            <a:xfrm>
              <a:off x="12039598" y="2348524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2" name="ph9192"/>
            <p:cNvSpPr/>
            <p:nvPr/>
          </p:nvSpPr>
          <p:spPr>
            <a:xfrm>
              <a:off x="12119156" y="2329071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3" name="ph9193"/>
            <p:cNvSpPr/>
            <p:nvPr/>
          </p:nvSpPr>
          <p:spPr>
            <a:xfrm>
              <a:off x="11923454" y="2307669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4" name="ph9194"/>
            <p:cNvSpPr/>
            <p:nvPr/>
          </p:nvSpPr>
          <p:spPr>
            <a:xfrm>
              <a:off x="12020627" y="2336589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5" name="ph9195"/>
            <p:cNvSpPr/>
            <p:nvPr/>
          </p:nvSpPr>
          <p:spPr>
            <a:xfrm>
              <a:off x="11724802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6" name="ph9196"/>
            <p:cNvSpPr/>
            <p:nvPr/>
          </p:nvSpPr>
          <p:spPr>
            <a:xfrm>
              <a:off x="11799255" y="2154897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7" name="ph9197"/>
            <p:cNvSpPr/>
            <p:nvPr/>
          </p:nvSpPr>
          <p:spPr>
            <a:xfrm>
              <a:off x="11799638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8" name="ph9198"/>
            <p:cNvSpPr/>
            <p:nvPr/>
          </p:nvSpPr>
          <p:spPr>
            <a:xfrm>
              <a:off x="11796792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9" name="ph9199"/>
            <p:cNvSpPr/>
            <p:nvPr/>
          </p:nvSpPr>
          <p:spPr>
            <a:xfrm>
              <a:off x="11797199" y="2154238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0" name="ph9200"/>
            <p:cNvSpPr/>
            <p:nvPr/>
          </p:nvSpPr>
          <p:spPr>
            <a:xfrm>
              <a:off x="11798917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1" name="ph9201"/>
            <p:cNvSpPr/>
            <p:nvPr/>
          </p:nvSpPr>
          <p:spPr>
            <a:xfrm>
              <a:off x="11972293" y="2093337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2" name="ph9202"/>
            <p:cNvSpPr/>
            <p:nvPr/>
          </p:nvSpPr>
          <p:spPr>
            <a:xfrm>
              <a:off x="11974881" y="2093490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3" name="ph9203"/>
            <p:cNvSpPr/>
            <p:nvPr/>
          </p:nvSpPr>
          <p:spPr>
            <a:xfrm>
              <a:off x="11975490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4" name="ph9204"/>
            <p:cNvSpPr/>
            <p:nvPr/>
          </p:nvSpPr>
          <p:spPr>
            <a:xfrm>
              <a:off x="11972423" y="2087243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5" name="ph9205"/>
            <p:cNvSpPr/>
            <p:nvPr/>
          </p:nvSpPr>
          <p:spPr>
            <a:xfrm>
              <a:off x="11972137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6" name="ph9206"/>
            <p:cNvSpPr/>
            <p:nvPr/>
          </p:nvSpPr>
          <p:spPr>
            <a:xfrm>
              <a:off x="11974042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7" name="ph9207"/>
            <p:cNvSpPr/>
            <p:nvPr/>
          </p:nvSpPr>
          <p:spPr>
            <a:xfrm>
              <a:off x="11972449" y="2086650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8" name="ph9208"/>
            <p:cNvSpPr/>
            <p:nvPr/>
          </p:nvSpPr>
          <p:spPr>
            <a:xfrm>
              <a:off x="11972793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9" name="ph9209"/>
            <p:cNvSpPr/>
            <p:nvPr/>
          </p:nvSpPr>
          <p:spPr>
            <a:xfrm>
              <a:off x="11974605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0" name="ph9210"/>
            <p:cNvSpPr/>
            <p:nvPr/>
          </p:nvSpPr>
          <p:spPr>
            <a:xfrm>
              <a:off x="11973734" y="2085051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1" name="ph9211"/>
            <p:cNvSpPr/>
            <p:nvPr/>
          </p:nvSpPr>
          <p:spPr>
            <a:xfrm>
              <a:off x="11974167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2" name="ph9212"/>
            <p:cNvSpPr/>
            <p:nvPr/>
          </p:nvSpPr>
          <p:spPr>
            <a:xfrm>
              <a:off x="11978102" y="2102177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3" name="ph9213"/>
            <p:cNvSpPr/>
            <p:nvPr/>
          </p:nvSpPr>
          <p:spPr>
            <a:xfrm>
              <a:off x="11977485" y="2101794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4" name="ph9214"/>
            <p:cNvSpPr/>
            <p:nvPr/>
          </p:nvSpPr>
          <p:spPr>
            <a:xfrm>
              <a:off x="11978572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5" name="ph9215"/>
            <p:cNvSpPr/>
            <p:nvPr/>
          </p:nvSpPr>
          <p:spPr>
            <a:xfrm>
              <a:off x="11975428" y="2096471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6" name="ph9216"/>
            <p:cNvSpPr/>
            <p:nvPr/>
          </p:nvSpPr>
          <p:spPr>
            <a:xfrm>
              <a:off x="11977050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7" name="ph9217"/>
            <p:cNvSpPr/>
            <p:nvPr/>
          </p:nvSpPr>
          <p:spPr>
            <a:xfrm>
              <a:off x="11976104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8" name="ph9218"/>
            <p:cNvSpPr/>
            <p:nvPr/>
          </p:nvSpPr>
          <p:spPr>
            <a:xfrm>
              <a:off x="11975762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9" name="ph9219"/>
            <p:cNvSpPr/>
            <p:nvPr/>
          </p:nvSpPr>
          <p:spPr>
            <a:xfrm>
              <a:off x="11977676" y="2094246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0" name="ph9220"/>
            <p:cNvSpPr/>
            <p:nvPr/>
          </p:nvSpPr>
          <p:spPr>
            <a:xfrm>
              <a:off x="11977233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1" name="ph9221"/>
            <p:cNvSpPr/>
            <p:nvPr/>
          </p:nvSpPr>
          <p:spPr>
            <a:xfrm>
              <a:off x="11976026" y="2092344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2" name="ph9222"/>
            <p:cNvSpPr/>
            <p:nvPr/>
          </p:nvSpPr>
          <p:spPr>
            <a:xfrm>
              <a:off x="11977542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3" name="ph9223"/>
            <p:cNvSpPr/>
            <p:nvPr/>
          </p:nvSpPr>
          <p:spPr>
            <a:xfrm>
              <a:off x="11976886" y="2091112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4" name="ph9224"/>
            <p:cNvSpPr/>
            <p:nvPr/>
          </p:nvSpPr>
          <p:spPr>
            <a:xfrm>
              <a:off x="11975638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5" name="ph9225"/>
            <p:cNvSpPr/>
            <p:nvPr/>
          </p:nvSpPr>
          <p:spPr>
            <a:xfrm>
              <a:off x="11976886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6" name="ph9226"/>
            <p:cNvSpPr/>
            <p:nvPr/>
          </p:nvSpPr>
          <p:spPr>
            <a:xfrm>
              <a:off x="11976517" y="2089864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7" name="ph9227"/>
            <p:cNvSpPr/>
            <p:nvPr/>
          </p:nvSpPr>
          <p:spPr>
            <a:xfrm>
              <a:off x="11976706" y="2089603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8" name="ph9228"/>
            <p:cNvSpPr/>
            <p:nvPr/>
          </p:nvSpPr>
          <p:spPr>
            <a:xfrm>
              <a:off x="11976189" y="2232096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9" name="ph9229"/>
            <p:cNvSpPr/>
            <p:nvPr/>
          </p:nvSpPr>
          <p:spPr>
            <a:xfrm>
              <a:off x="11985856" y="2108817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0" name="ph9230"/>
            <p:cNvSpPr/>
            <p:nvPr/>
          </p:nvSpPr>
          <p:spPr>
            <a:xfrm>
              <a:off x="11986895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1" name="ph9231"/>
            <p:cNvSpPr/>
            <p:nvPr/>
          </p:nvSpPr>
          <p:spPr>
            <a:xfrm>
              <a:off x="11985052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2" name="ph9232"/>
            <p:cNvSpPr/>
            <p:nvPr/>
          </p:nvSpPr>
          <p:spPr>
            <a:xfrm>
              <a:off x="11986468" y="2107924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3" name="ph9233"/>
            <p:cNvSpPr/>
            <p:nvPr/>
          </p:nvSpPr>
          <p:spPr>
            <a:xfrm>
              <a:off x="11984963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4" name="ph9234"/>
            <p:cNvSpPr/>
            <p:nvPr/>
          </p:nvSpPr>
          <p:spPr>
            <a:xfrm>
              <a:off x="11985009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5" name="ph9235"/>
            <p:cNvSpPr/>
            <p:nvPr/>
          </p:nvSpPr>
          <p:spPr>
            <a:xfrm>
              <a:off x="11985434" y="2106822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6" name="ph9236"/>
            <p:cNvSpPr/>
            <p:nvPr/>
          </p:nvSpPr>
          <p:spPr>
            <a:xfrm>
              <a:off x="11979191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7" name="ph9237"/>
            <p:cNvSpPr/>
            <p:nvPr/>
          </p:nvSpPr>
          <p:spPr>
            <a:xfrm>
              <a:off x="11980212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8" name="ph9238"/>
            <p:cNvSpPr/>
            <p:nvPr/>
          </p:nvSpPr>
          <p:spPr>
            <a:xfrm>
              <a:off x="11980127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9" name="ph9239"/>
            <p:cNvSpPr/>
            <p:nvPr/>
          </p:nvSpPr>
          <p:spPr>
            <a:xfrm>
              <a:off x="11979182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0" name="ph9240"/>
            <p:cNvSpPr/>
            <p:nvPr/>
          </p:nvSpPr>
          <p:spPr>
            <a:xfrm>
              <a:off x="11979386" y="2100746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1" name="ph9241"/>
            <p:cNvSpPr/>
            <p:nvPr/>
          </p:nvSpPr>
          <p:spPr>
            <a:xfrm>
              <a:off x="11970937" y="2084945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2" name="ph9242"/>
            <p:cNvSpPr/>
            <p:nvPr/>
          </p:nvSpPr>
          <p:spPr>
            <a:xfrm>
              <a:off x="11979313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3" name="ph9243"/>
            <p:cNvSpPr/>
            <p:nvPr/>
          </p:nvSpPr>
          <p:spPr>
            <a:xfrm>
              <a:off x="12062269" y="2341919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4" name="ph9244"/>
            <p:cNvSpPr/>
            <p:nvPr/>
          </p:nvSpPr>
          <p:spPr>
            <a:xfrm>
              <a:off x="12072653" y="2228409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5" name="ph9245"/>
            <p:cNvSpPr/>
            <p:nvPr/>
          </p:nvSpPr>
          <p:spPr>
            <a:xfrm>
              <a:off x="12071846" y="2209720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6" name="ph9246"/>
            <p:cNvSpPr/>
            <p:nvPr/>
          </p:nvSpPr>
          <p:spPr>
            <a:xfrm>
              <a:off x="12008227" y="2272443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7" name="ph9247"/>
            <p:cNvSpPr/>
            <p:nvPr/>
          </p:nvSpPr>
          <p:spPr>
            <a:xfrm>
              <a:off x="11933858" y="2244638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8" name="ph9248"/>
            <p:cNvSpPr/>
            <p:nvPr/>
          </p:nvSpPr>
          <p:spPr>
            <a:xfrm>
              <a:off x="12111685" y="2267336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9" name="ph9249"/>
            <p:cNvSpPr/>
            <p:nvPr/>
          </p:nvSpPr>
          <p:spPr>
            <a:xfrm>
              <a:off x="12161928" y="2297644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0" name="ph9250"/>
            <p:cNvSpPr/>
            <p:nvPr/>
          </p:nvSpPr>
          <p:spPr>
            <a:xfrm>
              <a:off x="12014970" y="2230701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1" name="ph9251"/>
            <p:cNvSpPr/>
            <p:nvPr/>
          </p:nvSpPr>
          <p:spPr>
            <a:xfrm>
              <a:off x="12142329" y="2308763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2" name="ph9252"/>
            <p:cNvSpPr/>
            <p:nvPr/>
          </p:nvSpPr>
          <p:spPr>
            <a:xfrm>
              <a:off x="12014834" y="2320422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3" name="ph9253"/>
            <p:cNvSpPr/>
            <p:nvPr/>
          </p:nvSpPr>
          <p:spPr>
            <a:xfrm>
              <a:off x="12117277" y="2303001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4" name="ph9254"/>
            <p:cNvSpPr/>
            <p:nvPr/>
          </p:nvSpPr>
          <p:spPr>
            <a:xfrm>
              <a:off x="12043150" y="2323489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5" name="ph9255"/>
            <p:cNvSpPr/>
            <p:nvPr/>
          </p:nvSpPr>
          <p:spPr>
            <a:xfrm>
              <a:off x="12082148" y="2244525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6" name="ph9256"/>
            <p:cNvSpPr/>
            <p:nvPr/>
          </p:nvSpPr>
          <p:spPr>
            <a:xfrm>
              <a:off x="11714243" y="2303702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7" name="ph9257"/>
            <p:cNvSpPr/>
            <p:nvPr/>
          </p:nvSpPr>
          <p:spPr>
            <a:xfrm>
              <a:off x="11717246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8" name="ph9258"/>
            <p:cNvSpPr/>
            <p:nvPr/>
          </p:nvSpPr>
          <p:spPr>
            <a:xfrm>
              <a:off x="11719142" y="2301701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9" name="ph9259"/>
            <p:cNvSpPr/>
            <p:nvPr/>
          </p:nvSpPr>
          <p:spPr>
            <a:xfrm>
              <a:off x="11704707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0" name="ph9260"/>
            <p:cNvSpPr/>
            <p:nvPr/>
          </p:nvSpPr>
          <p:spPr>
            <a:xfrm>
              <a:off x="11919972" y="2263224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1" name="ph9261"/>
            <p:cNvSpPr/>
            <p:nvPr/>
          </p:nvSpPr>
          <p:spPr>
            <a:xfrm>
              <a:off x="12158376" y="2245360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8684C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2" name="ph9262"/>
            <p:cNvSpPr/>
            <p:nvPr/>
          </p:nvSpPr>
          <p:spPr>
            <a:xfrm>
              <a:off x="10574479" y="1840151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3" name="ph9263"/>
            <p:cNvSpPr/>
            <p:nvPr/>
          </p:nvSpPr>
          <p:spPr>
            <a:xfrm>
              <a:off x="10490968" y="2237759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4" name="ph9264"/>
            <p:cNvSpPr/>
            <p:nvPr/>
          </p:nvSpPr>
          <p:spPr>
            <a:xfrm>
              <a:off x="10450036" y="2223306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5" name="ph9265"/>
            <p:cNvSpPr/>
            <p:nvPr/>
          </p:nvSpPr>
          <p:spPr>
            <a:xfrm>
              <a:off x="10456532" y="2259319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6" name="ph9266"/>
            <p:cNvSpPr/>
            <p:nvPr/>
          </p:nvSpPr>
          <p:spPr>
            <a:xfrm>
              <a:off x="10576807" y="2123108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7" name="ph9267"/>
            <p:cNvSpPr/>
            <p:nvPr/>
          </p:nvSpPr>
          <p:spPr>
            <a:xfrm>
              <a:off x="10612234" y="2152076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8" name="ph9268"/>
            <p:cNvSpPr/>
            <p:nvPr/>
          </p:nvSpPr>
          <p:spPr>
            <a:xfrm>
              <a:off x="10552316" y="2079760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9" name="ph9269"/>
            <p:cNvSpPr/>
            <p:nvPr/>
          </p:nvSpPr>
          <p:spPr>
            <a:xfrm>
              <a:off x="10461110" y="1999358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0" name="ph9270"/>
            <p:cNvSpPr/>
            <p:nvPr/>
          </p:nvSpPr>
          <p:spPr>
            <a:xfrm>
              <a:off x="10480496" y="2289735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1" name="ph9271"/>
            <p:cNvSpPr/>
            <p:nvPr/>
          </p:nvSpPr>
          <p:spPr>
            <a:xfrm>
              <a:off x="10487555" y="2101571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2" name="ph9272"/>
            <p:cNvSpPr/>
            <p:nvPr/>
          </p:nvSpPr>
          <p:spPr>
            <a:xfrm>
              <a:off x="10457856" y="2021788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0D088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3" name="ph9273"/>
            <p:cNvSpPr/>
            <p:nvPr/>
          </p:nvSpPr>
          <p:spPr>
            <a:xfrm>
              <a:off x="10507642" y="2251017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4" name="ph9274"/>
            <p:cNvSpPr/>
            <p:nvPr/>
          </p:nvSpPr>
          <p:spPr>
            <a:xfrm>
              <a:off x="10525470" y="2078421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5" name="ph9275"/>
            <p:cNvSpPr/>
            <p:nvPr/>
          </p:nvSpPr>
          <p:spPr>
            <a:xfrm>
              <a:off x="10451720" y="2243259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6" name="ph9276"/>
            <p:cNvSpPr/>
            <p:nvPr/>
          </p:nvSpPr>
          <p:spPr>
            <a:xfrm>
              <a:off x="10644282" y="2122719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7" name="ph9277"/>
            <p:cNvSpPr/>
            <p:nvPr/>
          </p:nvSpPr>
          <p:spPr>
            <a:xfrm>
              <a:off x="10544770" y="1972048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8" name="ph9278"/>
            <p:cNvSpPr/>
            <p:nvPr/>
          </p:nvSpPr>
          <p:spPr>
            <a:xfrm>
              <a:off x="10560139" y="2096542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9" name="ph9279"/>
            <p:cNvSpPr/>
            <p:nvPr/>
          </p:nvSpPr>
          <p:spPr>
            <a:xfrm>
              <a:off x="10364500" y="2072645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0" name="ph9280"/>
            <p:cNvSpPr/>
            <p:nvPr/>
          </p:nvSpPr>
          <p:spPr>
            <a:xfrm>
              <a:off x="10466113" y="2220997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1" name="ph9281"/>
            <p:cNvSpPr/>
            <p:nvPr/>
          </p:nvSpPr>
          <p:spPr>
            <a:xfrm>
              <a:off x="10480346" y="2138960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2" name="ph9282"/>
            <p:cNvSpPr/>
            <p:nvPr/>
          </p:nvSpPr>
          <p:spPr>
            <a:xfrm>
              <a:off x="10590748" y="2149991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3" name="ph9283"/>
            <p:cNvSpPr/>
            <p:nvPr/>
          </p:nvSpPr>
          <p:spPr>
            <a:xfrm>
              <a:off x="10503971" y="2204028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4" name="ph9284"/>
            <p:cNvSpPr/>
            <p:nvPr/>
          </p:nvSpPr>
          <p:spPr>
            <a:xfrm>
              <a:off x="10480913" y="2128511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5" name="ph9285"/>
            <p:cNvSpPr/>
            <p:nvPr/>
          </p:nvSpPr>
          <p:spPr>
            <a:xfrm>
              <a:off x="10641576" y="2149832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6" name="ph9286"/>
            <p:cNvSpPr/>
            <p:nvPr/>
          </p:nvSpPr>
          <p:spPr>
            <a:xfrm>
              <a:off x="10418027" y="1962249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7" name="ph9287"/>
            <p:cNvSpPr/>
            <p:nvPr/>
          </p:nvSpPr>
          <p:spPr>
            <a:xfrm>
              <a:off x="10724627" y="1903375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8" name="ph9288"/>
            <p:cNvSpPr/>
            <p:nvPr/>
          </p:nvSpPr>
          <p:spPr>
            <a:xfrm>
              <a:off x="10597517" y="2106795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9" name="ph9289"/>
            <p:cNvSpPr/>
            <p:nvPr/>
          </p:nvSpPr>
          <p:spPr>
            <a:xfrm>
              <a:off x="10487288" y="1918109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0" name="ph9290"/>
            <p:cNvSpPr/>
            <p:nvPr/>
          </p:nvSpPr>
          <p:spPr>
            <a:xfrm>
              <a:off x="10525120" y="2084124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1" name="ph9291"/>
            <p:cNvSpPr/>
            <p:nvPr/>
          </p:nvSpPr>
          <p:spPr>
            <a:xfrm>
              <a:off x="10392537" y="2018813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2" name="ph9292"/>
            <p:cNvSpPr/>
            <p:nvPr/>
          </p:nvSpPr>
          <p:spPr>
            <a:xfrm>
              <a:off x="10552123" y="2089874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3" name="ph9293"/>
            <p:cNvSpPr/>
            <p:nvPr/>
          </p:nvSpPr>
          <p:spPr>
            <a:xfrm>
              <a:off x="10580234" y="2112511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4" name="ph9294"/>
            <p:cNvSpPr/>
            <p:nvPr/>
          </p:nvSpPr>
          <p:spPr>
            <a:xfrm>
              <a:off x="10470453" y="2211403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5" name="ph9295"/>
            <p:cNvSpPr/>
            <p:nvPr/>
          </p:nvSpPr>
          <p:spPr>
            <a:xfrm>
              <a:off x="10537064" y="2100549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6" name="ph9296"/>
            <p:cNvSpPr/>
            <p:nvPr/>
          </p:nvSpPr>
          <p:spPr>
            <a:xfrm>
              <a:off x="10531011" y="2111478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0F92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7" name="ph9297"/>
            <p:cNvSpPr/>
            <p:nvPr/>
          </p:nvSpPr>
          <p:spPr>
            <a:xfrm>
              <a:off x="10503971" y="2227376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8" name="ph9298"/>
            <p:cNvSpPr/>
            <p:nvPr/>
          </p:nvSpPr>
          <p:spPr>
            <a:xfrm>
              <a:off x="10468558" y="1920214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9" name="ph9299"/>
            <p:cNvSpPr/>
            <p:nvPr/>
          </p:nvSpPr>
          <p:spPr>
            <a:xfrm>
              <a:off x="10539809" y="2262333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0" name="ph9300"/>
            <p:cNvSpPr/>
            <p:nvPr/>
          </p:nvSpPr>
          <p:spPr>
            <a:xfrm>
              <a:off x="10488865" y="2263142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1" name="ph9301"/>
            <p:cNvSpPr/>
            <p:nvPr/>
          </p:nvSpPr>
          <p:spPr>
            <a:xfrm>
              <a:off x="10494647" y="2194762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2" name="ph9302"/>
            <p:cNvSpPr/>
            <p:nvPr/>
          </p:nvSpPr>
          <p:spPr>
            <a:xfrm>
              <a:off x="10460174" y="2288856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3" name="ph9303"/>
            <p:cNvSpPr/>
            <p:nvPr/>
          </p:nvSpPr>
          <p:spPr>
            <a:xfrm>
              <a:off x="10551670" y="1846984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4" name="ph9304"/>
            <p:cNvSpPr/>
            <p:nvPr/>
          </p:nvSpPr>
          <p:spPr>
            <a:xfrm>
              <a:off x="10619645" y="2185623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B12A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5" name="ph9305"/>
            <p:cNvSpPr/>
            <p:nvPr/>
          </p:nvSpPr>
          <p:spPr>
            <a:xfrm>
              <a:off x="10606723" y="2166529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6" name="ph9306"/>
            <p:cNvSpPr/>
            <p:nvPr/>
          </p:nvSpPr>
          <p:spPr>
            <a:xfrm>
              <a:off x="10436365" y="2260151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7" name="ph9307"/>
            <p:cNvSpPr/>
            <p:nvPr/>
          </p:nvSpPr>
          <p:spPr>
            <a:xfrm>
              <a:off x="10432752" y="1930592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8" name="ph9308"/>
            <p:cNvSpPr/>
            <p:nvPr/>
          </p:nvSpPr>
          <p:spPr>
            <a:xfrm>
              <a:off x="10615054" y="2133164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9" name="ph9309"/>
            <p:cNvSpPr/>
            <p:nvPr/>
          </p:nvSpPr>
          <p:spPr>
            <a:xfrm>
              <a:off x="10483944" y="2275988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0" name="ph9310"/>
            <p:cNvSpPr/>
            <p:nvPr/>
          </p:nvSpPr>
          <p:spPr>
            <a:xfrm>
              <a:off x="10473187" y="1965593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1" name="ph9311"/>
            <p:cNvSpPr/>
            <p:nvPr/>
          </p:nvSpPr>
          <p:spPr>
            <a:xfrm>
              <a:off x="10496690" y="2131257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0B2B1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2" name="ph9312"/>
            <p:cNvSpPr/>
            <p:nvPr/>
          </p:nvSpPr>
          <p:spPr>
            <a:xfrm>
              <a:off x="10437370" y="2132202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3" name="ph9313"/>
            <p:cNvSpPr/>
            <p:nvPr/>
          </p:nvSpPr>
          <p:spPr>
            <a:xfrm>
              <a:off x="10385433" y="2053189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4" name="ph9314"/>
            <p:cNvSpPr/>
            <p:nvPr/>
          </p:nvSpPr>
          <p:spPr>
            <a:xfrm>
              <a:off x="10564968" y="2142004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5" name="ph9315"/>
            <p:cNvSpPr/>
            <p:nvPr/>
          </p:nvSpPr>
          <p:spPr>
            <a:xfrm>
              <a:off x="10681873" y="1877113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895C8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6" name="ph9316"/>
            <p:cNvSpPr/>
            <p:nvPr/>
          </p:nvSpPr>
          <p:spPr>
            <a:xfrm>
              <a:off x="10432762" y="2269216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7" name="ph9317"/>
            <p:cNvSpPr/>
            <p:nvPr/>
          </p:nvSpPr>
          <p:spPr>
            <a:xfrm>
              <a:off x="10542724" y="2137523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8" name="ph9318"/>
            <p:cNvSpPr/>
            <p:nvPr/>
          </p:nvSpPr>
          <p:spPr>
            <a:xfrm>
              <a:off x="10528357" y="2011438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FED39B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9" name="ph9319"/>
            <p:cNvSpPr/>
            <p:nvPr/>
          </p:nvSpPr>
          <p:spPr>
            <a:xfrm>
              <a:off x="10443450" y="2290692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F8FC90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0" name="ph9320"/>
            <p:cNvSpPr/>
            <p:nvPr/>
          </p:nvSpPr>
          <p:spPr>
            <a:xfrm>
              <a:off x="9173175" y="2579258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1" name="ph9321"/>
            <p:cNvSpPr/>
            <p:nvPr/>
          </p:nvSpPr>
          <p:spPr>
            <a:xfrm>
              <a:off x="9598207" y="2553377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2" name="ph9322"/>
            <p:cNvSpPr/>
            <p:nvPr/>
          </p:nvSpPr>
          <p:spPr>
            <a:xfrm>
              <a:off x="9484385" y="2529522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3" name="ph9323"/>
            <p:cNvSpPr/>
            <p:nvPr/>
          </p:nvSpPr>
          <p:spPr>
            <a:xfrm>
              <a:off x="9627969" y="2498334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4" name="ph9324"/>
            <p:cNvSpPr/>
            <p:nvPr/>
          </p:nvSpPr>
          <p:spPr>
            <a:xfrm>
              <a:off x="9572218" y="1893973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5" name="ph9325"/>
            <p:cNvSpPr/>
            <p:nvPr/>
          </p:nvSpPr>
          <p:spPr>
            <a:xfrm>
              <a:off x="9536954" y="1873657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6" name="ph9326"/>
            <p:cNvSpPr/>
            <p:nvPr/>
          </p:nvSpPr>
          <p:spPr>
            <a:xfrm>
              <a:off x="9508498" y="1784928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7" name="ph9327"/>
            <p:cNvSpPr/>
            <p:nvPr/>
          </p:nvSpPr>
          <p:spPr>
            <a:xfrm>
              <a:off x="9665757" y="1810056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8" name="ph9328"/>
            <p:cNvSpPr/>
            <p:nvPr/>
          </p:nvSpPr>
          <p:spPr>
            <a:xfrm>
              <a:off x="9660320" y="1800093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9" name="ph9329"/>
            <p:cNvSpPr/>
            <p:nvPr/>
          </p:nvSpPr>
          <p:spPr>
            <a:xfrm>
              <a:off x="9660055" y="1795606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0" name="ph9330"/>
            <p:cNvSpPr/>
            <p:nvPr/>
          </p:nvSpPr>
          <p:spPr>
            <a:xfrm>
              <a:off x="9657337" y="17857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1" name="ph9331"/>
            <p:cNvSpPr/>
            <p:nvPr/>
          </p:nvSpPr>
          <p:spPr>
            <a:xfrm>
              <a:off x="9529060" y="1758495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2" name="ph9332"/>
            <p:cNvSpPr/>
            <p:nvPr/>
          </p:nvSpPr>
          <p:spPr>
            <a:xfrm>
              <a:off x="9639996" y="1753783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3" name="ph9333"/>
            <p:cNvSpPr/>
            <p:nvPr/>
          </p:nvSpPr>
          <p:spPr>
            <a:xfrm>
              <a:off x="9637673" y="1753584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4" name="ph9334"/>
            <p:cNvSpPr/>
            <p:nvPr/>
          </p:nvSpPr>
          <p:spPr>
            <a:xfrm>
              <a:off x="9082694" y="872997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5" name="ph9335"/>
            <p:cNvSpPr/>
            <p:nvPr/>
          </p:nvSpPr>
          <p:spPr>
            <a:xfrm>
              <a:off x="9534854" y="1735360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6" name="ph9336"/>
            <p:cNvSpPr/>
            <p:nvPr/>
          </p:nvSpPr>
          <p:spPr>
            <a:xfrm>
              <a:off x="9648782" y="1739439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7" name="ph9337"/>
            <p:cNvSpPr/>
            <p:nvPr/>
          </p:nvSpPr>
          <p:spPr>
            <a:xfrm>
              <a:off x="9537213" y="1736966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8" name="ph9338"/>
            <p:cNvSpPr/>
            <p:nvPr/>
          </p:nvSpPr>
          <p:spPr>
            <a:xfrm>
              <a:off x="9650536" y="1735947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9" name="ph9339"/>
            <p:cNvSpPr/>
            <p:nvPr/>
          </p:nvSpPr>
          <p:spPr>
            <a:xfrm>
              <a:off x="9630977" y="1736002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0" name="ph9340"/>
            <p:cNvSpPr/>
            <p:nvPr/>
          </p:nvSpPr>
          <p:spPr>
            <a:xfrm>
              <a:off x="9649974" y="1735930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1" name="ph9341"/>
            <p:cNvSpPr/>
            <p:nvPr/>
          </p:nvSpPr>
          <p:spPr>
            <a:xfrm>
              <a:off x="9630816" y="1734488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2" name="ph9342"/>
            <p:cNvSpPr/>
            <p:nvPr/>
          </p:nvSpPr>
          <p:spPr>
            <a:xfrm>
              <a:off x="9625833" y="1732711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3" name="ph9343"/>
            <p:cNvSpPr/>
            <p:nvPr/>
          </p:nvSpPr>
          <p:spPr>
            <a:xfrm>
              <a:off x="9625248" y="173134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4" name="ph9344"/>
            <p:cNvSpPr/>
            <p:nvPr/>
          </p:nvSpPr>
          <p:spPr>
            <a:xfrm>
              <a:off x="9627770" y="1726446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5" name="ph9345"/>
            <p:cNvSpPr/>
            <p:nvPr/>
          </p:nvSpPr>
          <p:spPr>
            <a:xfrm>
              <a:off x="9621952" y="1722389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6" name="ph9346"/>
            <p:cNvSpPr/>
            <p:nvPr/>
          </p:nvSpPr>
          <p:spPr>
            <a:xfrm>
              <a:off x="9631060" y="1697222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7" name="ph9347"/>
            <p:cNvSpPr/>
            <p:nvPr/>
          </p:nvSpPr>
          <p:spPr>
            <a:xfrm>
              <a:off x="9638207" y="1699050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8" name="ph9348"/>
            <p:cNvSpPr/>
            <p:nvPr/>
          </p:nvSpPr>
          <p:spPr>
            <a:xfrm>
              <a:off x="9625189" y="1691019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9" name="ph9349"/>
            <p:cNvSpPr/>
            <p:nvPr/>
          </p:nvSpPr>
          <p:spPr>
            <a:xfrm>
              <a:off x="9627279" y="1687615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0" name="ph9350"/>
            <p:cNvSpPr/>
            <p:nvPr/>
          </p:nvSpPr>
          <p:spPr>
            <a:xfrm>
              <a:off x="9615488" y="1626503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1" name="ph9351"/>
            <p:cNvSpPr/>
            <p:nvPr/>
          </p:nvSpPr>
          <p:spPr>
            <a:xfrm>
              <a:off x="9421157" y="1601766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2" name="ph9352"/>
            <p:cNvSpPr/>
            <p:nvPr/>
          </p:nvSpPr>
          <p:spPr>
            <a:xfrm>
              <a:off x="9424519" y="1597144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3" name="ph9353"/>
            <p:cNvSpPr/>
            <p:nvPr/>
          </p:nvSpPr>
          <p:spPr>
            <a:xfrm>
              <a:off x="9566239" y="1594780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4" name="ph9354"/>
            <p:cNvSpPr/>
            <p:nvPr/>
          </p:nvSpPr>
          <p:spPr>
            <a:xfrm>
              <a:off x="9433752" y="1580689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5" name="ph9355"/>
            <p:cNvSpPr/>
            <p:nvPr/>
          </p:nvSpPr>
          <p:spPr>
            <a:xfrm>
              <a:off x="9433269" y="1578778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6" name="ph9356"/>
            <p:cNvSpPr/>
            <p:nvPr/>
          </p:nvSpPr>
          <p:spPr>
            <a:xfrm>
              <a:off x="9567473" y="1575411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7" name="ph9357"/>
            <p:cNvSpPr/>
            <p:nvPr/>
          </p:nvSpPr>
          <p:spPr>
            <a:xfrm>
              <a:off x="9568344" y="1573379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8" name="ph9358"/>
            <p:cNvSpPr/>
            <p:nvPr/>
          </p:nvSpPr>
          <p:spPr>
            <a:xfrm>
              <a:off x="9552316" y="1559632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9" name="ph9359"/>
            <p:cNvSpPr/>
            <p:nvPr/>
          </p:nvSpPr>
          <p:spPr>
            <a:xfrm>
              <a:off x="9548973" y="1548400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0" name="ph9360"/>
            <p:cNvSpPr/>
            <p:nvPr/>
          </p:nvSpPr>
          <p:spPr>
            <a:xfrm>
              <a:off x="9315042" y="1547702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1" name="ph9361"/>
            <p:cNvSpPr/>
            <p:nvPr/>
          </p:nvSpPr>
          <p:spPr>
            <a:xfrm>
              <a:off x="9306134" y="1542402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2" name="ph9362"/>
            <p:cNvSpPr/>
            <p:nvPr/>
          </p:nvSpPr>
          <p:spPr>
            <a:xfrm>
              <a:off x="9572441" y="1526492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3" name="ph9363"/>
            <p:cNvSpPr/>
            <p:nvPr/>
          </p:nvSpPr>
          <p:spPr>
            <a:xfrm>
              <a:off x="9676214" y="1482889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4" name="ph9364"/>
            <p:cNvSpPr/>
            <p:nvPr/>
          </p:nvSpPr>
          <p:spPr>
            <a:xfrm>
              <a:off x="9674605" y="1478864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5" name="ph9365"/>
            <p:cNvSpPr/>
            <p:nvPr/>
          </p:nvSpPr>
          <p:spPr>
            <a:xfrm>
              <a:off x="9665373" y="1475730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6" name="ph9366"/>
            <p:cNvSpPr/>
            <p:nvPr/>
          </p:nvSpPr>
          <p:spPr>
            <a:xfrm>
              <a:off x="9672571" y="1475675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7" name="ph9367"/>
            <p:cNvSpPr/>
            <p:nvPr/>
          </p:nvSpPr>
          <p:spPr>
            <a:xfrm>
              <a:off x="9666277" y="147512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8" name="ph9368"/>
            <p:cNvSpPr/>
            <p:nvPr/>
          </p:nvSpPr>
          <p:spPr>
            <a:xfrm>
              <a:off x="9666246" y="1474511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9" name="ph9369"/>
            <p:cNvSpPr/>
            <p:nvPr/>
          </p:nvSpPr>
          <p:spPr>
            <a:xfrm>
              <a:off x="9486830" y="1473964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0" name="ph9370"/>
            <p:cNvSpPr/>
            <p:nvPr/>
          </p:nvSpPr>
          <p:spPr>
            <a:xfrm>
              <a:off x="9668420" y="1473350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1" name="ph9371"/>
            <p:cNvSpPr/>
            <p:nvPr/>
          </p:nvSpPr>
          <p:spPr>
            <a:xfrm>
              <a:off x="9333520" y="1470478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2" name="ph9372"/>
            <p:cNvSpPr/>
            <p:nvPr/>
          </p:nvSpPr>
          <p:spPr>
            <a:xfrm>
              <a:off x="9326624" y="1470435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3" name="ph9373"/>
            <p:cNvSpPr/>
            <p:nvPr/>
          </p:nvSpPr>
          <p:spPr>
            <a:xfrm>
              <a:off x="9658660" y="1471920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4" name="ph9374"/>
            <p:cNvSpPr/>
            <p:nvPr/>
          </p:nvSpPr>
          <p:spPr>
            <a:xfrm>
              <a:off x="9630870" y="1467032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5" name="ph9375"/>
            <p:cNvSpPr/>
            <p:nvPr/>
          </p:nvSpPr>
          <p:spPr>
            <a:xfrm>
              <a:off x="9485442" y="146656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6" name="ph9376"/>
            <p:cNvSpPr/>
            <p:nvPr/>
          </p:nvSpPr>
          <p:spPr>
            <a:xfrm>
              <a:off x="9225586" y="1445697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7" name="ph9377"/>
            <p:cNvSpPr/>
            <p:nvPr/>
          </p:nvSpPr>
          <p:spPr>
            <a:xfrm>
              <a:off x="9225167" y="14458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8" name="ph9378"/>
            <p:cNvSpPr/>
            <p:nvPr/>
          </p:nvSpPr>
          <p:spPr>
            <a:xfrm>
              <a:off x="9343484" y="1432180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9" name="ph9379"/>
            <p:cNvSpPr/>
            <p:nvPr/>
          </p:nvSpPr>
          <p:spPr>
            <a:xfrm>
              <a:off x="9536075" y="1412574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0" name="ph9380"/>
            <p:cNvSpPr/>
            <p:nvPr/>
          </p:nvSpPr>
          <p:spPr>
            <a:xfrm>
              <a:off x="9212852" y="1388456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1" name="ph9381"/>
            <p:cNvSpPr/>
            <p:nvPr/>
          </p:nvSpPr>
          <p:spPr>
            <a:xfrm>
              <a:off x="9195834" y="1393105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2" name="ph9382"/>
            <p:cNvSpPr/>
            <p:nvPr/>
          </p:nvSpPr>
          <p:spPr>
            <a:xfrm>
              <a:off x="9189330" y="1392011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3" name="ph9383"/>
            <p:cNvSpPr/>
            <p:nvPr/>
          </p:nvSpPr>
          <p:spPr>
            <a:xfrm>
              <a:off x="9193096" y="1392714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4" name="ph9384"/>
            <p:cNvSpPr/>
            <p:nvPr/>
          </p:nvSpPr>
          <p:spPr>
            <a:xfrm>
              <a:off x="9478444" y="1373287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5" name="ph9385"/>
            <p:cNvSpPr/>
            <p:nvPr/>
          </p:nvSpPr>
          <p:spPr>
            <a:xfrm>
              <a:off x="9508016" y="1369239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6" name="ph9386"/>
            <p:cNvSpPr/>
            <p:nvPr/>
          </p:nvSpPr>
          <p:spPr>
            <a:xfrm>
              <a:off x="9541338" y="1371121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7" name="ph9387"/>
            <p:cNvSpPr/>
            <p:nvPr/>
          </p:nvSpPr>
          <p:spPr>
            <a:xfrm>
              <a:off x="9474480" y="1369271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8" name="ph9388"/>
            <p:cNvSpPr/>
            <p:nvPr/>
          </p:nvSpPr>
          <p:spPr>
            <a:xfrm>
              <a:off x="9477392" y="13706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9" name="ph9389"/>
            <p:cNvSpPr/>
            <p:nvPr/>
          </p:nvSpPr>
          <p:spPr>
            <a:xfrm>
              <a:off x="9471295" y="1367201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0" name="ph9390"/>
            <p:cNvSpPr/>
            <p:nvPr/>
          </p:nvSpPr>
          <p:spPr>
            <a:xfrm>
              <a:off x="9471224" y="1366028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1" name="ph9391"/>
            <p:cNvSpPr/>
            <p:nvPr/>
          </p:nvSpPr>
          <p:spPr>
            <a:xfrm>
              <a:off x="9576051" y="1363881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2" name="ph9392"/>
            <p:cNvSpPr/>
            <p:nvPr/>
          </p:nvSpPr>
          <p:spPr>
            <a:xfrm>
              <a:off x="9332740" y="1362427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3" name="ph9393"/>
            <p:cNvSpPr/>
            <p:nvPr/>
          </p:nvSpPr>
          <p:spPr>
            <a:xfrm>
              <a:off x="9333050" y="135975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4" name="ph9394"/>
            <p:cNvSpPr/>
            <p:nvPr/>
          </p:nvSpPr>
          <p:spPr>
            <a:xfrm>
              <a:off x="9470055" y="1354898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5" name="ph9395"/>
            <p:cNvSpPr/>
            <p:nvPr/>
          </p:nvSpPr>
          <p:spPr>
            <a:xfrm>
              <a:off x="9430926" y="1351667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6" name="ph9396"/>
            <p:cNvSpPr/>
            <p:nvPr/>
          </p:nvSpPr>
          <p:spPr>
            <a:xfrm>
              <a:off x="9465893" y="1347147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7" name="ph9397"/>
            <p:cNvSpPr/>
            <p:nvPr/>
          </p:nvSpPr>
          <p:spPr>
            <a:xfrm>
              <a:off x="9464354" y="1345643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8" name="ph9398"/>
            <p:cNvSpPr/>
            <p:nvPr/>
          </p:nvSpPr>
          <p:spPr>
            <a:xfrm>
              <a:off x="9431337" y="1345101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9" name="ph9399"/>
            <p:cNvSpPr/>
            <p:nvPr/>
          </p:nvSpPr>
          <p:spPr>
            <a:xfrm>
              <a:off x="9464624" y="1344237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0" name="ph9400"/>
            <p:cNvSpPr/>
            <p:nvPr/>
          </p:nvSpPr>
          <p:spPr>
            <a:xfrm>
              <a:off x="9514069" y="1312740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1" name="ph9401"/>
            <p:cNvSpPr/>
            <p:nvPr/>
          </p:nvSpPr>
          <p:spPr>
            <a:xfrm>
              <a:off x="9429012" y="1339695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2" name="ph9402"/>
            <p:cNvSpPr/>
            <p:nvPr/>
          </p:nvSpPr>
          <p:spPr>
            <a:xfrm>
              <a:off x="9419149" y="1335317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3" name="ph9403"/>
            <p:cNvSpPr/>
            <p:nvPr/>
          </p:nvSpPr>
          <p:spPr>
            <a:xfrm>
              <a:off x="9419655" y="1335391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4" name="ph9404"/>
            <p:cNvSpPr/>
            <p:nvPr/>
          </p:nvSpPr>
          <p:spPr>
            <a:xfrm>
              <a:off x="9419068" y="1332618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5" name="ph9405"/>
            <p:cNvSpPr/>
            <p:nvPr/>
          </p:nvSpPr>
          <p:spPr>
            <a:xfrm>
              <a:off x="9416404" y="1329549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6" name="ph9406"/>
            <p:cNvSpPr/>
            <p:nvPr/>
          </p:nvSpPr>
          <p:spPr>
            <a:xfrm>
              <a:off x="9415514" y="1330061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7" name="ph9407"/>
            <p:cNvSpPr/>
            <p:nvPr/>
          </p:nvSpPr>
          <p:spPr>
            <a:xfrm>
              <a:off x="9415590" y="132987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8" name="ph9408"/>
            <p:cNvSpPr/>
            <p:nvPr/>
          </p:nvSpPr>
          <p:spPr>
            <a:xfrm>
              <a:off x="9415201" y="1328970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9" name="ph9409"/>
            <p:cNvSpPr/>
            <p:nvPr/>
          </p:nvSpPr>
          <p:spPr>
            <a:xfrm>
              <a:off x="9416142" y="1328468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0" name="ph9410"/>
            <p:cNvSpPr/>
            <p:nvPr/>
          </p:nvSpPr>
          <p:spPr>
            <a:xfrm>
              <a:off x="9415196" y="1328186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1" name="ph9411"/>
            <p:cNvSpPr/>
            <p:nvPr/>
          </p:nvSpPr>
          <p:spPr>
            <a:xfrm>
              <a:off x="9417159" y="1328157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2" name="ph9412"/>
            <p:cNvSpPr/>
            <p:nvPr/>
          </p:nvSpPr>
          <p:spPr>
            <a:xfrm>
              <a:off x="9416127" y="1327916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3" name="ph9413"/>
            <p:cNvSpPr/>
            <p:nvPr/>
          </p:nvSpPr>
          <p:spPr>
            <a:xfrm>
              <a:off x="9421145" y="1327356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4" name="ph9414"/>
            <p:cNvSpPr/>
            <p:nvPr/>
          </p:nvSpPr>
          <p:spPr>
            <a:xfrm>
              <a:off x="9460395" y="1325211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5" name="ph9415"/>
            <p:cNvSpPr/>
            <p:nvPr/>
          </p:nvSpPr>
          <p:spPr>
            <a:xfrm>
              <a:off x="9416354" y="1321599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6" name="ph9416"/>
            <p:cNvSpPr/>
            <p:nvPr/>
          </p:nvSpPr>
          <p:spPr>
            <a:xfrm>
              <a:off x="9416047" y="1318392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7" name="ph9417"/>
            <p:cNvSpPr/>
            <p:nvPr/>
          </p:nvSpPr>
          <p:spPr>
            <a:xfrm>
              <a:off x="9415403" y="1318062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8" name="ph9418"/>
            <p:cNvSpPr/>
            <p:nvPr/>
          </p:nvSpPr>
          <p:spPr>
            <a:xfrm>
              <a:off x="9407999" y="1309028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9" name="ph9419"/>
            <p:cNvSpPr/>
            <p:nvPr/>
          </p:nvSpPr>
          <p:spPr>
            <a:xfrm>
              <a:off x="9412403" y="1264133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0" name="ph9420"/>
            <p:cNvSpPr/>
            <p:nvPr/>
          </p:nvSpPr>
          <p:spPr>
            <a:xfrm>
              <a:off x="8910100" y="1258962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1" name="ph9421"/>
            <p:cNvSpPr/>
            <p:nvPr/>
          </p:nvSpPr>
          <p:spPr>
            <a:xfrm>
              <a:off x="9416786" y="1263425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2" name="ph9422"/>
            <p:cNvSpPr/>
            <p:nvPr/>
          </p:nvSpPr>
          <p:spPr>
            <a:xfrm>
              <a:off x="9414812" y="1262206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3" name="ph9423"/>
            <p:cNvSpPr/>
            <p:nvPr/>
          </p:nvSpPr>
          <p:spPr>
            <a:xfrm>
              <a:off x="9418523" y="1262170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4" name="ph9424"/>
            <p:cNvSpPr/>
            <p:nvPr/>
          </p:nvSpPr>
          <p:spPr>
            <a:xfrm>
              <a:off x="9332770" y="1224252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5" name="ph9425"/>
            <p:cNvSpPr/>
            <p:nvPr/>
          </p:nvSpPr>
          <p:spPr>
            <a:xfrm>
              <a:off x="9186553" y="1213879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6" name="ph9426"/>
            <p:cNvSpPr/>
            <p:nvPr/>
          </p:nvSpPr>
          <p:spPr>
            <a:xfrm>
              <a:off x="9331006" y="1204203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7" name="ph9427"/>
            <p:cNvSpPr/>
            <p:nvPr/>
          </p:nvSpPr>
          <p:spPr>
            <a:xfrm>
              <a:off x="9334777" y="1203629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8" name="ph9428"/>
            <p:cNvSpPr/>
            <p:nvPr/>
          </p:nvSpPr>
          <p:spPr>
            <a:xfrm>
              <a:off x="9325719" y="1199544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9" name="ph9429"/>
            <p:cNvSpPr/>
            <p:nvPr/>
          </p:nvSpPr>
          <p:spPr>
            <a:xfrm>
              <a:off x="9324847" y="1195596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0" name="ph9430"/>
            <p:cNvSpPr/>
            <p:nvPr/>
          </p:nvSpPr>
          <p:spPr>
            <a:xfrm>
              <a:off x="9318772" y="1190358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1" name="ph9431"/>
            <p:cNvSpPr/>
            <p:nvPr/>
          </p:nvSpPr>
          <p:spPr>
            <a:xfrm>
              <a:off x="9311645" y="1185232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2" name="ph9432"/>
            <p:cNvSpPr/>
            <p:nvPr/>
          </p:nvSpPr>
          <p:spPr>
            <a:xfrm>
              <a:off x="9160655" y="1127159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3" name="ph9433"/>
            <p:cNvSpPr/>
            <p:nvPr/>
          </p:nvSpPr>
          <p:spPr>
            <a:xfrm>
              <a:off x="9322890" y="990368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4" name="ph9434"/>
            <p:cNvSpPr/>
            <p:nvPr/>
          </p:nvSpPr>
          <p:spPr>
            <a:xfrm>
              <a:off x="9311114" y="982008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5" name="ph9435"/>
            <p:cNvSpPr/>
            <p:nvPr/>
          </p:nvSpPr>
          <p:spPr>
            <a:xfrm>
              <a:off x="9107524" y="963645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6" name="ph9436"/>
            <p:cNvSpPr/>
            <p:nvPr/>
          </p:nvSpPr>
          <p:spPr>
            <a:xfrm>
              <a:off x="9106211" y="962724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7" name="ph9437"/>
            <p:cNvSpPr/>
            <p:nvPr/>
          </p:nvSpPr>
          <p:spPr>
            <a:xfrm>
              <a:off x="9069350" y="886112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8" name="ph9438"/>
            <p:cNvSpPr/>
            <p:nvPr/>
          </p:nvSpPr>
          <p:spPr>
            <a:xfrm>
              <a:off x="9067943" y="885362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9" name="ph9439"/>
            <p:cNvSpPr/>
            <p:nvPr/>
          </p:nvSpPr>
          <p:spPr>
            <a:xfrm>
              <a:off x="9064189" y="881744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0" name="ph9440"/>
            <p:cNvSpPr/>
            <p:nvPr/>
          </p:nvSpPr>
          <p:spPr>
            <a:xfrm>
              <a:off x="10148021" y="2283794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1" name="ph9441"/>
            <p:cNvSpPr/>
            <p:nvPr/>
          </p:nvSpPr>
          <p:spPr>
            <a:xfrm>
              <a:off x="10124475" y="2264119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2" name="ph9442"/>
            <p:cNvSpPr/>
            <p:nvPr/>
          </p:nvSpPr>
          <p:spPr>
            <a:xfrm>
              <a:off x="10107623" y="2239798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3" name="ph9443"/>
            <p:cNvSpPr/>
            <p:nvPr/>
          </p:nvSpPr>
          <p:spPr>
            <a:xfrm>
              <a:off x="10104060" y="2230053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4" name="ph9444"/>
            <p:cNvSpPr/>
            <p:nvPr/>
          </p:nvSpPr>
          <p:spPr>
            <a:xfrm>
              <a:off x="10140749" y="206418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5" name="ph9445"/>
            <p:cNvSpPr/>
            <p:nvPr/>
          </p:nvSpPr>
          <p:spPr>
            <a:xfrm>
              <a:off x="10136734" y="2063400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6" name="ph9446"/>
            <p:cNvSpPr/>
            <p:nvPr/>
          </p:nvSpPr>
          <p:spPr>
            <a:xfrm>
              <a:off x="10133957" y="2058160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7" name="ph9447"/>
            <p:cNvSpPr/>
            <p:nvPr/>
          </p:nvSpPr>
          <p:spPr>
            <a:xfrm>
              <a:off x="10133552" y="2057045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8" name="ph9448"/>
            <p:cNvSpPr/>
            <p:nvPr/>
          </p:nvSpPr>
          <p:spPr>
            <a:xfrm>
              <a:off x="10132713" y="2054472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9" name="ph9449"/>
            <p:cNvSpPr/>
            <p:nvPr/>
          </p:nvSpPr>
          <p:spPr>
            <a:xfrm>
              <a:off x="9760282" y="1905395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0" name="ph9450"/>
            <p:cNvSpPr/>
            <p:nvPr/>
          </p:nvSpPr>
          <p:spPr>
            <a:xfrm>
              <a:off x="9716109" y="1913199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1" name="ph9451"/>
            <p:cNvSpPr/>
            <p:nvPr/>
          </p:nvSpPr>
          <p:spPr>
            <a:xfrm>
              <a:off x="9712580" y="1892968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2" name="ph9452"/>
            <p:cNvSpPr/>
            <p:nvPr/>
          </p:nvSpPr>
          <p:spPr>
            <a:xfrm>
              <a:off x="9711425" y="1884339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3" name="ph9453"/>
            <p:cNvSpPr/>
            <p:nvPr/>
          </p:nvSpPr>
          <p:spPr>
            <a:xfrm>
              <a:off x="9712243" y="1891887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4" name="ph9454"/>
            <p:cNvSpPr/>
            <p:nvPr/>
          </p:nvSpPr>
          <p:spPr>
            <a:xfrm>
              <a:off x="9710175" y="1889412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5" name="ph9455"/>
            <p:cNvSpPr/>
            <p:nvPr/>
          </p:nvSpPr>
          <p:spPr>
            <a:xfrm>
              <a:off x="9710000" y="1877126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6" name="ph9456"/>
            <p:cNvSpPr/>
            <p:nvPr/>
          </p:nvSpPr>
          <p:spPr>
            <a:xfrm>
              <a:off x="9711439" y="1876010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7" name="ph9457"/>
            <p:cNvSpPr/>
            <p:nvPr/>
          </p:nvSpPr>
          <p:spPr>
            <a:xfrm>
              <a:off x="9693268" y="1845899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8" name="ph9458"/>
            <p:cNvSpPr/>
            <p:nvPr/>
          </p:nvSpPr>
          <p:spPr>
            <a:xfrm>
              <a:off x="9694169" y="184465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9" name="ph9459"/>
            <p:cNvSpPr/>
            <p:nvPr/>
          </p:nvSpPr>
          <p:spPr>
            <a:xfrm>
              <a:off x="9691765" y="1841697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0" name="ph9460"/>
            <p:cNvSpPr/>
            <p:nvPr/>
          </p:nvSpPr>
          <p:spPr>
            <a:xfrm>
              <a:off x="9680792" y="1813975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1" name="ph9461"/>
            <p:cNvSpPr/>
            <p:nvPr/>
          </p:nvSpPr>
          <p:spPr>
            <a:xfrm>
              <a:off x="9934360" y="1819747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2" name="ph9462"/>
            <p:cNvSpPr/>
            <p:nvPr/>
          </p:nvSpPr>
          <p:spPr>
            <a:xfrm>
              <a:off x="9933622" y="1818114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3" name="ph9463"/>
            <p:cNvSpPr/>
            <p:nvPr/>
          </p:nvSpPr>
          <p:spPr>
            <a:xfrm>
              <a:off x="9934364" y="1817880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4" name="ph9464"/>
            <p:cNvSpPr/>
            <p:nvPr/>
          </p:nvSpPr>
          <p:spPr>
            <a:xfrm>
              <a:off x="9703446" y="1814063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5" name="ph9465"/>
            <p:cNvSpPr/>
            <p:nvPr/>
          </p:nvSpPr>
          <p:spPr>
            <a:xfrm>
              <a:off x="9683151" y="1802099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6" name="ph9466"/>
            <p:cNvSpPr/>
            <p:nvPr/>
          </p:nvSpPr>
          <p:spPr>
            <a:xfrm>
              <a:off x="9680445" y="1789567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7" name="ph9467"/>
            <p:cNvSpPr/>
            <p:nvPr/>
          </p:nvSpPr>
          <p:spPr>
            <a:xfrm>
              <a:off x="9675677" y="1741423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8" name="ph9468"/>
            <p:cNvSpPr/>
            <p:nvPr/>
          </p:nvSpPr>
          <p:spPr>
            <a:xfrm>
              <a:off x="9709172" y="1539980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9" name="ph9469"/>
            <p:cNvSpPr/>
            <p:nvPr/>
          </p:nvSpPr>
          <p:spPr>
            <a:xfrm>
              <a:off x="9685765" y="1483019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0" name="ph9470"/>
            <p:cNvSpPr/>
            <p:nvPr/>
          </p:nvSpPr>
          <p:spPr>
            <a:xfrm>
              <a:off x="9687409" y="1480806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1" name="ph9471"/>
            <p:cNvSpPr/>
            <p:nvPr/>
          </p:nvSpPr>
          <p:spPr>
            <a:xfrm>
              <a:off x="9684733" y="1479193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2" name="ph9472"/>
            <p:cNvSpPr/>
            <p:nvPr/>
          </p:nvSpPr>
          <p:spPr>
            <a:xfrm>
              <a:off x="9684026" y="1479302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3" name="ph9473"/>
            <p:cNvSpPr/>
            <p:nvPr/>
          </p:nvSpPr>
          <p:spPr>
            <a:xfrm>
              <a:off x="10342739" y="2553829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4" name="ph9474"/>
            <p:cNvSpPr/>
            <p:nvPr/>
          </p:nvSpPr>
          <p:spPr>
            <a:xfrm>
              <a:off x="10305850" y="2538346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5" name="ph9475"/>
            <p:cNvSpPr/>
            <p:nvPr/>
          </p:nvSpPr>
          <p:spPr>
            <a:xfrm>
              <a:off x="10306264" y="2537724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6" name="ph9476"/>
            <p:cNvSpPr/>
            <p:nvPr/>
          </p:nvSpPr>
          <p:spPr>
            <a:xfrm>
              <a:off x="10299304" y="25329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7" name="ph9477"/>
            <p:cNvSpPr/>
            <p:nvPr/>
          </p:nvSpPr>
          <p:spPr>
            <a:xfrm>
              <a:off x="10289882" y="252884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8" name="ph9478"/>
            <p:cNvSpPr/>
            <p:nvPr/>
          </p:nvSpPr>
          <p:spPr>
            <a:xfrm>
              <a:off x="10290269" y="252833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9" name="ph9479"/>
            <p:cNvSpPr/>
            <p:nvPr/>
          </p:nvSpPr>
          <p:spPr>
            <a:xfrm>
              <a:off x="10281486" y="2518557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0" name="ph9480"/>
            <p:cNvSpPr/>
            <p:nvPr/>
          </p:nvSpPr>
          <p:spPr>
            <a:xfrm>
              <a:off x="10281645" y="251275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1" name="ph9481"/>
            <p:cNvSpPr/>
            <p:nvPr/>
          </p:nvSpPr>
          <p:spPr>
            <a:xfrm>
              <a:off x="10278288" y="2508263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2" name="ph9482"/>
            <p:cNvSpPr/>
            <p:nvPr/>
          </p:nvSpPr>
          <p:spPr>
            <a:xfrm>
              <a:off x="10278047" y="2507974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3" name="ph9483"/>
            <p:cNvSpPr/>
            <p:nvPr/>
          </p:nvSpPr>
          <p:spPr>
            <a:xfrm>
              <a:off x="10276141" y="2502732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4" name="ph9484"/>
            <p:cNvSpPr/>
            <p:nvPr/>
          </p:nvSpPr>
          <p:spPr>
            <a:xfrm>
              <a:off x="10275070" y="2502275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5" name="ph9485"/>
            <p:cNvSpPr/>
            <p:nvPr/>
          </p:nvSpPr>
          <p:spPr>
            <a:xfrm>
              <a:off x="10275398" y="25018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6" name="ph9486"/>
            <p:cNvSpPr/>
            <p:nvPr/>
          </p:nvSpPr>
          <p:spPr>
            <a:xfrm>
              <a:off x="10275804" y="2501483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7" name="ph9487"/>
            <p:cNvSpPr/>
            <p:nvPr/>
          </p:nvSpPr>
          <p:spPr>
            <a:xfrm>
              <a:off x="10275800" y="2501136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8" name="ph9488"/>
            <p:cNvSpPr/>
            <p:nvPr/>
          </p:nvSpPr>
          <p:spPr>
            <a:xfrm>
              <a:off x="10275441" y="2501095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9" name="ph9489"/>
            <p:cNvSpPr/>
            <p:nvPr/>
          </p:nvSpPr>
          <p:spPr>
            <a:xfrm>
              <a:off x="10275190" y="2500607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0" name="ph9490"/>
            <p:cNvSpPr/>
            <p:nvPr/>
          </p:nvSpPr>
          <p:spPr>
            <a:xfrm>
              <a:off x="10273154" y="2499347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1" name="ph9491"/>
            <p:cNvSpPr/>
            <p:nvPr/>
          </p:nvSpPr>
          <p:spPr>
            <a:xfrm>
              <a:off x="10272854" y="2499622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2" name="ph9492"/>
            <p:cNvSpPr/>
            <p:nvPr/>
          </p:nvSpPr>
          <p:spPr>
            <a:xfrm>
              <a:off x="10273818" y="2498665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3" name="ph9493"/>
            <p:cNvSpPr/>
            <p:nvPr/>
          </p:nvSpPr>
          <p:spPr>
            <a:xfrm>
              <a:off x="10272743" y="2498035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4" name="ph9494"/>
            <p:cNvSpPr/>
            <p:nvPr/>
          </p:nvSpPr>
          <p:spPr>
            <a:xfrm>
              <a:off x="10271065" y="24965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5" name="ph9495"/>
            <p:cNvSpPr/>
            <p:nvPr/>
          </p:nvSpPr>
          <p:spPr>
            <a:xfrm>
              <a:off x="10270562" y="2496389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6" name="ph9496"/>
            <p:cNvSpPr/>
            <p:nvPr/>
          </p:nvSpPr>
          <p:spPr>
            <a:xfrm>
              <a:off x="10269482" y="24959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7" name="ph9497"/>
            <p:cNvSpPr/>
            <p:nvPr/>
          </p:nvSpPr>
          <p:spPr>
            <a:xfrm>
              <a:off x="10269534" y="249571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8" name="ph9498"/>
            <p:cNvSpPr/>
            <p:nvPr/>
          </p:nvSpPr>
          <p:spPr>
            <a:xfrm>
              <a:off x="10255554" y="2380497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9" name="ph9499"/>
            <p:cNvSpPr/>
            <p:nvPr/>
          </p:nvSpPr>
          <p:spPr>
            <a:xfrm>
              <a:off x="10259082" y="2320545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0" name="ph9500"/>
            <p:cNvSpPr/>
            <p:nvPr/>
          </p:nvSpPr>
          <p:spPr>
            <a:xfrm>
              <a:off x="10192968" y="2223222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1" name="ph9501"/>
            <p:cNvSpPr/>
            <p:nvPr/>
          </p:nvSpPr>
          <p:spPr>
            <a:xfrm>
              <a:off x="10663619" y="2726244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2" name="ph9502"/>
            <p:cNvSpPr/>
            <p:nvPr/>
          </p:nvSpPr>
          <p:spPr>
            <a:xfrm>
              <a:off x="10864432" y="2826877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3" name="ph9503"/>
            <p:cNvSpPr/>
            <p:nvPr/>
          </p:nvSpPr>
          <p:spPr>
            <a:xfrm>
              <a:off x="11163219" y="2925877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4" name="ph9504"/>
            <p:cNvSpPr/>
            <p:nvPr/>
          </p:nvSpPr>
          <p:spPr>
            <a:xfrm>
              <a:off x="11155501" y="2265112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5" name="ph9505"/>
            <p:cNvSpPr/>
            <p:nvPr/>
          </p:nvSpPr>
          <p:spPr>
            <a:xfrm>
              <a:off x="11294414" y="2951087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6" name="ph9506"/>
            <p:cNvSpPr/>
            <p:nvPr/>
          </p:nvSpPr>
          <p:spPr>
            <a:xfrm>
              <a:off x="11295264" y="2950649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7" name="ph9507"/>
            <p:cNvSpPr/>
            <p:nvPr/>
          </p:nvSpPr>
          <p:spPr>
            <a:xfrm>
              <a:off x="11302104" y="2946764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8" name="ph9508"/>
            <p:cNvSpPr/>
            <p:nvPr/>
          </p:nvSpPr>
          <p:spPr>
            <a:xfrm>
              <a:off x="11307003" y="2943398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9" name="ph9509"/>
            <p:cNvSpPr/>
            <p:nvPr/>
          </p:nvSpPr>
          <p:spPr>
            <a:xfrm>
              <a:off x="11311053" y="2941129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0" name="ph9510"/>
            <p:cNvSpPr/>
            <p:nvPr/>
          </p:nvSpPr>
          <p:spPr>
            <a:xfrm>
              <a:off x="11368918" y="2917449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1" name="ph9511"/>
            <p:cNvSpPr/>
            <p:nvPr/>
          </p:nvSpPr>
          <p:spPr>
            <a:xfrm>
              <a:off x="11293332" y="2533868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2" name="ph9512"/>
            <p:cNvSpPr/>
            <p:nvPr/>
          </p:nvSpPr>
          <p:spPr>
            <a:xfrm>
              <a:off x="11714243" y="2303702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3" name="ph9513"/>
            <p:cNvSpPr/>
            <p:nvPr/>
          </p:nvSpPr>
          <p:spPr>
            <a:xfrm>
              <a:off x="11717246" y="2301038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4" name="ph9514"/>
            <p:cNvSpPr/>
            <p:nvPr/>
          </p:nvSpPr>
          <p:spPr>
            <a:xfrm>
              <a:off x="11719142" y="2301701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5" name="ph9515"/>
            <p:cNvSpPr/>
            <p:nvPr/>
          </p:nvSpPr>
          <p:spPr>
            <a:xfrm>
              <a:off x="11704707" y="2295307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6" name="ph9516"/>
            <p:cNvSpPr/>
            <p:nvPr/>
          </p:nvSpPr>
          <p:spPr>
            <a:xfrm>
              <a:off x="11752181" y="2386744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7" name="ph9517"/>
            <p:cNvSpPr/>
            <p:nvPr/>
          </p:nvSpPr>
          <p:spPr>
            <a:xfrm>
              <a:off x="11749900" y="238612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8" name="ph9518"/>
            <p:cNvSpPr/>
            <p:nvPr/>
          </p:nvSpPr>
          <p:spPr>
            <a:xfrm>
              <a:off x="11751537" y="2385741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9" name="ph9519"/>
            <p:cNvSpPr/>
            <p:nvPr/>
          </p:nvSpPr>
          <p:spPr>
            <a:xfrm>
              <a:off x="11914266" y="2356949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0" name="ph9520"/>
            <p:cNvSpPr/>
            <p:nvPr/>
          </p:nvSpPr>
          <p:spPr>
            <a:xfrm>
              <a:off x="11913936" y="2320051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1" name="ph9521"/>
            <p:cNvSpPr/>
            <p:nvPr/>
          </p:nvSpPr>
          <p:spPr>
            <a:xfrm>
              <a:off x="11914535" y="2319414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2" name="ph9522"/>
            <p:cNvSpPr/>
            <p:nvPr/>
          </p:nvSpPr>
          <p:spPr>
            <a:xfrm>
              <a:off x="11914666" y="2315128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3" name="ph9523"/>
            <p:cNvSpPr/>
            <p:nvPr/>
          </p:nvSpPr>
          <p:spPr>
            <a:xfrm>
              <a:off x="11724802" y="2192662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4" name="ph9524"/>
            <p:cNvSpPr/>
            <p:nvPr/>
          </p:nvSpPr>
          <p:spPr>
            <a:xfrm>
              <a:off x="11799255" y="2154897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5" name="ph9525"/>
            <p:cNvSpPr/>
            <p:nvPr/>
          </p:nvSpPr>
          <p:spPr>
            <a:xfrm>
              <a:off x="11799638" y="2154262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6" name="ph9526"/>
            <p:cNvSpPr/>
            <p:nvPr/>
          </p:nvSpPr>
          <p:spPr>
            <a:xfrm>
              <a:off x="11796792" y="2154280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7" name="ph9527"/>
            <p:cNvSpPr/>
            <p:nvPr/>
          </p:nvSpPr>
          <p:spPr>
            <a:xfrm>
              <a:off x="11797199" y="2154238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8" name="ph9528"/>
            <p:cNvSpPr/>
            <p:nvPr/>
          </p:nvSpPr>
          <p:spPr>
            <a:xfrm>
              <a:off x="11798917" y="2153586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9" name="ph9529"/>
            <p:cNvSpPr/>
            <p:nvPr/>
          </p:nvSpPr>
          <p:spPr>
            <a:xfrm>
              <a:off x="11985856" y="2108817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0" name="ph9530"/>
            <p:cNvSpPr/>
            <p:nvPr/>
          </p:nvSpPr>
          <p:spPr>
            <a:xfrm>
              <a:off x="11986895" y="2108932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1" name="ph9531"/>
            <p:cNvSpPr/>
            <p:nvPr/>
          </p:nvSpPr>
          <p:spPr>
            <a:xfrm>
              <a:off x="11985052" y="2107958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2" name="ph9532"/>
            <p:cNvSpPr/>
            <p:nvPr/>
          </p:nvSpPr>
          <p:spPr>
            <a:xfrm>
              <a:off x="11986468" y="2107924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3" name="ph9533"/>
            <p:cNvSpPr/>
            <p:nvPr/>
          </p:nvSpPr>
          <p:spPr>
            <a:xfrm>
              <a:off x="11984963" y="2107655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4" name="ph9534"/>
            <p:cNvSpPr/>
            <p:nvPr/>
          </p:nvSpPr>
          <p:spPr>
            <a:xfrm>
              <a:off x="11985009" y="2106892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5" name="ph9535"/>
            <p:cNvSpPr/>
            <p:nvPr/>
          </p:nvSpPr>
          <p:spPr>
            <a:xfrm>
              <a:off x="11985434" y="2106822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6" name="ph9536"/>
            <p:cNvSpPr/>
            <p:nvPr/>
          </p:nvSpPr>
          <p:spPr>
            <a:xfrm>
              <a:off x="11979191" y="2102810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7" name="ph9537"/>
            <p:cNvSpPr/>
            <p:nvPr/>
          </p:nvSpPr>
          <p:spPr>
            <a:xfrm>
              <a:off x="11980212" y="210284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8" name="ph9538"/>
            <p:cNvSpPr/>
            <p:nvPr/>
          </p:nvSpPr>
          <p:spPr>
            <a:xfrm>
              <a:off x="11978102" y="2102177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9" name="ph9539"/>
            <p:cNvSpPr/>
            <p:nvPr/>
          </p:nvSpPr>
          <p:spPr>
            <a:xfrm>
              <a:off x="11980127" y="2102300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0" name="ph9540"/>
            <p:cNvSpPr/>
            <p:nvPr/>
          </p:nvSpPr>
          <p:spPr>
            <a:xfrm>
              <a:off x="11977485" y="2101794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1" name="ph9541"/>
            <p:cNvSpPr/>
            <p:nvPr/>
          </p:nvSpPr>
          <p:spPr>
            <a:xfrm>
              <a:off x="11978572" y="2101376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2" name="ph9542"/>
            <p:cNvSpPr/>
            <p:nvPr/>
          </p:nvSpPr>
          <p:spPr>
            <a:xfrm>
              <a:off x="11979182" y="2101099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3" name="ph9543"/>
            <p:cNvSpPr/>
            <p:nvPr/>
          </p:nvSpPr>
          <p:spPr>
            <a:xfrm>
              <a:off x="11979386" y="2100746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4" name="ph9544"/>
            <p:cNvSpPr/>
            <p:nvPr/>
          </p:nvSpPr>
          <p:spPr>
            <a:xfrm>
              <a:off x="11975428" y="2096471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5" name="ph9545"/>
            <p:cNvSpPr/>
            <p:nvPr/>
          </p:nvSpPr>
          <p:spPr>
            <a:xfrm>
              <a:off x="11977050" y="2097343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6" name="ph9546"/>
            <p:cNvSpPr/>
            <p:nvPr/>
          </p:nvSpPr>
          <p:spPr>
            <a:xfrm>
              <a:off x="11970937" y="2084945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7" name="ph9547"/>
            <p:cNvSpPr/>
            <p:nvPr/>
          </p:nvSpPr>
          <p:spPr>
            <a:xfrm>
              <a:off x="11976104" y="2096096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8" name="ph9548"/>
            <p:cNvSpPr/>
            <p:nvPr/>
          </p:nvSpPr>
          <p:spPr>
            <a:xfrm>
              <a:off x="11975762" y="2095197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9" name="ph9549"/>
            <p:cNvSpPr/>
            <p:nvPr/>
          </p:nvSpPr>
          <p:spPr>
            <a:xfrm>
              <a:off x="11977676" y="2094246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0" name="ph9550"/>
            <p:cNvSpPr/>
            <p:nvPr/>
          </p:nvSpPr>
          <p:spPr>
            <a:xfrm>
              <a:off x="11972293" y="2093337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1" name="ph9551"/>
            <p:cNvSpPr/>
            <p:nvPr/>
          </p:nvSpPr>
          <p:spPr>
            <a:xfrm>
              <a:off x="11974881" y="2093490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2" name="ph9552"/>
            <p:cNvSpPr/>
            <p:nvPr/>
          </p:nvSpPr>
          <p:spPr>
            <a:xfrm>
              <a:off x="11977233" y="2093011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3" name="ph9553"/>
            <p:cNvSpPr/>
            <p:nvPr/>
          </p:nvSpPr>
          <p:spPr>
            <a:xfrm>
              <a:off x="11979313" y="2092995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4" name="ph9554"/>
            <p:cNvSpPr/>
            <p:nvPr/>
          </p:nvSpPr>
          <p:spPr>
            <a:xfrm>
              <a:off x="11976026" y="2092344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5" name="ph9555"/>
            <p:cNvSpPr/>
            <p:nvPr/>
          </p:nvSpPr>
          <p:spPr>
            <a:xfrm>
              <a:off x="11977542" y="2092321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6" name="ph9556"/>
            <p:cNvSpPr/>
            <p:nvPr/>
          </p:nvSpPr>
          <p:spPr>
            <a:xfrm>
              <a:off x="11975490" y="2091877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7" name="ph9557"/>
            <p:cNvSpPr/>
            <p:nvPr/>
          </p:nvSpPr>
          <p:spPr>
            <a:xfrm>
              <a:off x="11976886" y="2091112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8" name="ph9558"/>
            <p:cNvSpPr/>
            <p:nvPr/>
          </p:nvSpPr>
          <p:spPr>
            <a:xfrm>
              <a:off x="11975638" y="2091193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9" name="ph9559"/>
            <p:cNvSpPr/>
            <p:nvPr/>
          </p:nvSpPr>
          <p:spPr>
            <a:xfrm>
              <a:off x="11976886" y="2090675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0" name="ph9560"/>
            <p:cNvSpPr/>
            <p:nvPr/>
          </p:nvSpPr>
          <p:spPr>
            <a:xfrm>
              <a:off x="11976517" y="2089864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1" name="ph9561"/>
            <p:cNvSpPr/>
            <p:nvPr/>
          </p:nvSpPr>
          <p:spPr>
            <a:xfrm>
              <a:off x="11976706" y="2089603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2" name="ph9562"/>
            <p:cNvSpPr/>
            <p:nvPr/>
          </p:nvSpPr>
          <p:spPr>
            <a:xfrm>
              <a:off x="11972423" y="2087243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3" name="ph9563"/>
            <p:cNvSpPr/>
            <p:nvPr/>
          </p:nvSpPr>
          <p:spPr>
            <a:xfrm>
              <a:off x="11972137" y="2086932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4" name="ph9564"/>
            <p:cNvSpPr/>
            <p:nvPr/>
          </p:nvSpPr>
          <p:spPr>
            <a:xfrm>
              <a:off x="11974042" y="2087213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5" name="ph9565"/>
            <p:cNvSpPr/>
            <p:nvPr/>
          </p:nvSpPr>
          <p:spPr>
            <a:xfrm>
              <a:off x="11972449" y="2086650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6" name="ph9566"/>
            <p:cNvSpPr/>
            <p:nvPr/>
          </p:nvSpPr>
          <p:spPr>
            <a:xfrm>
              <a:off x="11972793" y="2086215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7" name="ph9567"/>
            <p:cNvSpPr/>
            <p:nvPr/>
          </p:nvSpPr>
          <p:spPr>
            <a:xfrm>
              <a:off x="11974605" y="2084801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8" name="ph9568"/>
            <p:cNvSpPr/>
            <p:nvPr/>
          </p:nvSpPr>
          <p:spPr>
            <a:xfrm>
              <a:off x="11973734" y="2085051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9" name="ph9569"/>
            <p:cNvSpPr/>
            <p:nvPr/>
          </p:nvSpPr>
          <p:spPr>
            <a:xfrm>
              <a:off x="11974167" y="2084884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0" name="ph9570"/>
            <p:cNvSpPr/>
            <p:nvPr/>
          </p:nvSpPr>
          <p:spPr>
            <a:xfrm>
              <a:off x="12285020" y="2557977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1" name="ph9571"/>
            <p:cNvSpPr/>
            <p:nvPr/>
          </p:nvSpPr>
          <p:spPr>
            <a:xfrm>
              <a:off x="12283303" y="2557028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2" name="ph9572"/>
            <p:cNvSpPr/>
            <p:nvPr/>
          </p:nvSpPr>
          <p:spPr>
            <a:xfrm>
              <a:off x="12281771" y="2556010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3" name="ph9573"/>
            <p:cNvSpPr/>
            <p:nvPr/>
          </p:nvSpPr>
          <p:spPr>
            <a:xfrm>
              <a:off x="12280658" y="2554974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4" name="ph9574"/>
            <p:cNvSpPr/>
            <p:nvPr/>
          </p:nvSpPr>
          <p:spPr>
            <a:xfrm>
              <a:off x="12279640" y="2553363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5" name="ph9575"/>
            <p:cNvSpPr/>
            <p:nvPr/>
          </p:nvSpPr>
          <p:spPr>
            <a:xfrm>
              <a:off x="12278408" y="2548842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6" name="ph9576"/>
            <p:cNvSpPr/>
            <p:nvPr/>
          </p:nvSpPr>
          <p:spPr>
            <a:xfrm>
              <a:off x="12286196" y="2536321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7" name="ph9577"/>
            <p:cNvSpPr/>
            <p:nvPr/>
          </p:nvSpPr>
          <p:spPr>
            <a:xfrm>
              <a:off x="12278148" y="2542143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8" name="ph9578"/>
            <p:cNvSpPr/>
            <p:nvPr/>
          </p:nvSpPr>
          <p:spPr>
            <a:xfrm>
              <a:off x="12277799" y="2536923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9" name="ph9579"/>
            <p:cNvSpPr/>
            <p:nvPr/>
          </p:nvSpPr>
          <p:spPr>
            <a:xfrm>
              <a:off x="12277468" y="2533671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0" name="ph9580"/>
            <p:cNvSpPr/>
            <p:nvPr/>
          </p:nvSpPr>
          <p:spPr>
            <a:xfrm>
              <a:off x="12288747" y="2530555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1" name="ph9581"/>
            <p:cNvSpPr/>
            <p:nvPr/>
          </p:nvSpPr>
          <p:spPr>
            <a:xfrm>
              <a:off x="12277056" y="2530916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2" name="ph9582"/>
            <p:cNvSpPr/>
            <p:nvPr/>
          </p:nvSpPr>
          <p:spPr>
            <a:xfrm>
              <a:off x="12277355" y="2525145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3" name="ph9583"/>
            <p:cNvSpPr/>
            <p:nvPr/>
          </p:nvSpPr>
          <p:spPr>
            <a:xfrm>
              <a:off x="12279588" y="2519805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4" name="ph9584"/>
            <p:cNvSpPr/>
            <p:nvPr/>
          </p:nvSpPr>
          <p:spPr>
            <a:xfrm>
              <a:off x="12293824" y="2514027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5" name="ph9585"/>
            <p:cNvSpPr/>
            <p:nvPr/>
          </p:nvSpPr>
          <p:spPr>
            <a:xfrm>
              <a:off x="12281315" y="2517042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6" name="ph9586"/>
            <p:cNvSpPr/>
            <p:nvPr/>
          </p:nvSpPr>
          <p:spPr>
            <a:xfrm>
              <a:off x="12281752" y="2515680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7" name="ph9587"/>
            <p:cNvSpPr/>
            <p:nvPr/>
          </p:nvSpPr>
          <p:spPr>
            <a:xfrm>
              <a:off x="12282308" y="2513558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8" name="ph9588"/>
            <p:cNvSpPr/>
            <p:nvPr/>
          </p:nvSpPr>
          <p:spPr>
            <a:xfrm>
              <a:off x="12290582" y="2514096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9" name="ph9589"/>
            <p:cNvSpPr/>
            <p:nvPr/>
          </p:nvSpPr>
          <p:spPr>
            <a:xfrm>
              <a:off x="12293492" y="2513615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0" name="ph9590"/>
            <p:cNvSpPr/>
            <p:nvPr/>
          </p:nvSpPr>
          <p:spPr>
            <a:xfrm>
              <a:off x="12289242" y="2513474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1" name="ph9591"/>
            <p:cNvSpPr/>
            <p:nvPr/>
          </p:nvSpPr>
          <p:spPr>
            <a:xfrm>
              <a:off x="12290911" y="2512954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2" name="ph9592"/>
            <p:cNvSpPr/>
            <p:nvPr/>
          </p:nvSpPr>
          <p:spPr>
            <a:xfrm>
              <a:off x="12288720" y="2512612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3" name="ph9593"/>
            <p:cNvSpPr/>
            <p:nvPr/>
          </p:nvSpPr>
          <p:spPr>
            <a:xfrm>
              <a:off x="12292275" y="2512424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4" name="ph9594"/>
            <p:cNvSpPr/>
            <p:nvPr/>
          </p:nvSpPr>
          <p:spPr>
            <a:xfrm>
              <a:off x="12287542" y="2511615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5" name="ph9595"/>
            <p:cNvSpPr/>
            <p:nvPr/>
          </p:nvSpPr>
          <p:spPr>
            <a:xfrm>
              <a:off x="12288641" y="2511849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6" name="ph9596"/>
            <p:cNvSpPr/>
            <p:nvPr/>
          </p:nvSpPr>
          <p:spPr>
            <a:xfrm>
              <a:off x="12284504" y="2511277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7" name="ph9597"/>
            <p:cNvSpPr/>
            <p:nvPr/>
          </p:nvSpPr>
          <p:spPr>
            <a:xfrm>
              <a:off x="12284065" y="2510894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8" name="ph9598"/>
            <p:cNvSpPr/>
            <p:nvPr/>
          </p:nvSpPr>
          <p:spPr>
            <a:xfrm>
              <a:off x="12288721" y="2510903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9" name="ph9599"/>
            <p:cNvSpPr/>
            <p:nvPr/>
          </p:nvSpPr>
          <p:spPr>
            <a:xfrm>
              <a:off x="12285308" y="2509250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0" name="ph9600"/>
            <p:cNvSpPr/>
            <p:nvPr/>
          </p:nvSpPr>
          <p:spPr>
            <a:xfrm>
              <a:off x="12246822" y="2465057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1" name="ph9601"/>
            <p:cNvSpPr/>
            <p:nvPr/>
          </p:nvSpPr>
          <p:spPr>
            <a:xfrm>
              <a:off x="12248215" y="2463871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2" name="ph9602"/>
            <p:cNvSpPr/>
            <p:nvPr/>
          </p:nvSpPr>
          <p:spPr>
            <a:xfrm>
              <a:off x="12248435" y="2462963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3" name="ph9603"/>
            <p:cNvSpPr/>
            <p:nvPr/>
          </p:nvSpPr>
          <p:spPr>
            <a:xfrm>
              <a:off x="12246135" y="2459062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4" name="ph9604"/>
            <p:cNvSpPr/>
            <p:nvPr/>
          </p:nvSpPr>
          <p:spPr>
            <a:xfrm>
              <a:off x="12250866" y="2458953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5" name="ph9605"/>
            <p:cNvSpPr/>
            <p:nvPr/>
          </p:nvSpPr>
          <p:spPr>
            <a:xfrm>
              <a:off x="12264840" y="2445719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6" name="ph9606"/>
            <p:cNvSpPr/>
            <p:nvPr/>
          </p:nvSpPr>
          <p:spPr>
            <a:xfrm>
              <a:off x="12259119" y="2441955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7" name="ph9607"/>
            <p:cNvSpPr/>
            <p:nvPr/>
          </p:nvSpPr>
          <p:spPr>
            <a:xfrm>
              <a:off x="12252698" y="2439345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8" name="ph9608"/>
            <p:cNvSpPr/>
            <p:nvPr/>
          </p:nvSpPr>
          <p:spPr>
            <a:xfrm>
              <a:off x="12254451" y="2437396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9" name="ph9609"/>
            <p:cNvSpPr/>
            <p:nvPr/>
          </p:nvSpPr>
          <p:spPr>
            <a:xfrm>
              <a:off x="12241375" y="2427351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0" name="ph9610"/>
            <p:cNvSpPr/>
            <p:nvPr/>
          </p:nvSpPr>
          <p:spPr>
            <a:xfrm>
              <a:off x="12241454" y="2426226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1" name="ph9611"/>
            <p:cNvSpPr/>
            <p:nvPr/>
          </p:nvSpPr>
          <p:spPr>
            <a:xfrm>
              <a:off x="12250303" y="241954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2" name="ph9612"/>
            <p:cNvSpPr/>
            <p:nvPr/>
          </p:nvSpPr>
          <p:spPr>
            <a:xfrm>
              <a:off x="12234614" y="2417953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3" name="ph9613"/>
            <p:cNvSpPr/>
            <p:nvPr/>
          </p:nvSpPr>
          <p:spPr>
            <a:xfrm>
              <a:off x="12251235" y="24180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4" name="ph9614"/>
            <p:cNvSpPr/>
            <p:nvPr/>
          </p:nvSpPr>
          <p:spPr>
            <a:xfrm>
              <a:off x="12241901" y="2417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5" name="ph9615"/>
            <p:cNvSpPr/>
            <p:nvPr/>
          </p:nvSpPr>
          <p:spPr>
            <a:xfrm>
              <a:off x="12242943" y="2417480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6" name="ph9616"/>
            <p:cNvSpPr/>
            <p:nvPr/>
          </p:nvSpPr>
          <p:spPr>
            <a:xfrm>
              <a:off x="12258580" y="2415477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7" name="ph9617"/>
            <p:cNvSpPr/>
            <p:nvPr/>
          </p:nvSpPr>
          <p:spPr>
            <a:xfrm>
              <a:off x="12259159" y="2414794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8" name="ph9618"/>
            <p:cNvSpPr/>
            <p:nvPr/>
          </p:nvSpPr>
          <p:spPr>
            <a:xfrm>
              <a:off x="12262533" y="2414399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9" name="ph9619"/>
            <p:cNvSpPr/>
            <p:nvPr/>
          </p:nvSpPr>
          <p:spPr>
            <a:xfrm>
              <a:off x="12263149" y="2414331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0" name="ph9620"/>
            <p:cNvSpPr/>
            <p:nvPr/>
          </p:nvSpPr>
          <p:spPr>
            <a:xfrm>
              <a:off x="12259214" y="2413961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1" name="ph9621"/>
            <p:cNvSpPr/>
            <p:nvPr/>
          </p:nvSpPr>
          <p:spPr>
            <a:xfrm>
              <a:off x="12261486" y="2414111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2" name="ph9622"/>
            <p:cNvSpPr/>
            <p:nvPr/>
          </p:nvSpPr>
          <p:spPr>
            <a:xfrm>
              <a:off x="12255634" y="2413331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3" name="ph9623"/>
            <p:cNvSpPr/>
            <p:nvPr/>
          </p:nvSpPr>
          <p:spPr>
            <a:xfrm>
              <a:off x="12258789" y="2413238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4" name="ph9624"/>
            <p:cNvSpPr/>
            <p:nvPr/>
          </p:nvSpPr>
          <p:spPr>
            <a:xfrm>
              <a:off x="12262067" y="2412663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5" name="ph9625"/>
            <p:cNvSpPr/>
            <p:nvPr/>
          </p:nvSpPr>
          <p:spPr>
            <a:xfrm>
              <a:off x="12255818" y="2411367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6" name="ph9626"/>
            <p:cNvSpPr/>
            <p:nvPr/>
          </p:nvSpPr>
          <p:spPr>
            <a:xfrm>
              <a:off x="12235479" y="2411401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7" name="ph9627"/>
            <p:cNvSpPr/>
            <p:nvPr/>
          </p:nvSpPr>
          <p:spPr>
            <a:xfrm>
              <a:off x="12237548" y="2411171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8" name="ph9628"/>
            <p:cNvSpPr/>
            <p:nvPr/>
          </p:nvSpPr>
          <p:spPr>
            <a:xfrm>
              <a:off x="12233868" y="2411054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9" name="ph9629"/>
            <p:cNvSpPr/>
            <p:nvPr/>
          </p:nvSpPr>
          <p:spPr>
            <a:xfrm>
              <a:off x="12261287" y="2402977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0" name="ph9630"/>
            <p:cNvSpPr/>
            <p:nvPr/>
          </p:nvSpPr>
          <p:spPr>
            <a:xfrm>
              <a:off x="12260803" y="2402564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1" name="ph9631"/>
            <p:cNvSpPr/>
            <p:nvPr/>
          </p:nvSpPr>
          <p:spPr>
            <a:xfrm>
              <a:off x="12259671" y="2401956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2" name="ph9632"/>
            <p:cNvSpPr/>
            <p:nvPr/>
          </p:nvSpPr>
          <p:spPr>
            <a:xfrm>
              <a:off x="12259464" y="2401915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3" name="ph9633"/>
            <p:cNvSpPr/>
            <p:nvPr/>
          </p:nvSpPr>
          <p:spPr>
            <a:xfrm>
              <a:off x="12256435" y="2401437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4" name="ph9634"/>
            <p:cNvSpPr/>
            <p:nvPr/>
          </p:nvSpPr>
          <p:spPr>
            <a:xfrm>
              <a:off x="12302408" y="2288148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5" name="ph9635"/>
            <p:cNvSpPr/>
            <p:nvPr/>
          </p:nvSpPr>
          <p:spPr>
            <a:xfrm>
              <a:off x="12317832" y="2294982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6" name="ph9636"/>
            <p:cNvSpPr/>
            <p:nvPr/>
          </p:nvSpPr>
          <p:spPr>
            <a:xfrm>
              <a:off x="12321332" y="2208809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7" name="ph9637"/>
            <p:cNvSpPr/>
            <p:nvPr/>
          </p:nvSpPr>
          <p:spPr>
            <a:xfrm>
              <a:off x="12304348" y="2189814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8" name="ph9638"/>
            <p:cNvSpPr/>
            <p:nvPr/>
          </p:nvSpPr>
          <p:spPr>
            <a:xfrm>
              <a:off x="12147914" y="2190619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9" name="ph9639"/>
            <p:cNvSpPr/>
            <p:nvPr/>
          </p:nvSpPr>
          <p:spPr>
            <a:xfrm>
              <a:off x="12301188" y="2186869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0" name="ph9640"/>
            <p:cNvSpPr/>
            <p:nvPr/>
          </p:nvSpPr>
          <p:spPr>
            <a:xfrm>
              <a:off x="12298322" y="2186130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1" name="ph9641"/>
            <p:cNvSpPr/>
            <p:nvPr/>
          </p:nvSpPr>
          <p:spPr>
            <a:xfrm>
              <a:off x="12299868" y="2185701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2" name="ph9642"/>
            <p:cNvSpPr/>
            <p:nvPr/>
          </p:nvSpPr>
          <p:spPr>
            <a:xfrm>
              <a:off x="12312264" y="2177927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3" name="ph9643"/>
            <p:cNvSpPr/>
            <p:nvPr/>
          </p:nvSpPr>
          <p:spPr>
            <a:xfrm>
              <a:off x="12246837" y="2172794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4" name="ph9644"/>
            <p:cNvSpPr/>
            <p:nvPr/>
          </p:nvSpPr>
          <p:spPr>
            <a:xfrm>
              <a:off x="12293188" y="2179632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5" name="ph9645"/>
            <p:cNvSpPr/>
            <p:nvPr/>
          </p:nvSpPr>
          <p:spPr>
            <a:xfrm>
              <a:off x="12289093" y="2176020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6" name="ph9646"/>
            <p:cNvSpPr/>
            <p:nvPr/>
          </p:nvSpPr>
          <p:spPr>
            <a:xfrm>
              <a:off x="12287509" y="2175512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7" name="ph9647"/>
            <p:cNvSpPr/>
            <p:nvPr/>
          </p:nvSpPr>
          <p:spPr>
            <a:xfrm>
              <a:off x="12285255" y="2174215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8" name="tx9648"/>
            <p:cNvSpPr/>
            <p:nvPr/>
          </p:nvSpPr>
          <p:spPr>
            <a:xfrm>
              <a:off x="9816214" y="3259197"/>
              <a:ext cx="395569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9649" name="rc9649"/>
            <p:cNvSpPr/>
            <p:nvPr/>
          </p:nvSpPr>
          <p:spPr>
            <a:xfrm>
              <a:off x="9816214" y="343944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0" name="rc9650"/>
            <p:cNvSpPr/>
            <p:nvPr/>
          </p:nvSpPr>
          <p:spPr>
            <a:xfrm>
              <a:off x="9816934" y="3440166"/>
              <a:ext cx="149759" cy="1497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1" name="rc9651"/>
            <p:cNvSpPr/>
            <p:nvPr/>
          </p:nvSpPr>
          <p:spPr>
            <a:xfrm>
              <a:off x="9816214" y="366656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2" name="rc9652"/>
            <p:cNvSpPr/>
            <p:nvPr/>
          </p:nvSpPr>
          <p:spPr>
            <a:xfrm>
              <a:off x="9816934" y="3667281"/>
              <a:ext cx="149759" cy="149760"/>
            </a:xfrm>
            <a:prstGeom prst="rect">
              <a:avLst/>
            </a:prstGeom>
            <a:solidFill>
              <a:srgbClr val="B3B3B3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3" name="rc9653"/>
            <p:cNvSpPr/>
            <p:nvPr/>
          </p:nvSpPr>
          <p:spPr>
            <a:xfrm>
              <a:off x="9816214" y="389367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4" name="rc9654"/>
            <p:cNvSpPr/>
            <p:nvPr/>
          </p:nvSpPr>
          <p:spPr>
            <a:xfrm>
              <a:off x="9816934" y="3894396"/>
              <a:ext cx="149759" cy="149760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5" name="tx9655"/>
            <p:cNvSpPr/>
            <p:nvPr/>
          </p:nvSpPr>
          <p:spPr>
            <a:xfrm>
              <a:off x="10043329" y="3476367"/>
              <a:ext cx="744321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9656" name="tx9656"/>
            <p:cNvSpPr/>
            <p:nvPr/>
          </p:nvSpPr>
          <p:spPr>
            <a:xfrm>
              <a:off x="10043329" y="3703482"/>
              <a:ext cx="930402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9657" name="tx9657"/>
            <p:cNvSpPr/>
            <p:nvPr/>
          </p:nvSpPr>
          <p:spPr>
            <a:xfrm>
              <a:off x="10043329" y="3930597"/>
              <a:ext cx="138367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Suprimido (n&lt;10, privacidad)</a:t>
              </a:r>
            </a:p>
          </p:txBody>
        </p:sp>
        <p:sp>
          <p:nvSpPr>
            <p:cNvPr id="9658" name="tx9658"/>
            <p:cNvSpPr/>
            <p:nvPr/>
          </p:nvSpPr>
          <p:spPr>
            <a:xfrm>
              <a:off x="9816214" y="4076227"/>
              <a:ext cx="706556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Probabilidad</a:t>
              </a:r>
            </a:p>
          </p:txBody>
        </p:sp>
        <p:sp>
          <p:nvSpPr>
            <p:cNvPr id="9659" name="tx9659"/>
            <p:cNvSpPr/>
            <p:nvPr/>
          </p:nvSpPr>
          <p:spPr>
            <a:xfrm>
              <a:off x="9816214" y="4213387"/>
              <a:ext cx="79845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estandarizada</a:t>
              </a:r>
            </a:p>
          </p:txBody>
        </p:sp>
        <p:sp>
          <p:nvSpPr>
            <p:cNvPr id="9660" name="rc9660"/>
            <p:cNvSpPr/>
            <p:nvPr/>
          </p:nvSpPr>
          <p:spPr>
            <a:xfrm>
              <a:off x="9816214" y="439363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1" name="rc9661"/>
            <p:cNvSpPr/>
            <p:nvPr/>
          </p:nvSpPr>
          <p:spPr>
            <a:xfrm>
              <a:off x="9819814" y="4397235"/>
              <a:ext cx="144000" cy="143999"/>
            </a:xfrm>
            <a:prstGeom prst="rect">
              <a:avLst/>
            </a:prstGeom>
            <a:solidFill>
              <a:srgbClr val="0D088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2" name="rc9662"/>
            <p:cNvSpPr/>
            <p:nvPr/>
          </p:nvSpPr>
          <p:spPr>
            <a:xfrm>
              <a:off x="10587509" y="4393635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3" name="rc9663"/>
            <p:cNvSpPr/>
            <p:nvPr/>
          </p:nvSpPr>
          <p:spPr>
            <a:xfrm>
              <a:off x="10591109" y="4397235"/>
              <a:ext cx="144000" cy="143999"/>
            </a:xfrm>
            <a:prstGeom prst="rect">
              <a:avLst/>
            </a:prstGeom>
            <a:solidFill>
              <a:srgbClr val="6A00A8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4" name="rc9664"/>
            <p:cNvSpPr/>
            <p:nvPr/>
          </p:nvSpPr>
          <p:spPr>
            <a:xfrm>
              <a:off x="9816214" y="462075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5" name="rc9665"/>
            <p:cNvSpPr/>
            <p:nvPr/>
          </p:nvSpPr>
          <p:spPr>
            <a:xfrm>
              <a:off x="9819814" y="4624350"/>
              <a:ext cx="144000" cy="143999"/>
            </a:xfrm>
            <a:prstGeom prst="rect">
              <a:avLst/>
            </a:prstGeom>
            <a:solidFill>
              <a:srgbClr val="B12A90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6" name="rc9666"/>
            <p:cNvSpPr/>
            <p:nvPr/>
          </p:nvSpPr>
          <p:spPr>
            <a:xfrm>
              <a:off x="10587509" y="4620750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7" name="rc9667"/>
            <p:cNvSpPr/>
            <p:nvPr/>
          </p:nvSpPr>
          <p:spPr>
            <a:xfrm>
              <a:off x="10591109" y="4624350"/>
              <a:ext cx="144000" cy="143999"/>
            </a:xfrm>
            <a:prstGeom prst="rect">
              <a:avLst/>
            </a:prstGeom>
            <a:solidFill>
              <a:srgbClr val="E16462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8" name="rc9668"/>
            <p:cNvSpPr/>
            <p:nvPr/>
          </p:nvSpPr>
          <p:spPr>
            <a:xfrm>
              <a:off x="9816214" y="484786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9" name="rc9669"/>
            <p:cNvSpPr/>
            <p:nvPr/>
          </p:nvSpPr>
          <p:spPr>
            <a:xfrm>
              <a:off x="9819814" y="4851466"/>
              <a:ext cx="144000" cy="143999"/>
            </a:xfrm>
            <a:prstGeom prst="rect">
              <a:avLst/>
            </a:prstGeom>
            <a:solidFill>
              <a:srgbClr val="FCA63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70" name="rc9670"/>
            <p:cNvSpPr/>
            <p:nvPr/>
          </p:nvSpPr>
          <p:spPr>
            <a:xfrm>
              <a:off x="10587509" y="4847866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71" name="rc9671"/>
            <p:cNvSpPr/>
            <p:nvPr/>
          </p:nvSpPr>
          <p:spPr>
            <a:xfrm>
              <a:off x="10591109" y="4851466"/>
              <a:ext cx="144000" cy="143999"/>
            </a:xfrm>
            <a:prstGeom prst="rect">
              <a:avLst/>
            </a:prstGeom>
            <a:solidFill>
              <a:srgbClr val="F0F921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72" name="rc9672"/>
            <p:cNvSpPr/>
            <p:nvPr/>
          </p:nvSpPr>
          <p:spPr>
            <a:xfrm>
              <a:off x="9816214" y="5074981"/>
              <a:ext cx="151200" cy="1512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73" name="rc9673"/>
            <p:cNvSpPr/>
            <p:nvPr/>
          </p:nvSpPr>
          <p:spPr>
            <a:xfrm>
              <a:off x="9819814" y="5078581"/>
              <a:ext cx="144000" cy="1439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74" name="tx9674"/>
            <p:cNvSpPr/>
            <p:nvPr/>
          </p:nvSpPr>
          <p:spPr>
            <a:xfrm>
              <a:off x="10043329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43%-59%</a:t>
              </a:r>
            </a:p>
          </p:txBody>
        </p:sp>
        <p:sp>
          <p:nvSpPr>
            <p:cNvPr id="9675" name="tx9675"/>
            <p:cNvSpPr/>
            <p:nvPr/>
          </p:nvSpPr>
          <p:spPr>
            <a:xfrm>
              <a:off x="10814624" y="443055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59%-61%</a:t>
              </a:r>
            </a:p>
          </p:txBody>
        </p:sp>
        <p:sp>
          <p:nvSpPr>
            <p:cNvPr id="9676" name="tx9676"/>
            <p:cNvSpPr/>
            <p:nvPr/>
          </p:nvSpPr>
          <p:spPr>
            <a:xfrm>
              <a:off x="10043329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61%-62%</a:t>
              </a:r>
            </a:p>
          </p:txBody>
        </p:sp>
        <p:sp>
          <p:nvSpPr>
            <p:cNvPr id="9677" name="tx9677"/>
            <p:cNvSpPr/>
            <p:nvPr/>
          </p:nvSpPr>
          <p:spPr>
            <a:xfrm>
              <a:off x="10814624" y="4657671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62%-64%</a:t>
              </a:r>
            </a:p>
          </p:txBody>
        </p:sp>
        <p:sp>
          <p:nvSpPr>
            <p:cNvPr id="9678" name="tx9678"/>
            <p:cNvSpPr/>
            <p:nvPr/>
          </p:nvSpPr>
          <p:spPr>
            <a:xfrm>
              <a:off x="10043329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64%-66%</a:t>
              </a:r>
            </a:p>
          </p:txBody>
        </p:sp>
        <p:sp>
          <p:nvSpPr>
            <p:cNvPr id="9679" name="tx9679"/>
            <p:cNvSpPr/>
            <p:nvPr/>
          </p:nvSpPr>
          <p:spPr>
            <a:xfrm>
              <a:off x="10814624" y="4884786"/>
              <a:ext cx="468264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66%-80%</a:t>
              </a:r>
            </a:p>
          </p:txBody>
        </p:sp>
        <p:sp>
          <p:nvSpPr>
            <p:cNvPr id="9680" name="tx9680"/>
            <p:cNvSpPr/>
            <p:nvPr/>
          </p:nvSpPr>
          <p:spPr>
            <a:xfrm>
              <a:off x="10043329" y="5111902"/>
              <a:ext cx="396300" cy="773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5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</a:t>
              </a:r>
            </a:p>
          </p:txBody>
        </p:sp>
        <p:sp>
          <p:nvSpPr>
            <p:cNvPr id="9681" name="tx9681"/>
            <p:cNvSpPr/>
            <p:nvPr/>
          </p:nvSpPr>
          <p:spPr>
            <a:xfrm>
              <a:off x="10222608" y="610453"/>
              <a:ext cx="797996" cy="11823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3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 Control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2026-09-21T00:09:34Z</dcterms:modified>
  <cp:category/>
</cp:coreProperties>
</file>