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8229600" cy="9144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8229600" cy="9144000"/>
            <a:chOff x="0" y="0"/>
            <a:chExt cx="8229600" cy="9144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82296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8229600" cy="9144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99796" y="704272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899796" y="1858818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899796" y="3013363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899796" y="4167909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899796" y="5322454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899796" y="6477000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899796" y="7631545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1827988" y="942150"/>
              <a:ext cx="73179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Entrevistados,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1424829" y="1067032"/>
              <a:ext cx="1538112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adultos ENSANUT 2021-2024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1923726" y="1191915"/>
              <a:ext cx="540318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45 011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668608" y="2096695"/>
              <a:ext cx="105055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 válida por lectura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320131" y="2221578"/>
              <a:ext cx="1747509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(PAS 80-270, PAD 50-180 mmHg)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919428" y="2346460"/>
              <a:ext cx="54891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25 410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667557" y="3313682"/>
              <a:ext cx="1052657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embarazo actual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919428" y="3438564"/>
              <a:ext cx="54891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25 089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709208" y="4405786"/>
              <a:ext cx="969355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 analítica final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54664" y="4530669"/>
              <a:ext cx="107844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(con peso de diseño)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919428" y="4655551"/>
              <a:ext cx="54891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25 088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604600" y="5560332"/>
              <a:ext cx="1178570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 HTA (criterio ESH: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58321" y="5685214"/>
              <a:ext cx="1071128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≥140/90 o Dx previo)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51524" y="5810097"/>
              <a:ext cx="48472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7 735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799093" y="6777318"/>
              <a:ext cx="78958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Diagnosticados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951524" y="6902201"/>
              <a:ext cx="48472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5 203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968212" y="7869422"/>
              <a:ext cx="451347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Tratados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622568" y="7994305"/>
              <a:ext cx="114263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(entre diagnosticados)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951524" y="8119188"/>
              <a:ext cx="48472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4 388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2193885" y="1512454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166885" y="1812052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193885" y="2667000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166885" y="2966598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193885" y="3821545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166885" y="4121143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193885" y="4976090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6885" y="5275689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193885" y="6130636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166885" y="6430234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193885" y="7285181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166885" y="7584780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193885" y="1685636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193885" y="2840181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193885" y="3994727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193885" y="6303818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193885" y="7458363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215900" y="1362363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215900" y="2516909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215900" y="3671454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215900" y="5980545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215900" y="7135090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5260887" y="1601298"/>
              <a:ext cx="740846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19 601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904545" y="1702765"/>
              <a:ext cx="145353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PA válida (incl. lectura inválida)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5326130" y="2755844"/>
              <a:ext cx="610362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321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279175" y="2857311"/>
              <a:ext cx="70427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Embarazo actual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378342" y="3910389"/>
              <a:ext cx="505937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1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232129" y="4011856"/>
              <a:ext cx="798362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peso de diseño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286993" y="6219480"/>
              <a:ext cx="68863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2 532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245205" y="6320947"/>
              <a:ext cx="77221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 diagnosticados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326130" y="7374025"/>
              <a:ext cx="610362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815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388720" y="7475492"/>
              <a:ext cx="48518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 tratados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2026-09-18T23:11:26Z</dcterms:modified>
  <cp:category/>
</cp:coreProperties>
</file>