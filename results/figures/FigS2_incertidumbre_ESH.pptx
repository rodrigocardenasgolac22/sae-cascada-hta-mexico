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801600" cy="576072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801600" cy="5760720"/>
            <a:chOff x="0" y="0"/>
            <a:chExt cx="12801600" cy="576072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801600" cy="5760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880784"/>
              <a:ext cx="12801599" cy="39991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950373"/>
              <a:ext cx="4220807" cy="38599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290396" y="950373"/>
              <a:ext cx="4220807" cy="38599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8511203" y="950373"/>
              <a:ext cx="4220807" cy="38599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97334" y="1206378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h9"/>
            <p:cNvSpPr/>
            <p:nvPr/>
          </p:nvSpPr>
          <p:spPr>
            <a:xfrm>
              <a:off x="2117554" y="2648587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10"/>
            <p:cNvSpPr/>
            <p:nvPr/>
          </p:nvSpPr>
          <p:spPr>
            <a:xfrm>
              <a:off x="2106209" y="2616175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1"/>
            <p:cNvSpPr/>
            <p:nvPr/>
          </p:nvSpPr>
          <p:spPr>
            <a:xfrm>
              <a:off x="2118259" y="2645718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2"/>
            <p:cNvSpPr/>
            <p:nvPr/>
          </p:nvSpPr>
          <p:spPr>
            <a:xfrm>
              <a:off x="2141192" y="2600010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3"/>
            <p:cNvSpPr/>
            <p:nvPr/>
          </p:nvSpPr>
          <p:spPr>
            <a:xfrm>
              <a:off x="2148639" y="2642745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4"/>
            <p:cNvSpPr/>
            <p:nvPr/>
          </p:nvSpPr>
          <p:spPr>
            <a:xfrm>
              <a:off x="2136635" y="2632892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5"/>
            <p:cNvSpPr/>
            <p:nvPr/>
          </p:nvSpPr>
          <p:spPr>
            <a:xfrm>
              <a:off x="2086008" y="2642047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6"/>
            <p:cNvSpPr/>
            <p:nvPr/>
          </p:nvSpPr>
          <p:spPr>
            <a:xfrm>
              <a:off x="2163506" y="2646436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7"/>
            <p:cNvSpPr/>
            <p:nvPr/>
          </p:nvSpPr>
          <p:spPr>
            <a:xfrm>
              <a:off x="2158739" y="2618293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8"/>
            <p:cNvSpPr/>
            <p:nvPr/>
          </p:nvSpPr>
          <p:spPr>
            <a:xfrm>
              <a:off x="2152341" y="2611580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9"/>
            <p:cNvSpPr/>
            <p:nvPr/>
          </p:nvSpPr>
          <p:spPr>
            <a:xfrm>
              <a:off x="2130927" y="2610136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20"/>
            <p:cNvSpPr/>
            <p:nvPr/>
          </p:nvSpPr>
          <p:spPr>
            <a:xfrm>
              <a:off x="679351" y="1316129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641079" y="1315942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627736" y="1329057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626328" y="1328307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622575" y="1324689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771237" y="1831401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659496" y="1346580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665910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664597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901870" y="1875125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754220" y="1836050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747716" y="1834956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751481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891125" y="1805372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891435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973975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973586" y="1771915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973581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966384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468485" y="1701907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714051" y="1499680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744938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719040" y="1570104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977535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978041" y="1778336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977454" y="1775563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974790" y="1772494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973899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974527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975545" y="1771102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974512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979531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974740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974433" y="1761337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973789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975172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973197" y="1705151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976909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1094460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1036829" y="1816232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1032865" y="1812216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1035778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1029680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1029609" y="1808973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1028440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989311" y="1794612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1024278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1022739" y="1788588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989722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1023009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987397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1018780" y="1768156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970789" y="1707078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891156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889391" y="1647148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893162" y="1646574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884105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883233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877157" y="1633303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870030" y="1628177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785715" y="1419575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869499" y="1424953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764954" y="1316558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642929" y="1330328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979542" y="2044712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982904" y="2040089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873427" y="1990647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864520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797927" y="1885779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891906" y="1913423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885009" y="1913380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783971" y="1888642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783552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1173873" y="2069448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1131386" y="2036416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1124624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992137" y="2023634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991655" y="2021723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1125859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1126730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1110701" y="2002577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1107359" y="1991345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1130826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1045216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1043827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1196059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1189362" y="2178947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1189201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1184218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1183633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1186155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1180338" y="2165334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1137151" y="2077423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1183574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1185664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1218440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1215722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1198381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1234063" y="2184368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1207167" y="2182384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1208922" y="2178892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1208359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1189446" y="2140167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1196592" y="2141995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1290706" y="2433375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1130878" y="2259240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1130604" y="2336918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1268561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1251653" y="2288844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1252554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1250151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1239177" y="2256920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1261831" y="2257008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1318667" y="2348340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1274494" y="2356144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1270965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1269810" y="2327284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1270629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1268386" y="2320071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1269824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1066883" y="2227873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1087446" y="2201440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1093239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1095339" y="2316602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1224142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1241537" y="2245044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1218705" y="2243038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1238830" y="2232512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1009160" y="2070954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1095599" y="2179911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3265502" y="2960933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3294800" y="3023571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3515499" y="2795739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3474803" y="2805561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3408049" y="2886245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3400018" y="3017368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3455364" y="2875498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3459384" y="2843811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3310566" y="2829689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3308285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3309922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3525441" y="2809834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3472652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3470785" y="2739027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3472321" y="2762996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3472921" y="2762359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3473051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3521613" y="2931505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3430765" y="2955898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3475681" y="2823495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277968" y="2046740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035675" y="2205126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233452" y="2052177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251517" y="1787229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020173" y="2259034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021859" y="2215085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360980" y="1928551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283854" y="1948107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115842" y="1813623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085397" y="2128831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224794" y="1972496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194337" y="2131732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312866" y="1827749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250037" y="1911269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224061" y="2235429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130956" y="1860989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172659" y="2023550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296440" y="2233672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088014" y="1716043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223893" y="1912011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050018" y="2101612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031467" y="2088757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323665" y="1873406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200345" y="2072776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285064" y="1894759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009821" y="1792316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235129" y="1998179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305531" y="1862317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256590" y="1886151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053542" y="2026732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1975219" y="1873573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285275" y="1894987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197032" y="2054893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236621" y="2026531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183332" y="1776800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183260" y="2001566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213308" y="2047838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196698" y="2189525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021545" y="2222102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1980739" y="2999996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1976266" y="2971782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1993139" y="2952441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1931265" y="2950738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1942623" y="2991962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1948945" y="2973549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1953494" y="2959493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1967379" y="2949616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1901124" y="2996774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1878476" y="2972540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1042770" y="2972467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1186355" y="2941279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731560" y="3022203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1959208" y="2995840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1156592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3298211" y="3264251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3197449" y="3185420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3211165" y="3305849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3173572" y="3192426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3182282" y="3215686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3280108" y="3181718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3134369" y="3269321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3152716" y="3303229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3237648" y="3274580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3301130" y="3299630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3291795" y="3424900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3320379" y="3451669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3191596" y="3237234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3263726" y="3378882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3168548" y="3102773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3285953" y="3277203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3292211" y="3398986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3280410" y="3263036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3234341" y="3242561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3270575" y="3453722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3245291" y="3161042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3240260" y="3189602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3202734" y="3223917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3240111" y="3254331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3215194" y="3375731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3305902" y="3395267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3280099" y="3212333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3342581" y="3121673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3250906" y="3202339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3319294" y="3396471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3286683" y="3369587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3235207" y="3216844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3286591" y="3109531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3192308" y="3255002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3151260" y="3149543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3272123" y="3133526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3284162" y="3202551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3290973" y="3246089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3218698" y="3183369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3207911" y="3173959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3190411" y="3170572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3192593" y="3196366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3315903" y="3249475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3251054" y="3205920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3275299" y="3298600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3206255" y="3160480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3296718" y="3423549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3165542" y="3136281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3209247" y="3228576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3167231" y="3117821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3113173" y="3239633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3331780" y="3434397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3283146" y="3166102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3207754" y="3151760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3479338" y="3247108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3245887" y="3265039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3196373" y="3212220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3210207" y="3184095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3211855" y="3190117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3270713" y="3338918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3216956" y="3225125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3246682" y="3346072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3094918" y="3293799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3285159" y="3177968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3194695" y="3159511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3090333" y="3207549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3247620" y="3218126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3460080" y="3262217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3190486" y="3187420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3262306" y="3277741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3332735" y="3294179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3263537" y="3418223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3260125" y="3226305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3236839" y="3174358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3316694" y="3303608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3096883" y="3315199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3253269" y="3145532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3234883" y="3193419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3210460" y="3284894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3274975" y="3240331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3255578" y="3395384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3315339" y="3384392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3229369" y="3255738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3238917" y="3404801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3306272" y="3367851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3170761" y="3217821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3222916" y="3179357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3283824" y="3439048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3239052" y="3227861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3321270" y="3384945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3319289" y="3228256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3219980" y="3156247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3320139" y="3474120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3262414" y="3395384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3206520" y="3201436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3238253" y="3204836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3167511" y="3352878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3265540" y="3257049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3157542" y="3181959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3322357" y="3426551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3304770" y="3100674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3217890" y="3197652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3321140" y="3372251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3291734" y="3260845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3251869" y="3240057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3171216" y="3175792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3255386" y="3363645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3408917" y="3280531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3259108" y="3413006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3267113" y="3197925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3250224" y="3218130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3249267" y="3265038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3271270" y="3221813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3281135" y="3224059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3292784" y="3179115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3117744" y="3205484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3177833" y="3154805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3314961" y="3482769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3210434" y="3220575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3116710" y="3174315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3202521" y="3184854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3280249" y="3371709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3324678" y="3468736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3225744" y="3260473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3315451" y="3338887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1734149" y="1967930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1565211" y="1811729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1801519" y="1960275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1690811" y="2001304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1668593" y="1780230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1629088" y="1887797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1657827" y="2026239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1643061" y="1552026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1534468" y="1922172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1656167" y="1920005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1766585" y="1528731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1491740" y="1883917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1559158" y="1586573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1538051" y="1821321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1749820" y="1865625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1562362" y="1745079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1562103" y="1636621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1690116" y="1905884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1814417" y="2065237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1802067" y="2004603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1793303" y="1903416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1467332" y="1948501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1629283" y="1788263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1831534" y="1932080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1774471" y="1637297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1868944" y="1637557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1492135" y="1606893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1605326" y="1908484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1833838" y="1846896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1594356" y="1588433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1548961" y="1916492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1537978" y="2016336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1609568" y="1801333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1763336" y="1851517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1542411" y="1473856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1760506" y="2011202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1942045" y="1784431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1474838" y="1685691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1834807" y="2032097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1811100" y="1838569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1463377" y="1525506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1553948" y="1684364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1730469" y="2019973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1489929" y="1777678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1691650" y="1917298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1777555" y="1896643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1490664" y="1960091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1738000" y="1520516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1561967" y="1967041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1681544" y="1881596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1697849" y="1720911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1699461" y="2033649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1703386" y="1879894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1672564" y="1479163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1738465" y="2053356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1444218" y="1913733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1498061" y="1972483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1762898" y="2062430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1777183" y="2065407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1797096" y="1878879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1533904" y="2069571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1435220" y="1881188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1591434" y="1743337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1550048" y="2086781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1852775" y="1989450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1653337" y="1968050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1739806" y="1735430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486833" y="2971454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504321" y="2981581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501262" y="2953085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506408" y="2960553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486063" y="2968383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485829" y="2960497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499076" y="2965713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493192" y="2952494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482048" y="2960656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506666" y="2957997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514595" y="2969185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505084" y="2970209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503413" y="2937835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497718" y="2947259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507893" y="2953666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500754" y="2960484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010843" y="2264273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1936559" y="2333945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1691924" y="2109482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1831149" y="2115193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1907784" y="2235493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003461" y="2327627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1822421" y="2159298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1948780" y="2432157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1895511" y="2190849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1767296" y="2415912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1758498" y="2109230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1682866" y="2240301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068273" y="2289929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000846" y="2191455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1925790" y="2227576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1677380" y="2193545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1937474" y="2387167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1889129" y="2292396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1724633" y="2072347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1803796" y="2313659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1792835" y="2362692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1647268" y="2240681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1923063" y="2451150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1964285" y="2087883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1969598" y="2205358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1844088" y="2441964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1725416" y="2332133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1723814" y="2301426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1620130" y="2209868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1902042" y="2076834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1919202" y="2406928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1797821" y="2161312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1903752" y="2328716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1672972" y="2267635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1822603" y="2280716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1930797" y="2289928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1847872" y="2262524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1877358" y="2244520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1962906" y="2263528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330446" y="2845584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202370" y="2734502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259035" y="2873310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172237" y="2818467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340386" y="2882406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312957" y="2841460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373545" y="2753705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271560" y="2868535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295083" y="2864661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208111" y="2808830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351960" y="2746775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271831" y="2733647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223420" y="2675099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248349" y="2822463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218797" y="2673620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289509" y="2867170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305096" y="2809950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260015" y="2789328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282494" y="2795399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290261" y="2830778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193885" y="2767766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172317" y="2760511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211295" y="2780148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289569" y="2846743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289956" y="2699484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347300" y="2759005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321915" y="2690806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389169" y="2744115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229763" y="2755385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243647" y="2827333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363394" y="2693216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388939" y="2709397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284831" y="2823270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247940" y="2856480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222774" y="2800106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285165" y="2759964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329641" y="2825667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321555" y="2806464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16814" y="2724632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174829" y="2791875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295708" y="2793034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357651" y="2855056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246111" y="2746242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230538" y="2842729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234353" y="2791426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282511" y="2838204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69245" y="3129117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384863" y="3064036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17408" y="3244303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493174" y="3268372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235289" y="3066414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584451" y="3169709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414443" y="3052730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350966" y="3105800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456943" y="3239979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548713" y="3160626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246006" y="3138822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374020" y="3078122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497206" y="3226750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398118" y="3100186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517816" y="3167336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350859" y="3182036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387575" y="3124611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494278" y="3165242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405410" y="3176147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587499" y="3179138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161990" y="3101335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454667" y="3217653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222004" y="3169189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215576" y="3123481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571332" y="3201630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502277" y="3272014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347293" y="3056179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344317" y="3087626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422818" y="3269822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412982" y="3220782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499494" y="3111491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528172" y="3119153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498239" y="3094974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567660" y="3204955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586618" y="3269184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577121" y="3255646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472868" y="3184682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461745" y="3133423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416741" y="3152817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506615" y="3204066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431920" y="3124208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494282" y="3145034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534609" y="3187806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614102" y="3236295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566369" y="3126854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565432" y="3182016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533650" y="3234802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549858" y="3204842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86648" y="3220531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61299" y="3294106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65749" y="3269334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53554" y="3143572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319405" y="3024404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428745" y="3063013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436540" y="3046797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18670" y="3269740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421915" y="3091793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453134" y="3088495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46320" y="3275419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580587" y="3210166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473159" y="3159410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519893" y="3279941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473460" y="3228342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313179" y="3096269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511185" y="3135334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443762" y="3077159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193624" y="3057995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428476" y="3089888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545324" y="3181493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288762" y="3166629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377923" y="3194275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255098" y="3072586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434671" y="3040993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541544" y="3205160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399642" y="3057396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490419" y="3187541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330390" y="3080703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555322" y="3230118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553497" y="3286366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576527" y="3161452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342121" y="3227854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464823" y="3060825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439856" y="3035077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520757" y="3185440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475646" y="3071608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573156" y="3301147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549858" y="3240558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580549" y="2836260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488204" y="2878002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551075" y="2798486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543060" y="2747513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579637" y="2769548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549542" y="2782398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485421" y="2851751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566663" y="2745479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479562" y="2840421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529619" y="2883275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93798" y="2845169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539628" y="2885172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513328" y="2744581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586418" y="2848193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584102" y="2848551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54331" y="2813357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23169" y="2800319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0370" y="2788511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51281" y="2873502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04424" y="2854603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12026" y="2866647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60687" y="2846594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26152" y="2853389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38553" y="2853198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07094" y="2766207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467448" y="2858009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594529" y="2813361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570929" y="2903804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584233" y="2905394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553714" y="2782398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518656" y="2900060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463433" y="2869890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590888" y="2774404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487624" y="2873906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545474" y="2871536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485998" y="2805136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488268" y="2755447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423474" y="2829249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489412" y="2870480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591949" y="2750177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501242" y="2840597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508031" y="2826357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458936" y="2829757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536148" y="2866348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568493" y="2762801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612090" y="2807121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560619" y="2738943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488149" y="2782754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498872" y="2871144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466358" y="2888440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529930" y="2781380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485884" y="2885188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556172" y="2772755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499073" y="2797167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590224" y="2875817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559280" y="2920390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499180" y="2866134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453622" y="2849462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534720" y="2891871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479801" y="2859595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423474" y="2854368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557021" y="2858381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551836" y="2722548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553599" y="2863950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73118" y="2753279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511277" y="2732946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576412" y="2861935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522310" y="2746656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520839" y="2836966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99597" y="2856195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74635" y="2847839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65479" y="2897735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464450" y="2817633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7384" y="2747354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59250" y="2900901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425791" y="2811738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96612" y="2838029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40325" y="2835110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0365" y="2755929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497629" y="2751264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533720" y="2773081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580489" y="2879316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563288" y="2872984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457404" y="2776052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520784" y="2883275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1969081" y="2940006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1938934" y="2650503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010093" y="2967109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038908" y="2808001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1969159" y="2679499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000298" y="2916961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156427" y="2759845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128725" y="2724463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1887341" y="2805527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1963274" y="2911217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025192" y="2945637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001598" y="2875827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1904281" y="2899210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004080" y="2820583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1930456" y="2771083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084283" y="2834878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1969906" y="2880304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1833456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1833783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1834189" y="2944428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1833826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1833576" y="2943552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1831540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1831240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1832204" y="2941610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1831129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1829450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1828948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1827867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1827919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1864235" y="2981291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1864650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1857689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1848267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1848654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1839872" y="2961502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1840030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1836674" y="2951208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1836433" y="2950919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1819730" y="2917135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1834527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1834186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099965" y="2682191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1877749" y="2829095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091196" y="2741891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060440" y="2741851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1882868" y="2861709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1988569" y="2849808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1997082" y="2774115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016807" y="2922931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060606" y="2827068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071675" y="2895179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067800" y="2892654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091535" y="2756982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006707" y="2896568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119063" y="2759232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1954062" y="2821073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1918848" y="2780859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019674" y="2815257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083537" y="2817640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002992" y="2638447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000277" y="2949022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1964420" y="2827014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1952121" y="2890914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1784159" y="2860227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1945211" y="2932055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077544" y="2768702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039408" y="2797883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1977765" y="2633433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1887645" y="2916790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033820" y="2822277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1768532" y="2827307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108357" y="2838573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047294" y="2824042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037279" y="2834868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025952" y="2802355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1867845" y="2964037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132205" y="2820953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1837931" y="2768501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117011" y="2789519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169659" y="2765794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057788" y="2843326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1915484" y="2873702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014851" y="2867089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093534" y="2688236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1993763" y="2831835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1952784" y="2794880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1982995" y="2781304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160763" y="2740855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1997105" y="2935396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1935526" y="2834864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1922513" y="2855651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1996449" y="2753768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1841978" y="2884595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1813939" y="2823442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1810250" y="2779027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1982364" y="2827711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2028555" y="2864899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1938750" y="2913837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022460" y="2623839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1883526" y="2931881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1878879" y="2855692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1912465" y="2839208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189558" y="2651242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1959452" y="2867251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023383" y="2843840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050873" y="2760692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1951893" y="2719942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1968479" y="2797792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051515" y="2870582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1920125" y="2585279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086757" y="2727325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048453" y="2892574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1829754" y="2789951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050828" y="2881502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063488" y="2932530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1936045" y="2899353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022101" y="2899971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1820212" y="2824526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164816" y="2667821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1942757" y="2871750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009341" y="2842736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1972541" y="2662225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051491" y="2949982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151169" y="2798955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098965" y="2848000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113608" y="2733488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029938" y="2761975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1955461" y="2564106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031908" y="2605107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1932918" y="2747688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1890349" y="2778801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1925043" y="2902377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1931435" y="2785472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134717" y="2684183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1931072" y="2892407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148018" y="2827154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1975799" y="2855841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105834" y="2813116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1998020" y="2874444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033031" y="2882543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1975993" y="2803682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1991602" y="2897758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039727" y="2620772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1985906" y="2793895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122073" y="2784185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1949139" y="2782518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1928867" y="2807990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1994614" y="2883904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068135" y="2788435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421906" y="3000980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520203" y="2937040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424520" y="3036438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415228" y="3020277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521957" y="2925780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545993" y="3007161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531733" y="2939960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541025" y="2997953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348892" y="3007728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2531726" y="2935855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2467903" y="2979703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2420447" y="2969732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2537657" y="2999116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2399553" y="2919232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2504627" y="2881552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2371168" y="2971630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2390326" y="2884667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2495101" y="2894325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2507346" y="2940132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2493861" y="2937696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2458625" y="2973494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2496485" y="2885853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2490176" y="2910659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2526142" y="2969435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2539444" y="2975784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2524714" y="2935578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2436959" y="3019999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2728" y="3030414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60725" y="3005242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99969" y="2929829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508119" y="2926381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64301" y="2987304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11644" y="2902559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09191" y="2858668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43149" y="2997016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35906" y="2903133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415955" y="2945005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498688" y="2917297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354797" y="3034397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398870" y="2970444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499272" y="2900600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418459" y="2922423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26623" y="2901260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438048" y="2926129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35970" y="2978077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507668" y="2929307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466149" y="2971770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525299" y="2987307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545784" y="2904474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461826" y="2980717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475249" y="2944939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359393" y="3048801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435221" y="2950921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375265" y="2996398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408358" y="3007607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454032" y="2876593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452481" y="3018680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514398" y="2911769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482181" y="2902768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391652" y="2907841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531240" y="2980592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432069" y="2884640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439335" y="2939953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363318" y="2991838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504617" y="2923740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531240" y="2985941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457446" y="2957825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468184" y="2942918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476549" y="2956506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462490" y="2939345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527707" y="2958412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539878" y="2987546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537036" y="2940448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542274" y="2922325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543879" y="2919633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406767" y="2912938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488824" y="2921664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394464" y="3023191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415087" y="2856912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541273" y="2930997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533613" y="2915816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453869" y="2990692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449028" y="2929143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436755" y="2909448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449302" y="2948284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460103" y="3023385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450708" y="3004730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523106" y="2961533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2366658" y="2983168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2380623" y="2951709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2449028" y="2905381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2497778" y="2913728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2435453" y="3001980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2463142" y="2988815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2340391" y="3001752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2518645" y="2941411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2462313" y="2924994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2525129" y="2967942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2513300" y="2928378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2509655" y="2917529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2381084" y="2975788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2437997" y="2869331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2461951" y="2990320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2458191" y="2951019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2416307" y="3030255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2378753" y="2917825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2530371" y="2957008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2514651" y="2948889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529115" y="2917958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396732" y="3006238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53740" y="2982922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49334" y="2975231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8132" y="3005242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59843" y="2994958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45492" y="2902461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399400" y="2883255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6600" y="2917529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382523" y="2981224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03352" y="2921951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434095" y="2993261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373842" y="2962407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13026" y="2925162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391858" y="2943666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36064" y="2932064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467073" y="2993933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455286" y="2986401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08330" y="2929790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481733" y="2936381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456996" y="2982676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439607" y="2983180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543277" y="2985507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523122" y="2952790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470937" y="2983694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474021" y="2914327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075801" y="2871902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189532" y="2940826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077138" y="3004381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284473" y="2895573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203265" y="2863568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368635" y="2930772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109581" y="2985566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356870" y="2926956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1989674" y="3048260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199398" y="2974939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080186" y="3029991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223333" y="2989492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146810" y="2850301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182998" y="2896467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155506" y="2899406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137244" y="2879524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173452" y="2863069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298399" y="2894637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085045" y="3048946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106120" y="2859680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342264" y="2933074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363268" y="2857204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204449" y="2927944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313181" y="3031937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321350" y="2958315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246187" y="2947340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140513" y="2892550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196482" y="2894205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082957" y="2886355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093675" y="2959963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271241" y="2988883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148471" y="2914698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272275" y="2881243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090663" y="2903988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262850" y="2894888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183398" y="2965664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2133519" y="2850441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2300442" y="2909442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2182338" y="2865842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2284540" y="2916390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2201607" y="2953478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2280669" y="2881449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2116853" y="2914832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2085848" y="2881281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2172800" y="2978592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2157189" y="3002840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2254875" y="2888109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2227720" y="2897650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2241597" y="3026217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2238527" y="2942835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2294597" y="2907483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2349324" y="2916808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2131351" y="2865886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2255910" y="2947200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2338416" y="2890609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2064844" y="2875429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2092618" y="3101106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238397" y="2908947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1985571" y="3023396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024784" y="3007048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211937" y="2904502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369257" y="2881937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126484" y="2948225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225470" y="2962322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355419" y="2972268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183683" y="2922320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358585" y="2910803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258713" y="2984809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312365" y="2908204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151173" y="2952915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188257" y="2977486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181845" y="2851750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114162" y="2866308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193495" y="2879627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143831" y="2978180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122218" y="2851932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162912" y="2923359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064598" y="2982236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360524" y="2933822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159152" y="2998686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232123" y="2887123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140668" y="2863461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196684" y="3017155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164468" y="2864739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245919" y="2895803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004615" y="3012164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159111" y="2905319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168563" y="2912417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124109" y="2878770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204245" y="2939857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117990" y="2942425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162826" y="2846874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170913" y="2894816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215538" y="2859457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220406" y="2918902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114181" y="2904284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221678" y="2852942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354449" y="2944010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137108" y="2893878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264252" y="2904910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289941" y="2969859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375704" y="2906858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184780" y="2950712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281244" y="2931420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222783" y="2932724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099582" y="2908261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118509" y="2893552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138911" y="2937481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094823" y="2867133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105800" y="2881050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165794" y="2880492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338554" y="2948669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347453" y="2969533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242834" y="2936258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528632" y="3007846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517939" y="3021038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491658" y="3029353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549011" y="3005376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486832" y="2993090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542624" y="3014064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2498374" y="3023421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2544727" y="3054532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2554863" y="3018125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2490814" y="3041635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2497611" y="3048768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2471218" y="3050195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2501189" y="2997827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2483111" y="3034406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2525346" y="3003334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2531519" y="3013102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2521371" y="3009022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2496305" y="3046142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2472505" y="3039047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2522228" y="3045772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2516210" y="2998049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2481169" y="3043822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2474703" y="3018150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2538000" y="3040351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2498784" y="3016122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2540308" y="3037276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2483521" y="3018436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2506676" y="3012990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2489793" y="3050366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501238" y="3028724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84512" y="3005916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67649" y="3029984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513322" y="3028413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77289" y="3038507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545910" y="3024283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542163" y="3032553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1776567" y="2571696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1845989" y="2574466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1787248" y="2608511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1824517" y="2632120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1836002" y="2669024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1785564" y="2633507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1907630" y="2652321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1817468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1806667" y="2725181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1864400" y="2731733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1832174" y="2711025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1794593" y="2521398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1908742" y="2747009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1897277" y="2729586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1870563" y="2698656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1751354" y="2666167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1777870" y="2614762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1767915" y="2581449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1889210" y="2772019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1706406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1682860" y="2707064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1800103" y="2681815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1666008" y="2682743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1662445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1789210" y="2769762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1877947" y="2749894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427872" y="2304033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320046" y="2207973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357714" y="2069233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422189" y="2185363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441828" y="2137254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420793" y="2236359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339988" y="2164651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341705" y="2234883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379627" y="2213759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307279" y="2012247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372660" y="2213236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445373" y="2165209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483313" y="2169595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382582" y="2197177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418237" y="2069736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351010" y="2202190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362255" y="2205228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352546" y="2211956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268113" y="2090933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352494" y="2180168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347894" y="2190277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371137" y="2173185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402515" y="2123518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350946" y="1963492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398330" y="2410004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369345" y="2209761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462236" y="2139921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384193" y="2252010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371007" y="2175345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484329" y="2163340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377502" y="2354571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2305620" y="2180418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2341551" y="2095380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2369028" y="2192272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2401102" y="2147524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2350628" y="2179384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2310302" y="2266940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2400660" y="2177754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2386243" y="2068731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2387209" y="2175073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2440322" y="2164845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2385383" y="2158113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2404115" y="2277314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2363081" y="2466419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2363566" y="2264761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2332072" y="2361822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2380927" y="2246413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2322607" y="2093688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2456713" y="2186235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2337246" y="2131042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2400650" y="2308461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2841933" y="3245318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2664246" y="3234104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2853548" y="3237723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2670385" y="3164582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760982" y="3261913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727539" y="3191087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784575" y="3289002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633046" y="3147524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669932" y="3305504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785858" y="3190985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752013" y="3093327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826784" y="3267394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721604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670738" y="3329404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705644" y="3193126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671378" y="3227767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794765" y="3105233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833018" y="3213088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762820" y="3290865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739849" y="3176124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751016" y="3316514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853124" y="3213347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981382" y="3300308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660765" y="3232411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628307" y="3256560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17921" y="3196606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737687" y="3213302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950970" y="3233388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790169" y="3071210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837890" y="3156746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756868" y="3100157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844907" y="3116732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843945" y="3223043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07610" y="3307111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966602" y="3266160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874183" y="3151375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57230" y="3264972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20961" y="3232360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85089" y="3114022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846585" y="3215759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26980" y="3257137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29118" y="3096501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804286" y="3224673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689231" y="3148335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831423" y="3302385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621487" y="3162532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608674" y="3315206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31204" y="3080127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615849" y="3273421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719916" y="3165384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998956" y="3207228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600319" y="3134120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789107" y="3144919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768726" y="3139502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776893" y="3220323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625001" y="3126886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693885" y="3132834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815379" y="3203169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849839" y="3342437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804695" y="3230520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830472" y="3351862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804099" y="3335424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707974" y="3324321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747698" y="3241587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889945" y="3226306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851120" y="3259270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810528" y="3239331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879844" y="3272131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2874291" y="3201733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2796266" y="3221526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07467" y="3256820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2717024" y="3184579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2738159" y="3357464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56714" y="3287632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2855533" y="3197724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2778090" y="3245978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2695256" y="3147232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2687881" y="3109734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2923724" y="3262257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2932883" y="3239073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2779159" y="3213896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2767239" y="3329914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2788316" y="3342062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2664933" y="3252420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2734719" y="3155147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2967305" y="3247672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2751551" y="3141893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2819205" y="3266821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2610787" y="3293672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2775653" y="3301601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2729394" y="3331331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2644444" y="3157713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2718909" y="3226504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774430" y="3237150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594619" y="3162439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708591" y="3266374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858831" y="3223417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818053" y="3342353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755601" y="3363292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660051" y="3316539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684439" y="3247580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841342" y="3208907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670645" y="3219587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754955" y="3232520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684473" y="3180790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754915" y="3109079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776239" y="3299513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739163" y="3128365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794242" y="3187920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711335" y="3313986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736012" y="3201806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737249" y="3259122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777457" y="3265504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776049" y="3249390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762588" y="3247924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583774" y="3138650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960881" y="3179880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952237" y="3194627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93298" y="3187730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809700" y="3256149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95896" y="3249856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92732" y="3231266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827325" y="3337198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769382" y="3072723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873716" y="3302284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870458" y="3235221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836530" y="3118276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1488" y="3160437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80412" y="3369888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687585" y="3277308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3052603" y="3294822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609684" y="3167644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91974" y="3200016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3012114" y="3270908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586973" y="3162439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655168" y="3088496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16340" y="3301790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606245" y="3139452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581512" y="3318816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707620" y="3200906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42843" y="3346648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773402" y="3307281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602141" y="3172588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609672" y="3149901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690122" y="3315857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706240" y="3101100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741177" y="3173946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657004" y="3307134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811400" y="3120293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788077" y="3083709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780289" y="3355621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833558" y="3329999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856379" y="3192057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813293" y="3246747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714261" y="3191941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11813" y="3271413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653842" y="3134001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711493" y="3163837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2788554" y="3172042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2702617" y="3143060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2875767" y="3225876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2792458" y="3328482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2669075" y="3128392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2789162" y="3266668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2803412" y="3196837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2604751" y="3173262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2779322" y="3118175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2979798" y="3287536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2799750" y="3226471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2615170" y="3151291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2782876" y="3250029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2861265" y="3180759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2896141" y="3173127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2877748" y="3134496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2869134" y="3097379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2767654" y="3283380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2595616" y="3314024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2790053" y="3272589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2633002" y="3154827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2760224" y="3129050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2654783" y="3098064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2763363" y="3118378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081378" y="3308313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685050" y="3234191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764223" y="3091616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621064" y="3127233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921953" y="3300475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928592" y="3241370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714939" y="3277156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778284" y="3217777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686821" y="3207223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812667" y="3199045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805645" y="3246484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702457" y="3184583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696440" y="3143153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630432" y="3245606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774516" y="3106363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767952" y="3092299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810932" y="3157429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774800" y="3205755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952192" y="3283366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719164" y="3195278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710287" y="3172757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761965" y="3246517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831075" y="3218359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666193" y="3151307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853764" y="3209604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800735" y="3308286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821680" y="3200904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775040" y="3217280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33044" y="3177881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779754" y="3279979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43856" y="3309658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821422" y="3361303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717500" y="3180983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790391" y="3270407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840351" y="3199803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87330" y="3116540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840691" y="3313717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651121" y="3273057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890106" y="3160365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96730" y="3235850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75965" y="3213541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635925" y="3167205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40885" y="3207303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71986" y="3292069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82940" y="3209887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658394" y="3296809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691392" y="3213752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790407" y="3237048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768329" y="3228229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792661" y="3228188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667008" y="3153741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645119" y="3317122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793529" y="3218197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09411" y="3327782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50942" y="3197413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773515" y="3284916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759309" y="3213248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816331" y="3247003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791725" y="3258061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740277" y="3254668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663781" y="3172520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790941" y="3233115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733038" y="3241533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728785" y="3097711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687841" y="3219846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632257" y="3295298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761321" y="3140342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2785021" y="3106581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2843281" y="3205965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2695793" y="3197187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2787788" y="3247793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2789464" y="3241666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2852800" y="3394032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2853650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2860489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2865388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2869438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2835564" y="3361375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2700048" y="3207107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2842755" y="3205968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2709280" y="3163364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2970206" y="3266160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2793484" y="3287920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2758347" y="3253138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2874022" y="3298717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2642215" y="3188248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2967080" y="3296389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2705659" y="3149950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2740571" y="3107720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2823394" y="3310684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2637515" y="3233411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2631461" y="3229384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2686303" y="3204489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849203" y="3192112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632567" y="3147520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826211" y="3252628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3008795" y="3295459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603369" y="3181309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744455" y="3343853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794891" y="3266966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763914" y="3221154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800266" y="3119128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699702" y="3247317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778125" y="3124026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758376" y="3092903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714490" y="3189349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3022648" y="3298608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650657" y="3142395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3032549" y="3294819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721560" y="3194398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802466" y="3232963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761607" y="3218227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828163" y="3307179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715246" y="3195285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849297" y="3339163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754562" y="3186294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683844" y="3126292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784355" y="3226043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976375" y="3322084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713286" y="3294472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801272" y="3268908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26514" y="3157388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709360" y="3143932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39315" y="3127595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816931" y="3319038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795464" y="3247780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777710" y="3104582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781101" y="3088542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645982" y="3294127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803706" y="3172838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89740" y="3239166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810932" y="3201421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805164" y="3188878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79694" y="3205490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807306" y="3240063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599018" y="3296090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875489" y="3287836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675113" y="3117676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668554" y="3197480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795231" y="3129840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597918" y="3167884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66040" y="3189999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794533" y="3258292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774389" y="3191217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693612" y="3130225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47114" y="3244217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708503" y="3204298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603960" y="3145626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76413" y="3235897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829786" y="3193475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736204" y="3326061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805651" y="3284278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659109" y="3180638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646455" y="3183438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836425" y="3318452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695472" y="3250917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718756" y="3185794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702882" y="3227074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804258" y="3257082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843105" y="3196277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2727266" y="3210537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2800896" y="3245601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2702995" y="3163423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2834724" y="3179450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2845842" y="3185579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2834558" y="3188444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2890367" y="3143861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2721887" y="3174246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2653895" y="3308439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2605143" y="3209488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2837428" y="3242094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2760250" y="3092186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2726900" y="3289127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2902939" y="3234585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2811529" y="3100132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2757040" y="3102881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2810246" y="3286567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2827290" y="3345751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2681307" y="3191479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2652085" y="3212723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2773515" y="3283784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2603080" y="3188635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2790543" y="3248830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2742177" y="3102706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2766600" y="3102152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051198" y="3274867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2731535" y="3339903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627074" y="3141982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682516" y="3223673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817434" y="3197025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722551" y="3187752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708045" y="3228289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692409" y="3221265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850684" y="3203558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695060" y="3200463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594619" y="3157848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782174" y="3178392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787396" y="3284993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773123" y="3126097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720115" y="3192934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727300" y="3236507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659690" y="3222837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839807" y="3186416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803199" y="3323487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800677" y="3257758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920005" y="3314437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901490" y="3280860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707364" y="3132066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749410" y="3273281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635980" y="3184211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622201" y="3304652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825189" y="3192038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786206" y="3302555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1962" y="3149305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763732" y="3236301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803957" y="3242096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760981" y="3193910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977941" y="3275326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776143" y="3258075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811643" y="3308701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799242" y="3169767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697368" y="3232997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34984" y="3170461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843586" y="3217830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626646" y="3274966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971686" y="3319290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87322" y="3268246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46073" y="3154054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639898" y="3295942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840699" y="3217538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967177" y="3291423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680469" y="3138553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11466" y="3184612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76953" y="3336380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632257" y="3302270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741708" y="3144693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744201" y="3316514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959158" y="3319746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705803" y="3198155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790990" y="3267519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40070" y="3292740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908202" y="3188948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675800" y="3182873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815957" y="3231995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841973" y="3320806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690345" y="3226513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761717" y="3097289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887337" y="3232884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854388" y="3248556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787145" y="3132461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805389" y="3273479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823238" y="3183262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797924" y="3154417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681345" y="3175572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2655325" y="3102033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2697449" y="3168898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2784283" y="3239714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2797714" y="3237879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2621380" y="3293836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2675921" y="3175020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2820912" y="3325986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2774206" y="3218817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2843351" y="3334379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2856333" y="3166172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2709412" y="3308482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2622945" y="3187711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2797651" y="3241588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2681136" y="3150210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2792144" y="3232668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2793836" y="3231030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2635148" y="3139496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2785990" y="3314296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2763000" y="3091616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2772660" y="3116429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2769069" y="3265264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2786471" y="3254929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2841128" y="3310032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2798212" y="3319006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2797139" y="3199515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2786471" y="3250387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2689587" y="3196015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617341" y="3143605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674059" y="3237599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681272" y="3112161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764367" y="3100157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780389" y="3216714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793054" y="3232005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613647" y="3173932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699581" y="3249127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687580" y="3192960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793510" y="3310643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689034" y="3290190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777554" y="3262419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770813" y="3181039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771169" y="3244365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791805" y="3229371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793923" y="3229996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684124" y="3198068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800832" y="3328987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907028" y="3273020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660819" y="3241775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794979" y="3269485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882782" y="3214353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740622" y="3158816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772127" y="3106691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62971" y="3201260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765221" y="3272558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777376" y="3224486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72668" y="3134338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02763" y="3307493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818051" y="3315826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761160" y="3283380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849011" y="3182010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88953" y="3241254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803980" y="3188963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670385" y="3162926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96730" y="3232513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27545" y="3160113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801113" y="3237487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696656" y="3150399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953515" y="3194545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986703" y="3199867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809841" y="3205764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85137" y="3047523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724289" y="3213791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726434" y="3170521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96277" y="3313396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171" y="3140781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970929" y="3242489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616474" y="3133939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933719" y="3238619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644626" y="3325522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634371" y="3280212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699968" y="3147648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775558" y="3325050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825503" y="3227909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780062" y="3233706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726231" y="3132066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747964" y="3268036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773862" y="3233717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817180" y="3350088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772572" y="3230357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51004" y="3292768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795818" y="3093153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817377" y="3366512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2849071" y="3221878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2785255" y="3303186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2774093" y="3136943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2739889" y="3222172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2968435" y="3231057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2863142" y="3308890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2849201" y="3189079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2750849" y="3286117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2706770" y="3220776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2726231" y="3115591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2782920" y="3039885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2769139" y="3156783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2732479" y="3145098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2735596" y="3335921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2743601" y="3149730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2786759" y="3261628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2830987" y="3201620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2781598" y="3124026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2752608" y="3094595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2699350" y="3254709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2818902" y="3206868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2696668" y="3225063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2707526" y="3278738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2817666" y="3276444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2669739" y="3137228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2927303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2911821" y="3345655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2873123" y="3219414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633927" y="3126886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803151" y="3150550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625621" y="3185757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912750" y="3235113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660762" y="3288055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856093" y="3138587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911072" y="3236558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838194" y="3183562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946439" y="3264858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828651" y="3204703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608004" y="3296395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812324" y="3247636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666332" y="3120136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786100" y="3261891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754739" y="3166593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709581" y="3186694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810729" y="3357615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776470" y="3270194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650662" y="3126623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657647" y="3118154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867822" y="3276626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900889" y="3248926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3015501" y="3270878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783027" y="3219441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779445" y="3253661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64322" y="3264790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31493" y="3218695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795922" y="3347140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54587" y="3251355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757734" y="3205755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95210" y="3154762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90920" y="3167215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780056" y="3343734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52869" y="3194043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06454" y="3143500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818856" y="3200377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97406" y="3370345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3001933" y="3285533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818821" y="3219233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849137" y="3208521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89137" y="3277871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560200" y="2951463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673233" y="2879869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516827" y="3075858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678666" y="2875791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689590" y="2866560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540314" y="3112292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629594" y="2916969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627058" y="2833953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619913" y="3016059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678620" y="2864926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652323" y="2885424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582399" y="3115112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675975" y="2881271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693458" y="2870463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698755" y="2898614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557781" y="3105124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619315" y="2830833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665927" y="2932592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579979" y="2967684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562596" y="2965141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568297" y="3046247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700462" y="2887166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649677" y="3024737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703259" y="3040580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2582201" y="2997005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2671421" y="2974440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2677280" y="2885188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2614977" y="2850246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2691841" y="3025526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2643150" y="3033240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2634318" y="2982034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2648119" y="3019564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2593819" y="3041161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2673538" y="3007974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2609941" y="2844515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2694295" y="2956374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2620263" y="3065410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2692559" y="2888179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2673171" y="2953114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2615509" y="3109362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2642629" y="2886933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2580262" y="3029900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2667313" y="2994140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2593552" y="2983557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2639414" y="2785934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2590425" y="3006879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2699711" y="3015137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2734522" y="3061811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2673817" y="2889628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2718937" y="3078119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2598310" y="3092496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2717656" y="2963003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600306" y="2851873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575755" y="3097735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663310" y="2863408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594616" y="3005420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647175" y="3121829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669550" y="2895012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556493" y="3052480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732612" y="2967763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664460" y="2979456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622289" y="3034275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657805" y="2940458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705857" y="2956785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654681" y="3050678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628897" y="2856870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613477" y="2875630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92719" y="2989243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650971" y="3067008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729152" y="3079684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99364" y="2985524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51748" y="3025844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38321" y="3087978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610010" y="3048975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661496" y="2875524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674710" y="2873461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658500" y="2878423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45303" y="3023395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63014" y="2874091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563404" y="2978890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557475" y="3020426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92918" y="2866684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65043" y="3032067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94931" y="2884434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660106" y="2885709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647813" y="3023668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620657" y="2833031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555942" y="3004545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650434" y="3015819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648963" y="3078570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652400" y="2813900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644819" y="2863087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571467" y="3037119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649916" y="3060162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574017" y="3044457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645472" y="2970650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568237" y="2975578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650832" y="2867671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684909" y="2985749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713647" y="3074131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594955" y="3047120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568098" y="3119712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663304" y="3067032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690268" y="2899413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640829" y="3090057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705743" y="3083726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679465" y="2990725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637041" y="2840228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703541" y="3076475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633097" y="3050707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599444" y="3023171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679398" y="3049488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604256" y="3130281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595381" y="3109961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659194" y="3009912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2643601" y="2894616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2694448" y="2971592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2628280" y="3006536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2648748" y="3015323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2592592" y="3025186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2663628" y="2885670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2653692" y="3030621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2548924" y="3092111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2547933" y="3072255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2647094" y="3014645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2741483" y="3075104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2668641" y="2919716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2581782" y="2989049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2752130" y="3054791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2590405" y="3047110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2658355" y="2865217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2675366" y="2878268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2671537" y="2864597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2531466" y="3064819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2678093" y="3043870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2586911" y="3092880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2679253" y="2879452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2678699" y="2920608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2638760" y="3083750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2656691" y="2977283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2654667" y="2972312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2693678" y="2902116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2569964" y="3007002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2693380" y="2900753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570380" y="2999279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624810" y="3045015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560683" y="3023879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554889" y="3041426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588378" y="3067557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652323" y="2880908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677045" y="3072544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651003" y="3003101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595715" y="2998072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715163" y="3055971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594600" y="3002495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588349" y="2997240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653751" y="2967258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690159" y="2854532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98180" y="2890189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710559" y="2861137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605383" y="3120026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619652" y="3082731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656517" y="2991335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54013" y="3029349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642319" y="2874943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613477" y="2873962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95307" y="3045240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73273" y="2960106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659687" y="3115638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84571" y="2962810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563482" y="2988939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15516" y="3102903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590647" y="2992398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27251" y="3108037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65354" y="3024603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709106" y="2999496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724486" y="2963749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665346" y="3001666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604376" y="2977977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659158" y="3010163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62808" y="3060921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621426" y="3047825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695572" y="3050437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611920" y="3024453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16256" y="3057594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650402" y="2875450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620967" y="2988109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632571" y="2903126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574121" y="3059202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570946" y="2990020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681863" y="3091705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678888" y="3101092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562849" y="3033106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658071" y="2982465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607340" y="3038163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679928" y="2910230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658544" y="2908008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631667" y="2977977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630586" y="2869202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569292" y="2978395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546957" y="3093402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550862" y="3071472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718066" y="3045203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640293" y="2990316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698260" y="3036980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662579" y="2883509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599226" y="2983653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688070" y="2993772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2680409" y="2872230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2671227" y="2875899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2630134" y="2825350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2606042" y="3064228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2597730" y="3099566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2627489" y="3032979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2647137" y="2852314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2602161" y="2987038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2620967" y="3002111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2652379" y="2890385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2652952" y="3009327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2638948" y="3104731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2611167" y="3089589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2702044" y="2860128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2634330" y="2857378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2617814" y="2850585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2617417" y="3035624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2632726" y="2806094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2437829" y="2728771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2477438" y="2715374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2350321" y="2820965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2428735" y="2702848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2361435" y="2776167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2375346" y="2822241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2441588" y="2758761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2385491" y="2825944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2398094" y="2813648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2396233" y="2763367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2407986" y="2799901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2373097" y="2848530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40140" y="2781209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76313" y="2779606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419815" y="2768883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3198" y="2743476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362241" y="2825708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57626" y="2690866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3823501" y="2770335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3860794" y="2731093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3876218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3839248" y="2735718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3836660" y="2617337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3851574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3847478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3845894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3843641" y="2617160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3836328" y="2615739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3836414" y="2616379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3879717" y="2651754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3862733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3859573" y="2629814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3856707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3858254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3870650" y="2620872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3805208" y="2908002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3806600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3806820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3804520" y="2902007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3809251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3799760" y="2870296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3799839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3808688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3792999" y="2860898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3809620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3800286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3801328" y="2860425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3793864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3795934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3792254" y="2853999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3684228" y="2765454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3823225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3817505" y="2884900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3811084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3812836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3816966" y="2858422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3817545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3820918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3821535" y="2857276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3817599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3819872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3814019" y="2856276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3817174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3820452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3814203" y="2854312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3819673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3819189" y="2845509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3818056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3817849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3814821" y="2844382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3842132" y="2658666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3639283" y="2933164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3841689" y="2999973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3840156" y="2998955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3839043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838025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836794" y="2991787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836533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836185" y="2979868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835853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835441" y="2973861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835740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837973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839700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840137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840693" y="2956503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842451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843406" y="3000922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844581" y="2979266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847133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852210" y="2956972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848968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851878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847627" y="2956419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849296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847105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850661" y="2955369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845927" y="2954560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847027" y="2954794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842890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847107" y="2953848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843693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818716" y="2675282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754983" y="2707367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635741" y="2914615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776980" y="2625147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3805223" y="2615772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3834414" y="2618923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3615459" y="2798650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3751873" y="2750632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269671" y="2654696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365413" y="2598073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522063" y="2709942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501949" y="2710327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313209" y="2630943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310014" y="2449456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243838" y="2466861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9363" y="2601984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306582" y="2623213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333994" y="2682204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45627" y="2686102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4375" y="2683439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349323" y="2638527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394399" y="2563720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340981" y="2582793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310245" y="2394448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297309" y="2599986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18336" y="2668514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23688" y="2602183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28590" y="2693040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35870" y="2709193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523774" y="2730977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457693" y="2624310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255193" y="2426363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275341" y="2575703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455078" y="2684201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338761" y="2615354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545884" y="2704492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525168" y="2690577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425809" y="2637470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359963" y="2605343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427632" y="2658374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237274" y="2547785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252755" y="2602464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335817" y="2497723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549651" y="2605831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520344" y="2702970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150539" y="2440879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245541" y="2572260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523483" y="2724288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300603" y="2532108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453782" y="2563292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310060" y="2658027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393909" y="2685026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188989" y="2514119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298924" y="2556309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301969" y="2462382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302950" y="2635313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546334" y="2654925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416753" y="2627197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487456" y="2650103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311014" y="2601936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238156" y="2636360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513460" y="2701221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427763" y="2682423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316367" y="2436430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268479" y="2357861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247040" y="2526898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2154431" y="2516975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1427301" y="2084145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1619491" y="2374059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1651227" y="2365457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1524249" y="2281141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1556753" y="2151253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1714786" y="2486709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1382338" y="2112800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1492343" y="2230410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1492746" y="2262692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1492007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1492749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1414935" y="2168163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1549922" y="2342402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1742514" y="2534841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1718137" y="2438686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1633008" y="2309644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1699134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1695120" y="2506345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1692342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1691938" y="2499990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1691098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1676707" y="2423563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1470206" y="2039610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1530644" y="2189417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1501601" y="2210658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1549750" y="2254703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1457743" y="2111574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1421597" y="2188410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1279429" y="1711439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1341644" y="1685237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1341304" y="2047276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1232984" y="1712595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1435731" y="1642076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1388868" y="1666036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1003081" y="1406326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1154731" y="1596239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1326910" y="1852358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1398824" y="1736573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1369743" y="1871347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1297153" y="1783666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1246431" y="1796144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1373012" y="1593530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1218478" y="1506041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1299175" y="1671908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1203338" y="1619103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1313556" y="1702161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1425487" y="1577271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1405641" y="1845043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1387068" y="1779948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1232990" y="1921809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1223759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1230956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1224662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1224631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1226805" y="1916295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1217046" y="1914865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1189255" y="1909977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1244150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1234600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1245794" y="1923751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1243119" y="1922138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1242411" y="1922247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1191459" y="1836586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1384650" y="1520138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1345270" y="1732693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881276" y="1433313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848902" y="1343310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1396698" y="1714018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1339497" y="1641715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1303225" y="1692562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1409169" y="1949822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1066401" y="1812184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1099723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1134436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1110675" y="1703097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1072455" y="1755685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1264807" y="1592768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1248352" y="1895378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1354982" y="1545959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1416230" y="1806017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1300411" y="1583640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1244296" y="1542847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1329451" y="1741123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1168415" y="1540964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1335331" y="2009319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1352860" y="1933606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1330566" y="2010308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1122389" y="1465281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1373936" y="1722612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1409579" y="1696997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948401" y="1399920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1031961" y="1455192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1304279" y="1889470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1374734" y="1851977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1222134" y="1542947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1293370" y="1653483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1432498" y="1629202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1270909" y="1683109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1269896" y="1971086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1267557" y="1982925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1355966" y="1785970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1329177" y="1571051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1320635" y="1870248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1063016" y="1556587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1299013" y="1526446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1197706" y="1666018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1303400" y="1686134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1349910" y="1988474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1425340" y="1677009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1183270" y="1486085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1320977" y="1516803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1276791" y="1514604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1432761" y="1689261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1394296" y="1624443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1181507" y="1517717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1184318" y="1552865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1222861" y="1644543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1352820" y="1827254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1215529" y="1583497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162473" y="3074185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358912" y="3068780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05755" y="3126341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22656" y="3135029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147229" y="3046681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42914" y="3074840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079910" y="3053769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3195801" y="3017334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3181763" y="3057086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3147635" y="3050603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3345576" y="3095954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3080033" y="3081824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3218951" y="3106810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3184126" y="3050772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3280707" y="3038020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3202544" y="3056696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3372241" y="3126699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586706" y="2553171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0196" y="2415986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541086" y="2305291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58597" y="2107512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30888" y="2143867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483817" y="2126535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618247" y="2165504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22601" y="2232770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440508" y="2479304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390963" y="2500725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627388" y="2608845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4961" y="2352929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02865" y="2130412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486283" y="2279191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50154" y="2148001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596089" y="2165164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451576" y="2521447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494404" y="2390035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482936" y="2308934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570180" y="2239114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21454" y="2165504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516899" y="2320562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480463" y="2577476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499902" y="2549203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473572" y="2514848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523947" y="2507960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403393" y="1977108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457575" y="2402380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490992" y="2560343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386651" y="2468574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438684" y="2365374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483432" y="2465713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437006" y="2428958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429584" y="2326979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507225" y="2413007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496594" y="2513957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442342" y="2318548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421150" y="2022970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641369" y="2609213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406452" y="2440652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561203" y="2356405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582527" y="2486048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539604" y="2356234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589093" y="2968976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582683" y="2933169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631597" y="2937209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602175" y="2961916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609490" y="2979749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647506" y="2945368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604778" y="2978588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606220" y="2983865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2601144" y="2978403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2605023" y="2976063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2650265" y="2957965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2606899" y="2973036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2636415" y="2933417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2613692" y="2979971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2609655" y="2981393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2587288" y="2937429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2611769" y="2975229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2601168" y="2948465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2610380" y="2972891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2580079" y="2956056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2597978" y="2974964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2595138" y="2968609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2605163" y="2974768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2609118" y="2981641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2620611" y="2957533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2592828" y="2971525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2573746" y="2948009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2577997" y="2933169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2613801" y="2980576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2611593" y="2978408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2614435" y="2961305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2609184" y="2961160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2554657" y="2931099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2637345" y="2970309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2599186" y="2970567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2611149" y="2952997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2631017" y="2951535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2610498" y="2961160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2614626" y="2949449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2614293" y="2965059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2606536" y="2934414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600273" y="2942009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621385" y="2962516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611739" y="2966759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667121" y="2957280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562962" y="2941204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577598" y="2947348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614321" y="2937447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600475" y="2972997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591349" y="2919668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630366" y="2956760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630392" y="2940379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617967" y="2957602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614780" y="2970938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625502" y="2962768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610554" y="2985842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601844" y="2943831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99140" y="2956893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635910" y="2974704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611167" y="2971576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625649" y="2953248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602612" y="2963606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758171" y="2965439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887648" y="3072388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738017" y="3024571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750428" y="2908748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752020" y="2966879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74497" y="2749029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875920" y="3086219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16003" y="2726053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806557" y="2939773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728226" y="2947047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770856" y="2862933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717706" y="2920887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785624" y="3013665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25505" y="3042450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3019236" y="3112865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3047154" y="3096440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3014542" y="3171803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742514" y="2847749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94966" y="3144839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666005" y="2856270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930034" y="3027809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738017" y="3027190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729862" y="3018452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746894" y="2927882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688792" y="2814244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988449" y="3115999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746611" y="2864355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724859" y="2911813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676975" y="2864476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565385" y="2662767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742569" y="2975982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722279" y="2820072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742665" y="3027035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859214" y="3021665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731626" y="3022102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33955" y="3072509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564522" y="2802364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76584" y="3062471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2648593" y="2723096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2650433" y="2714370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2655092" y="2691608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2796520" y="2977332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2723603" y="3028784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2753586" y="2978496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2992310" y="3104340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2770723" y="2912970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02101" y="3127969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2746161" y="3004288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2661889" y="2853995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2676108" y="2841043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2758730" y="2932507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2676013" y="2855961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2763867" y="3030817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2991841" y="3049774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2961951" y="3040277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2670528" y="2824236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022199" y="3084118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2735629" y="2938857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2659442" y="2848756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2748578" y="2915663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2633624" y="2716322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2646583" y="2738219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2697163" y="2788659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2727826" y="3024585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2718944" y="2982121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2845540" y="2977594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2601129" y="2779157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2748604" y="2930662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2744272" y="2956007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2716860" y="2944309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2745494" y="2956975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2717140" y="2876971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735394" y="3003029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735853" y="3025697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766003" y="2915067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761088" y="2990542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744660" y="2953810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791410" y="2955729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675004" y="2852266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744272" y="2957511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765785" y="2999974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698437" y="2926893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730025" y="3034472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721078" y="3006569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711095" y="3025353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774299" y="2889796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756452" y="2917214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726513" y="2986023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789676" y="2993727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711297" y="3027515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3053681" y="3095845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746746" y="3043374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877595" y="3037357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658163" y="2830917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845797" y="3064850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652082" y="2723306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755335" y="3005940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762162" y="2916094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735753" y="2927485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951749" y="3094297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3017085" y="3107384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718154" y="2996167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3017962" y="3092812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3003203" y="3095858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811458" y="2975297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52298" y="2929827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915778" y="3029102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714835" y="2895351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3023186" y="3097771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49476" y="2985765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90900" y="3052846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922123" y="3027809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17756" y="2949638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777897" y="2955691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760344" y="3026928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753444" y="3022512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754918" y="2852963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723635" y="3013266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747148" y="2895080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735096" y="3051060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769050" y="2881633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757568" y="2975699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750498" y="3000651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727458" y="2985989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803756" y="3001531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761488" y="3025117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713560" y="3012440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832536" y="2981362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2735096" y="3044277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2663096" y="2781432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2891927" y="3031791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2599165" y="2798946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2741611" y="3037239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2766983" y="3015154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2764751" y="2892639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2581923" y="2814238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2912499" y="3040360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2746465" y="2995745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2762328" y="2985190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2582708" y="2792426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063527" y="3080955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2832124" y="3066786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2890584" y="3063156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2747969" y="3027596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2814992" y="3004664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2745974" y="2932840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2715528" y="2868824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2570376" y="2784473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2899353" y="3071027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2748853" y="2990034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2725404" y="3011660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043486" y="3099854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2614206" y="2779943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2864019" y="3041028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2740554" y="3008524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2704209" y="2891806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2768626" y="2953771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006006" y="3107004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2828494" y="2991070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2961361" y="3159400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2730639" y="2940151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2757798" y="3025961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775586" y="3018026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876067" y="3076142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596149" y="2740672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578590" y="2736986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587723" y="2746611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568302" y="2729839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762174" y="2903559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603513" y="2745753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653686" y="2716058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3061210" y="3107964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739388" y="2997544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620879" y="2687958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748573" y="2925070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922346" y="3091004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775493" y="2892950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760887" y="2908776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997195" y="3071902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989185" y="3045504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732428" y="3015803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857641" y="3090858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609717" y="2649278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49915" y="2593283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685838" y="2803496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770676" y="2994659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73251" y="2719125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880578" y="3121649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3007976" y="3067822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728343" y="2920538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18853" y="2616637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769384" y="2947491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734766" y="3022078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756283" y="2909450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727274" y="2849967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585560" y="2803640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742382" y="3043501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995007" y="3112657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793506" y="3030606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66297" y="3086398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764438" y="2976955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739196" y="2908352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1718" y="2976813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23443" y="2966918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917883" y="3044951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975840" y="3119860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933886" y="3114283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661119" y="2696776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713887" y="2708057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617492" y="2628057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643245" y="2727200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635932" y="2703506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584148" y="2687524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730036" y="2908968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658323" y="2787917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720626" y="2811954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738919" y="3051373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638031" y="2742727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2558012" y="2682706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2633223" y="2738651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615121" y="2682859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596960" y="2705167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742664" y="2694256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536223" y="2718405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611548" y="2664983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577391" y="2701494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610740" y="2726366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650402" y="2700209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573503" y="2711319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692272" y="2744143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569765" y="2726810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619098" y="2693210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496120" y="2714000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539136" y="2788835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626399" y="2690687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593220" y="2668848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598483" y="2677611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593496" y="2752134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710072" y="2711285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629004" y="2719090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616240" y="2737210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614964" y="2702389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611821" y="2736177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618918" y="2662311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642520" y="2786982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530425" y="2759049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597875" y="2737313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685633" y="2680319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635464" y="2696349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595828" y="2716121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579413" y="2670940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582723" y="2776370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549951" y="2744490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3542540" y="2693083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3522477" y="2736928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3606879" y="2715735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3599098" y="2727162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3632507" y="2791851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3590812" y="2737329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3569547" y="2698245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3611771" y="2761712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3682698" y="2627905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3706300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3606912" y="2735076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3642373" y="2786948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3607872" y="2689746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3578425" y="2704511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3715903" y="2624747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3701445" y="2736446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3558772" y="2774289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3688481" y="2665622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3600663" y="2667374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3664664" y="2681627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3618789" y="2763774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3578161" y="2722643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3522849" y="2723133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3670481" y="2713960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3590662" y="2697721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3542642" y="2763073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3571631" y="2739173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3624924" y="2807866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3625911" y="2727102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3581528" y="2675114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3647142" y="2663263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3558248" y="2787875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3679955" y="2642506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3632255" y="2638484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3553205" y="2761322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3576703" y="2688069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3612182" y="2706526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3712460" y="2695894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3641020" y="2732241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3671229" y="2718313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3481825" y="2737832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3710564" y="2628133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3698430" y="2710500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3608587" y="2702849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3590451" y="2775938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3587398" y="2762386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3522490" y="2752654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3499371" y="2723187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3538512" y="2692115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3688730" y="2740053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3568115" y="2691349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3583398" y="2720530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3603369" y="2774257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581876" y="2684381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597983" y="2791469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677542" y="2772016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481840" y="2750614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579012" y="2779534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283188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357640" y="2597842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358024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355177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355585" y="2597183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357303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530679" y="2536282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533266" y="2536435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533876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530808" y="2530188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530523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532427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530834" y="2529595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531178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532991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532119" y="2527996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532552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536487" y="2545122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535870" y="2544739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536957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533813" y="2539416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535435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534490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534147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536062" y="2537191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535618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534412" y="2535289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535928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535271" y="2534057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534023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3535271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3534903" y="2532809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3535092" y="2532548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3534574" y="2675041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3544241" y="2551762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3545280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3543438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3544853" y="2550869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3543348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3543394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3543820" y="2549767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3537576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3538597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3538512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3537567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3537771" y="2543691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3529323" y="2527890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3537698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3620654" y="2784864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3631038" y="2671354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3630231" y="2652665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3566612" y="2715388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3492243" y="2687583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3670070" y="2710281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3720314" y="2740589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3573356" y="2673646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3700715" y="2751708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3573219" y="2763367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3675662" y="2745946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3601536" y="2766434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3640533" y="2687470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3272629" y="2746647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3275631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3277527" y="2744646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3263093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3478358" y="2706169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3716762" y="2688305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132864" y="2283096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049354" y="2680704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008421" y="2666251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014918" y="2702264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135192" y="2566053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170619" y="2595021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110702" y="2522705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019495" y="2442303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038881" y="2732680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045941" y="2544516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016241" y="2464733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066028" y="2693962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083855" y="2521366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010105" y="2686204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202667" y="2565664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2103155" y="2414993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2118524" y="2539487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1922886" y="2515590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2024498" y="2663942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2038732" y="2581905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2149133" y="2592936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2062356" y="2646973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2039298" y="2571456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2199962" y="2592777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1976413" y="2405194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2283012" y="2346320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2155902" y="2549740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2045673" y="2361054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2083505" y="2527069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1950923" y="2461758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2110508" y="2532819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2138620" y="2555456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2028839" y="2654348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2095449" y="2543494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2089396" y="2554423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2062356" y="2670321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2026943" y="2363159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2098194" y="2705278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2047250" y="2706087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2053032" y="2637707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2018560" y="2731801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2110055" y="2289929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2178030" y="2628568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2165108" y="2609474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1994750" y="2703096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1991137" y="2373537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2173439" y="2576109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2042330" y="2718933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2031573" y="2408538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2055075" y="2574202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1995756" y="2575147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1943819" y="2496134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123353" y="2584949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240258" y="2320058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1991147" y="2712161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101109" y="2580468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086743" y="2454383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001835" y="2733637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731560" y="3022203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1156592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1042770" y="2972467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1186355" y="2941279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1130604" y="2336918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1095339" y="2316602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1066883" y="2227873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1224142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1218705" y="2243038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1218440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1215722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1087446" y="2201440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1198381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1196059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641079" y="1315942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1093239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1207167" y="2182384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1095599" y="2179911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1208922" y="2178892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1189362" y="2178947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1208359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1189201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1184218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1183633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1186155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1180338" y="2165334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1189446" y="2140167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1196592" y="2141995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1183574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1185664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1173873" y="2069448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979542" y="2044712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982904" y="2040089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1124624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992137" y="2023634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991655" y="2021723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1125859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1126730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1110701" y="2002577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1107359" y="1991345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873427" y="1990647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864520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1130826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1234600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1232990" y="1921809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1223759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1230956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1224662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1224631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1045216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1226805" y="1916295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891906" y="1913423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885009" y="1913380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1217046" y="1914865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1189255" y="1909977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1043827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783971" y="1888642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783552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901870" y="1875125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1094460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771237" y="1831401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754220" y="1836050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747716" y="1834956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751481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1036829" y="1816232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1066401" y="1812184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1099723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1032865" y="1812216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1035778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1029680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1029609" y="1808973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1134436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891125" y="1805372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891435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1028440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989311" y="1794612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1024278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1022739" y="1788588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989722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1023009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1072455" y="1755685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987397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977535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978041" y="1778336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977454" y="1775563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974790" y="1772494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973899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973975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973586" y="1771915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974527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973581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975545" y="1771102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974512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979531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1018780" y="1768156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974740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974433" y="1761337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973789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966384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970789" y="1707078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468485" y="1701907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975172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973197" y="1705151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976909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891156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744938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889391" y="1647148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893162" y="1646574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884105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883233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877157" y="1633303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870030" y="1628177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719040" y="1570104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881276" y="1433313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869499" y="1424953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665910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664597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627736" y="1329057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626328" y="1328307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622575" y="1324689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1706406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1682860" y="2707064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1666008" y="2682743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1662445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1699134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1695120" y="2506345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1692342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1691938" y="2499990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1691098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1318667" y="2348340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1274494" y="2356144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1270965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1269810" y="2327284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1270629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1268561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1268386" y="2320071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1269824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1251653" y="2288844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1252554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1250151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1239177" y="2256920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1492746" y="2262692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1492007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1492749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1261831" y="2257008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1241537" y="2245044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1238830" y="2232512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1234063" y="2184368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1267557" y="1982925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1244150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1245794" y="1923751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1243119" y="1922138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1242411" y="1922247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1901124" y="2996774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1864235" y="2981291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1864650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1857689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1848267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1848654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1839872" y="2961502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1840030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1836674" y="2951208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1836433" y="2950919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1834527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1833456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1833783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1834189" y="2944428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1834186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1833826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1833576" y="2943552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1831540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1831240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1832204" y="2941610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1831129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1829450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1828948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1827867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1827919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1813939" y="2823442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1817468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1751354" y="2666167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222004" y="3169189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22818" y="3269822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721604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713887" y="2708057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852800" y="3394032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853650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860489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865388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869438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927303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851718" y="2976813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3272629" y="2746647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3275631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3277527" y="2744646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3263093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3310566" y="2829689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3308285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3309922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3472652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3472321" y="2762996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3472921" y="2762359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473051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283188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357640" y="2597842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358024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355177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355585" y="2597183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357303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544241" y="2551762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545280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543438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544853" y="2550869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543348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543394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543820" y="2549767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537576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538597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536487" y="2545122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538512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535870" y="2544739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536957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537567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537771" y="2543691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533813" y="2539416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535435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529323" y="2527890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534490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534147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536062" y="2537191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530679" y="2536282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533266" y="2536435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3535618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3537698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3534412" y="2535289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3535928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3533876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3535271" y="2534057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3534023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3535271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3534903" y="2532809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3535092" y="2532548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3530808" y="2530188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3530523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3532427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3530834" y="2529595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3531178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3532991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3532119" y="2527996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3532552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3843406" y="3000922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3841689" y="2999973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3840156" y="2998955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3839043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3838025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3836794" y="2991787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3844581" y="2979266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3836533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3836185" y="2979868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3835853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3847133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3835441" y="2973861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3835740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3837973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3852210" y="2956972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3839700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3840137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3840693" y="2956503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848968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851878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847627" y="2956419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849296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847105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850661" y="2955369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845927" y="2954560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847027" y="2954794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842890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842451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847107" y="2953848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843693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805208" y="2908002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806600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806820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804520" y="2902007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809251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823225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817505" y="2884900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811084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812836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799760" y="2870296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799839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808688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792999" y="2860898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809620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800286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801328" y="2860425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816966" y="2858422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817545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3820918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3821535" y="2857276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3817599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3819872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3814019" y="2856276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3817174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3820452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3814203" y="2854312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3793864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3795934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3792254" y="2853999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3819673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3819189" y="2845509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3818056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3817849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3814821" y="2844382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3860794" y="2731093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3876218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3879717" y="2651754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3862733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3706300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3859573" y="2629814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3856707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3858254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3870650" y="2620872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3805223" y="2615739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3851574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3847478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3845894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3843641" y="2617160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789758" y="1297730"/>
              <a:ext cx="62818" cy="106185"/>
            </a:xfrm>
            <a:custGeom>
              <a:avLst/>
              <a:pathLst>
                <a:path w="62818" h="106185">
                  <a:moveTo>
                    <a:pt x="62818" y="106185"/>
                  </a:moveTo>
                  <a:lnTo>
                    <a:pt x="0" y="0"/>
                  </a:lnTo>
                  <a:lnTo>
                    <a:pt x="12535" y="96388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3789758" y="1297730"/>
              <a:ext cx="41783" cy="321294"/>
            </a:xfrm>
            <a:custGeom>
              <a:avLst/>
              <a:pathLst>
                <a:path w="41783" h="321294">
                  <a:moveTo>
                    <a:pt x="41783" y="32129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tx3198"/>
            <p:cNvSpPr/>
            <p:nvPr/>
          </p:nvSpPr>
          <p:spPr>
            <a:xfrm rot="-444575">
              <a:off x="3773149" y="1477145"/>
              <a:ext cx="9171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199" name="rc3199"/>
            <p:cNvSpPr/>
            <p:nvPr/>
          </p:nvSpPr>
          <p:spPr>
            <a:xfrm>
              <a:off x="387334" y="3436792"/>
              <a:ext cx="215021" cy="89999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rc3200"/>
            <p:cNvSpPr/>
            <p:nvPr/>
          </p:nvSpPr>
          <p:spPr>
            <a:xfrm>
              <a:off x="602356" y="3436792"/>
              <a:ext cx="215021" cy="8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rc3201"/>
            <p:cNvSpPr/>
            <p:nvPr/>
          </p:nvSpPr>
          <p:spPr>
            <a:xfrm>
              <a:off x="817377" y="3436792"/>
              <a:ext cx="215021" cy="89999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rc3202"/>
            <p:cNvSpPr/>
            <p:nvPr/>
          </p:nvSpPr>
          <p:spPr>
            <a:xfrm>
              <a:off x="1032398" y="3436792"/>
              <a:ext cx="215021" cy="8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tx3203"/>
            <p:cNvSpPr/>
            <p:nvPr/>
          </p:nvSpPr>
          <p:spPr>
            <a:xfrm>
              <a:off x="1301419" y="3443662"/>
              <a:ext cx="349392" cy="762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800 km</a:t>
              </a:r>
            </a:p>
          </p:txBody>
        </p:sp>
        <p:sp>
          <p:nvSpPr>
            <p:cNvPr id="3204" name="tx3204"/>
            <p:cNvSpPr/>
            <p:nvPr/>
          </p:nvSpPr>
          <p:spPr>
            <a:xfrm>
              <a:off x="1331970" y="3700771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3205" name="rc3205"/>
            <p:cNvSpPr/>
            <p:nvPr/>
          </p:nvSpPr>
          <p:spPr>
            <a:xfrm>
              <a:off x="1023239" y="3857851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6" name="rc3206"/>
            <p:cNvSpPr/>
            <p:nvPr/>
          </p:nvSpPr>
          <p:spPr>
            <a:xfrm>
              <a:off x="1023959" y="3858571"/>
              <a:ext cx="142560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7" name="rc3207"/>
            <p:cNvSpPr/>
            <p:nvPr/>
          </p:nvSpPr>
          <p:spPr>
            <a:xfrm>
              <a:off x="1023239" y="4065114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8" name="rc3208"/>
            <p:cNvSpPr/>
            <p:nvPr/>
          </p:nvSpPr>
          <p:spPr>
            <a:xfrm>
              <a:off x="1023959" y="4065834"/>
              <a:ext cx="142560" cy="1425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9" name="tx3209"/>
            <p:cNvSpPr/>
            <p:nvPr/>
          </p:nvSpPr>
          <p:spPr>
            <a:xfrm>
              <a:off x="1230502" y="3898030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3210" name="tx3210"/>
            <p:cNvSpPr/>
            <p:nvPr/>
          </p:nvSpPr>
          <p:spPr>
            <a:xfrm>
              <a:off x="1230502" y="4105293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3211" name="tx3211"/>
            <p:cNvSpPr/>
            <p:nvPr/>
          </p:nvSpPr>
          <p:spPr>
            <a:xfrm>
              <a:off x="2362948" y="3700771"/>
              <a:ext cx="69878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Ancho IC95%</a:t>
              </a:r>
            </a:p>
          </p:txBody>
        </p:sp>
        <p:sp>
          <p:nvSpPr>
            <p:cNvPr id="3212" name="tx3212"/>
            <p:cNvSpPr/>
            <p:nvPr/>
          </p:nvSpPr>
          <p:spPr>
            <a:xfrm>
              <a:off x="2610750" y="3824215"/>
              <a:ext cx="20317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(pp)</a:t>
              </a:r>
            </a:p>
          </p:txBody>
        </p:sp>
        <p:sp>
          <p:nvSpPr>
            <p:cNvPr id="3213" name="rc3213"/>
            <p:cNvSpPr/>
            <p:nvPr/>
          </p:nvSpPr>
          <p:spPr>
            <a:xfrm>
              <a:off x="2087935" y="3981295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4" name="rc3214"/>
            <p:cNvSpPr/>
            <p:nvPr/>
          </p:nvSpPr>
          <p:spPr>
            <a:xfrm>
              <a:off x="2091535" y="3984895"/>
              <a:ext cx="136799" cy="136799"/>
            </a:xfrm>
            <a:prstGeom prst="rect">
              <a:avLst/>
            </a:prstGeom>
            <a:solidFill>
              <a:srgbClr val="F7F7F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5" name="rc3215"/>
            <p:cNvSpPr/>
            <p:nvPr/>
          </p:nvSpPr>
          <p:spPr>
            <a:xfrm>
              <a:off x="2743971" y="3981295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6" name="rc3216"/>
            <p:cNvSpPr/>
            <p:nvPr/>
          </p:nvSpPr>
          <p:spPr>
            <a:xfrm>
              <a:off x="2747571" y="3984895"/>
              <a:ext cx="136799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7" name="rc3217"/>
            <p:cNvSpPr/>
            <p:nvPr/>
          </p:nvSpPr>
          <p:spPr>
            <a:xfrm>
              <a:off x="2087935" y="418855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" name="rc3218"/>
            <p:cNvSpPr/>
            <p:nvPr/>
          </p:nvSpPr>
          <p:spPr>
            <a:xfrm>
              <a:off x="2091535" y="4192158"/>
              <a:ext cx="136799" cy="136799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9" name="rc3219"/>
            <p:cNvSpPr/>
            <p:nvPr/>
          </p:nvSpPr>
          <p:spPr>
            <a:xfrm>
              <a:off x="2743971" y="418855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0" name="rc3220"/>
            <p:cNvSpPr/>
            <p:nvPr/>
          </p:nvSpPr>
          <p:spPr>
            <a:xfrm>
              <a:off x="2747571" y="4192158"/>
              <a:ext cx="136799" cy="136799"/>
            </a:xfrm>
            <a:prstGeom prst="rect">
              <a:avLst/>
            </a:prstGeom>
            <a:solidFill>
              <a:srgbClr val="96969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1" name="rc3221"/>
            <p:cNvSpPr/>
            <p:nvPr/>
          </p:nvSpPr>
          <p:spPr>
            <a:xfrm>
              <a:off x="2087935" y="4395820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2" name="rc3222"/>
            <p:cNvSpPr/>
            <p:nvPr/>
          </p:nvSpPr>
          <p:spPr>
            <a:xfrm>
              <a:off x="2091535" y="4399420"/>
              <a:ext cx="136799" cy="136799"/>
            </a:xfrm>
            <a:prstGeom prst="rect">
              <a:avLst/>
            </a:prstGeom>
            <a:solidFill>
              <a:srgbClr val="636363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3" name="rc3223"/>
            <p:cNvSpPr/>
            <p:nvPr/>
          </p:nvSpPr>
          <p:spPr>
            <a:xfrm>
              <a:off x="2743971" y="4395820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4" name="rc3224"/>
            <p:cNvSpPr/>
            <p:nvPr/>
          </p:nvSpPr>
          <p:spPr>
            <a:xfrm>
              <a:off x="2747571" y="4399420"/>
              <a:ext cx="136799" cy="136799"/>
            </a:xfrm>
            <a:prstGeom prst="rect">
              <a:avLst/>
            </a:prstGeom>
            <a:solidFill>
              <a:srgbClr val="25252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5" name="rc3225"/>
            <p:cNvSpPr/>
            <p:nvPr/>
          </p:nvSpPr>
          <p:spPr>
            <a:xfrm>
              <a:off x="2087935" y="460308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6" name="rc3226"/>
            <p:cNvSpPr/>
            <p:nvPr/>
          </p:nvSpPr>
          <p:spPr>
            <a:xfrm>
              <a:off x="2091535" y="4606683"/>
              <a:ext cx="136799" cy="136799"/>
            </a:xfrm>
            <a:prstGeom prst="rect">
              <a:avLst/>
            </a:prstGeom>
            <a:solidFill>
              <a:srgbClr val="FDF0D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7" name="tx3227"/>
            <p:cNvSpPr/>
            <p:nvPr/>
          </p:nvSpPr>
          <p:spPr>
            <a:xfrm>
              <a:off x="2295198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14%-41%</a:t>
              </a:r>
            </a:p>
          </p:txBody>
        </p:sp>
        <p:sp>
          <p:nvSpPr>
            <p:cNvPr id="3228" name="tx3228"/>
            <p:cNvSpPr/>
            <p:nvPr/>
          </p:nvSpPr>
          <p:spPr>
            <a:xfrm>
              <a:off x="2951234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41%-46%</a:t>
              </a:r>
            </a:p>
          </p:txBody>
        </p:sp>
        <p:sp>
          <p:nvSpPr>
            <p:cNvPr id="3229" name="tx3229"/>
            <p:cNvSpPr/>
            <p:nvPr/>
          </p:nvSpPr>
          <p:spPr>
            <a:xfrm>
              <a:off x="2295198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46%-47%</a:t>
              </a:r>
            </a:p>
          </p:txBody>
        </p:sp>
        <p:sp>
          <p:nvSpPr>
            <p:cNvPr id="3230" name="tx3230"/>
            <p:cNvSpPr/>
            <p:nvPr/>
          </p:nvSpPr>
          <p:spPr>
            <a:xfrm>
              <a:off x="2951234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47%-48%</a:t>
              </a:r>
            </a:p>
          </p:txBody>
        </p:sp>
        <p:sp>
          <p:nvSpPr>
            <p:cNvPr id="3231" name="tx3231"/>
            <p:cNvSpPr/>
            <p:nvPr/>
          </p:nvSpPr>
          <p:spPr>
            <a:xfrm>
              <a:off x="2295198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48%-48%</a:t>
              </a:r>
            </a:p>
          </p:txBody>
        </p:sp>
        <p:sp>
          <p:nvSpPr>
            <p:cNvPr id="3232" name="tx3232"/>
            <p:cNvSpPr/>
            <p:nvPr/>
          </p:nvSpPr>
          <p:spPr>
            <a:xfrm>
              <a:off x="2951234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48%-52%</a:t>
              </a:r>
            </a:p>
          </p:txBody>
        </p:sp>
        <p:sp>
          <p:nvSpPr>
            <p:cNvPr id="3233" name="tx3233"/>
            <p:cNvSpPr/>
            <p:nvPr/>
          </p:nvSpPr>
          <p:spPr>
            <a:xfrm>
              <a:off x="2295198" y="4643262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3234" name="tx3234"/>
            <p:cNvSpPr/>
            <p:nvPr/>
          </p:nvSpPr>
          <p:spPr>
            <a:xfrm>
              <a:off x="1690925" y="1076899"/>
              <a:ext cx="9781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 Diagnóstico</a:t>
              </a:r>
            </a:p>
          </p:txBody>
        </p:sp>
        <p:sp>
          <p:nvSpPr>
            <p:cNvPr id="3235" name="rc3235"/>
            <p:cNvSpPr/>
            <p:nvPr/>
          </p:nvSpPr>
          <p:spPr>
            <a:xfrm>
              <a:off x="4518142" y="1206378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6338361" y="2648587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6327016" y="2616175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6339066" y="2645718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6361999" y="2600010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6369446" y="2642745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6357442" y="2632892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6306815" y="2642047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6384313" y="2646436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6379547" y="2618293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6373148" y="2611580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6351734" y="2610136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4900159" y="1316129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4861886" y="1315942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4848543" y="1329057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4847135" y="1328307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4843382" y="1324689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4992045" y="1831401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4880303" y="1346580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4886717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4885404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5122677" y="1875125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4975027" y="1836050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4968523" y="1834956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4972289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5111933" y="1805372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5112242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5194783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5194394" y="1771915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5194388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5187191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4689292" y="1701907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4934858" y="1499680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4965745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4939848" y="1570104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5198342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5198848" y="1778336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5198261" y="1775563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5195597" y="1772494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5194706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5195335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5196352" y="1771102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5195319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5200338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5195547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5195240" y="1761337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5194596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5195979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5194004" y="1705151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5197716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5315268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5257637" y="1816232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5253673" y="1812216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5256585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5250487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5250416" y="1808973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5249247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5210119" y="1794612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5245085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5243547" y="1788588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5210529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5243817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5208205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5239588" y="1768156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5191596" y="1707078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5111963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5110199" y="1647148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5113970" y="1646574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5104912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5104040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5097964" y="1633303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5090838" y="1628177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5006522" y="1419575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5090307" y="1424953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4985761" y="1316558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4863736" y="1330328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5200350" y="2044712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5203711" y="2040089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5094235" y="1990647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5085327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5018735" y="1885779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5112713" y="1913423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5105816" y="1913380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5004778" y="1888642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5004359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5394681" y="2069448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5352194" y="2036416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5345431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5212944" y="2023634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5212462" y="2021723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5346666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5347537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5331508" y="2002577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5328166" y="1991345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5351634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5266023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5264634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5416866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5410170" y="2178947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5410008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5405026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5404441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5406962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5401145" y="2165334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5357958" y="2077423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5404381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5406471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5439248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5436530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5419189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5454870" y="2184368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5427974" y="2182384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5429729" y="2178892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5429166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5410253" y="2140167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5417400" y="2141995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5511513" y="2433375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5351685" y="2259240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5351411" y="2336918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5489368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5472461" y="2288844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5473361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5470958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5459985" y="2256920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5482639" y="2257008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5539475" y="2348340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5495301" y="2356144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5491772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5490618" y="2327284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5491436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5489193" y="2320071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5490632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5287691" y="2227873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5308253" y="2201440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5314046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5316147" y="2316602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5444950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5462344" y="2245044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5439512" y="2243038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5459638" y="2232512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5229967" y="2070954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5316406" y="2179911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7486309" y="2960933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7515607" y="3023571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7736306" y="2795739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7695611" y="2805561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7628857" y="2886245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7620825" y="3017368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7676171" y="2875498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7680191" y="2843811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7531374" y="2829689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7529092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7530730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7746249" y="2809834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7693459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7691592" y="2739027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7693129" y="2762996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7693728" y="2762359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7693859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7742421" y="2931505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7651572" y="2955898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7696488" y="2823495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6498775" y="2046740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6256483" y="2205126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6454260" y="2052177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6472324" y="1787229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6240980" y="2259034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6242667" y="2215085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6581787" y="1928551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6504661" y="1948107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6336650" y="1813623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6306204" y="2128831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6445602" y="1972496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6415144" y="2131732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6533673" y="1827749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6470844" y="1911269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6444869" y="2235429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6351763" y="1860989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6393467" y="2023550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6517248" y="2233672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6308822" y="1716043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6444700" y="1912011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6270825" y="2101612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6252274" y="2088757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6544473" y="1873406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6421152" y="2072776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6505871" y="1894759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6230629" y="1792316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6455936" y="1998179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6526339" y="1862317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6477398" y="1886151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6274350" y="2026732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6196026" y="1873573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6506082" y="1894987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6417839" y="2054893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6457428" y="2026531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6404139" y="1776800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6404068" y="2001566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6434116" y="2047838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6417506" y="2189525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6242352" y="2222102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6201547" y="2999996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6197073" y="2971782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6213947" y="2952441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6152072" y="2950738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6163430" y="2991962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6169753" y="2973549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6174301" y="2959493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6188186" y="2949616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6121931" y="2996774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6099283" y="2972540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5263577" y="2972467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5407162" y="2941279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4952367" y="3022203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6180015" y="2995840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5377400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7519018" y="3264251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7418256" y="3185420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7431972" y="3305849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7394379" y="3192426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7403089" y="3215686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7500915" y="3181718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7355177" y="3269321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7373523" y="3303229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7458455" y="3274580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7521938" y="3299630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7512602" y="3424900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7541187" y="3451669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7412403" y="3237234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7484533" y="3378882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7389356" y="3102773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7506761" y="3277203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7513018" y="3398986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7501217" y="3263036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7455149" y="3242561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7491383" y="3453722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7466098" y="3161042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7461068" y="3189602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7423541" y="3223917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7460919" y="3254331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7436002" y="3375731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7526710" y="3395267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7500906" y="3212333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7563388" y="3121673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7471714" y="3202339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7540102" y="3396471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7507490" y="3369587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7456015" y="3216844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7507398" y="3109531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7413116" y="3255002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7372068" y="3149543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7492931" y="3133526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7504969" y="3202551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7511780" y="3246089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7439505" y="3183369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7428718" y="3173959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7411219" y="3170572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7413400" y="3196366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7536710" y="3249475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7471861" y="3205920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7496106" y="3298600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7427063" y="3160480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7517525" y="3423549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7386349" y="3136281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7430054" y="3228576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7388038" y="3117821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7333980" y="3239633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7552587" y="3434397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7503953" y="3166102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7428561" y="3151760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7700145" y="3247108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7466694" y="3265039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7417180" y="3212220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7431014" y="3184095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7432662" y="3190117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7491520" y="3338918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7437763" y="3225125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7467489" y="3346072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7315725" y="3293799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7505966" y="3177968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7415502" y="3159511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7311140" y="3207549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7468428" y="3218126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7680887" y="3262217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7411294" y="3187420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7483113" y="3277741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7553542" y="3294179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7484345" y="3418223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7480932" y="3226305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7457646" y="3174358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7537502" y="3303608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7317690" y="3315199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7474076" y="3145532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7455690" y="3193419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7431268" y="3284894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7495782" y="3240331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7476386" y="3395384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7536147" y="3384392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7450177" y="3255738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7459724" y="3404801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7527079" y="3367851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7391568" y="3217821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7443723" y="3179357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7504632" y="3439048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7459860" y="3227861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7542078" y="3384945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7540096" y="3228256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7440788" y="3156247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7540946" y="3474120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7483221" y="3395384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7427327" y="3201436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7459060" y="3204836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7388318" y="3352878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7486347" y="3257049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7378349" y="3181959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7543165" y="3426551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7525577" y="3100674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7438697" y="3197652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7541947" y="3372251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7512542" y="3260845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7472676" y="3240057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7392024" y="3175792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7476194" y="3363645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7629725" y="3280531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7479915" y="3413006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7487921" y="3197925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7471031" y="3218130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7470074" y="3265038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7492077" y="3221813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7501942" y="3224059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7513592" y="3179115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7338551" y="3205484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7398640" y="3154805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7535769" y="3482769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7431242" y="3220575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7337518" y="3174315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7423328" y="3184854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7501057" y="3371709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7545485" y="3468736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7446551" y="3260473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7536258" y="3338887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5954956" y="1967930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5786019" y="1811729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6022326" y="1960275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5911618" y="2001304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5889400" y="1780230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5849895" y="1887797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5878634" y="2026239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5863869" y="1552026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5755275" y="1922172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5876974" y="1920005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5987393" y="1528731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5712547" y="1883917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5779965" y="1586573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5758858" y="1821321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5970627" y="1865625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5783169" y="1745079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5782910" y="1636621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5910924" y="1905884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6035225" y="2065237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6022874" y="2004603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6014110" y="1903416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5688139" y="1948501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5850090" y="1788263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6052341" y="1932080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5995278" y="1637297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6089752" y="1637557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5712943" y="1606893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5826134" y="1908484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6054645" y="1846896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5815163" y="1588433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5769768" y="1916492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5758785" y="2016336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5830375" y="1801333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5984143" y="1851517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5763218" y="1473856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5981313" y="2011202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6162853" y="1784431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5695645" y="1685691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6055614" y="2032097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6031908" y="1838569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5684185" y="1525506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5774755" y="1684364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5951277" y="2019973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5710737" y="1777678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5912458" y="1917298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5998363" y="1896643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5711471" y="1960091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5958807" y="1520516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5782775" y="1967041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5902351" y="1881596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5918657" y="1720911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5920268" y="2033649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5924193" y="1879894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5893371" y="1479163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5959272" y="2053356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5665025" y="1913733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5718869" y="1972483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5983706" y="2062430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5997990" y="2065407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6017903" y="1878879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5754711" y="2069571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5656028" y="1881188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5812242" y="1743337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5770856" y="2086781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6073582" y="1989450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5874144" y="1968050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5960613" y="1735430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6707640" y="2971454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6725128" y="2981581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6722070" y="2953085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6727215" y="2960553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6706870" y="2968383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6706636" y="2960497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6719883" y="2965713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6713999" y="2952494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6702855" y="2960656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6727474" y="2957997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6735402" y="2969185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6725892" y="2970209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6724220" y="2937835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6718525" y="2947259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6728700" y="2953666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6721561" y="2960484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6231650" y="2264273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6157367" y="2333945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5912731" y="2109482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6051957" y="2115193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6128591" y="2235493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6224269" y="2327627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6043228" y="2159298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6169587" y="2432157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6116318" y="2190849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5988104" y="2415912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5979305" y="2109230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5903674" y="2240301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6289080" y="2289929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6221654" y="2191455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6146598" y="2227576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5898188" y="2193545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6158281" y="2387167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6109936" y="2292396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5945440" y="2072347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6024603" y="2313659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6013643" y="2362692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5868075" y="2240681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6143871" y="2451150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6185092" y="2087883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6190405" y="2205358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6064896" y="2441964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5946223" y="2332133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5944622" y="2301426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5840938" y="2209868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6122850" y="2076834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6140009" y="2406928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6018629" y="2161312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6124559" y="2328716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5893779" y="2267635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6043410" y="2280716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6151605" y="2289928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6068679" y="2262524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6098166" y="2244520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6183713" y="2263528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6551253" y="2845584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6423178" y="2734502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6479842" y="2873310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6393044" y="2818467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6561193" y="2882406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6533765" y="2841460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6594352" y="2753705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6492367" y="2868535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6515890" y="2864661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6428919" y="2808830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6572767" y="2746775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6492638" y="2733647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6444227" y="2675099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6469156" y="2822463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6439604" y="2673620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6510317" y="2867170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6525904" y="2809950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6480823" y="2789328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6503301" y="2795399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6511068" y="2830778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6414693" y="2767766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6393124" y="2760511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6432102" y="2780148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6510377" y="2846743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6510763" y="2699484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6568108" y="2759005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6542722" y="2690806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6609976" y="2744115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6450570" y="2755385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6464454" y="2827333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6584201" y="2693216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6609746" y="2709397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6505638" y="2823270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6468747" y="2856480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6443581" y="2800106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6505972" y="2759964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6550449" y="2825667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6542362" y="2806464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6637621" y="2724632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6395636" y="2791875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6516515" y="2793034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6578458" y="2855056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6466919" y="2746242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6451345" y="2842729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6455161" y="2791426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6503318" y="2838204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6790052" y="3129117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6605670" y="3064036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6738215" y="3244303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6713981" y="3268372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6456096" y="3066414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6805259" y="3169709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6635250" y="3052730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6571773" y="3105800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6677750" y="3239979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6769520" y="3160626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6466814" y="3138822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6594827" y="3078122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6718013" y="3226750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6618926" y="3100186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6738624" y="3167336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6571666" y="3182036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6608382" y="3124611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6715085" y="3165242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6626217" y="3176147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6808307" y="3179138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6382797" y="3101335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6675474" y="3217653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6442812" y="3169189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6436384" y="3123481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6792139" y="3201630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6723084" y="3272014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6568100" y="3056179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6565124" y="3087626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6643625" y="3269822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6633790" y="3220782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6720301" y="3111491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6748979" y="3119153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6719047" y="3094974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6788468" y="3204955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6807425" y="3269184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6797928" y="3255646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6693675" y="3184682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6682552" y="3133423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6637548" y="3152817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6727422" y="3204066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6652728" y="3124208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6715089" y="3145034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6755416" y="3187806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6834910" y="3236295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6787177" y="3126854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6786239" y="3182016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6754457" y="3234802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6770666" y="3204842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6807456" y="3220531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6782106" y="3294106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6786556" y="3269334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6774361" y="3143572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6540213" y="3024404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6649553" y="3063013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6657347" y="3046797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6739477" y="3269740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6642722" y="3091793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6673942" y="3088495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6767128" y="3275419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6801394" y="3210166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6693966" y="3159410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6740700" y="3279941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6694268" y="3228342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6533986" y="3096269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6731992" y="3135334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6664569" y="3077159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6414432" y="3057995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6649284" y="3089888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6766131" y="3181493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6509569" y="3166629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6598731" y="3194275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6475906" y="3072586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6655478" y="3040993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6762351" y="3205160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6620449" y="3057396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6711227" y="3187541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6551197" y="3080703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6776129" y="3230118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6774304" y="3286366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6797335" y="3161452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6562928" y="3227854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6685630" y="3060825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6660663" y="3035077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6741564" y="3185440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6696453" y="3071608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6793963" y="3301147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6770665" y="3240558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6801356" y="2836260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6709011" y="2878002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6771882" y="2798486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6763867" y="2747513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6800444" y="2769548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6770349" y="2782398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6706228" y="2851751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6787470" y="2745479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6700370" y="2840421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6750426" y="2883275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6714605" y="2845169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6760436" y="2885172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6734135" y="2744581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6807225" y="2848193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6804909" y="2848551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6775139" y="2813357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6743976" y="2800319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6741177" y="2788511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6772088" y="2873502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6725231" y="2854603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6732833" y="2866647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6781494" y="2846594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6746960" y="2853389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6759360" y="2853198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6727901" y="2766207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6688256" y="2858009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6815336" y="2813361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6791736" y="2903804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6805040" y="2905394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6774522" y="2782398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6739463" y="2900060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6684240" y="2869890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6811696" y="2774404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6708431" y="2873906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6766281" y="2871536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6706805" y="2805136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6709075" y="2755447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6644282" y="2829249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6710219" y="2870480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6812756" y="2750177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6722050" y="2840597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6728839" y="2826357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6679744" y="2829757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6756956" y="2866348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6789300" y="2762801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6832897" y="2807121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6781426" y="2738943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6708956" y="2782754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6719680" y="2871144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6687165" y="2888440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6750737" y="2781380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6706691" y="2885188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6776979" y="2772755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6719880" y="2797167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6811031" y="2875817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6780087" y="2920390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6719987" y="2866134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6674429" y="2849462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6755527" y="2891871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6700608" y="2859595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6644282" y="2854368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6777828" y="2858381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6772643" y="2722548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6774407" y="2863950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6693925" y="2753279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6732084" y="2732946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6797220" y="2861935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6743118" y="2746656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6741647" y="2836966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6820404" y="2856195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6795442" y="2847839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6786286" y="2897735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6685257" y="2817633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6768191" y="2747354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6780057" y="2900901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6646598" y="2811738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6817420" y="2838029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6761132" y="2835110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6801172" y="2755929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6718436" y="2751264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6754527" y="2773081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6801296" y="2879316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6784096" y="2872984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6678211" y="2776052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6741591" y="2883275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6189888" y="2940006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6159742" y="2650503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6230901" y="2967109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6259716" y="2808001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6189966" y="2679499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6221105" y="2916961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6377235" y="2759845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6349532" y="2724463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6108148" y="2805527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6184081" y="2911217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6245999" y="2945637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6222405" y="2875827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6125089" y="2899210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6224887" y="2820583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6151263" y="2771083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6305091" y="2834878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6190714" y="2880304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6054263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6054590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6054996" y="2944428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6054633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6054383" y="2943552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6052347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6052047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6053011" y="2941610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6051936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6050257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6049755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6048674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6048727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6085043" y="2981291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6085457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6078497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6069075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6069462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6060679" y="2961502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6060838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6057481" y="2951208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6057240" y="2950919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6040537" y="2917135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6055334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6054993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6320772" y="2682191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6098557" y="2829095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6312003" y="2741891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6281247" y="2741851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6103675" y="2861709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6209376" y="2849808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6217889" y="2774115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6237615" y="2922931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6281414" y="2827068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6292483" y="2895179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6288607" y="2892654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6312342" y="2756982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6227514" y="2896568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6339871" y="2759232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6174870" y="2821073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6139655" y="2780859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6240482" y="2815257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6304345" y="2817640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6223799" y="2638447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6221084" y="2949022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6185227" y="2827014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6172928" y="2890914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6004967" y="2860227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6166019" y="2932055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6298352" y="2768702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6260215" y="2797883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6198572" y="2633433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6108452" y="2916790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6254627" y="2822277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5989340" y="2827307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6329164" y="2838573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6268101" y="2824042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6258086" y="2834868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6246759" y="2802355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6088652" y="2964037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6353012" y="2820953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6058738" y="2768501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6337818" y="2789519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6390467" y="2765794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6278596" y="2843326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6136291" y="2873702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6235659" y="2867089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6314341" y="2688236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6214571" y="2831835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6173592" y="2794880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6203802" y="2781304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6381570" y="2740855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6217913" y="2935396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6156333" y="2834864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6143320" y="2855651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6217257" y="2753768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6062786" y="2884595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6034747" y="2823442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6031057" y="2779027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6203171" y="2827711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6249363" y="2864899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6159558" y="2913837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6243267" y="2623839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6104334" y="2931881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6099686" y="2855692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6133272" y="2839208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6410366" y="2651242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6180260" y="2867251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6244191" y="2843840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6271681" y="2760692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6172701" y="2719942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6189286" y="2797792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6272322" y="2870582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6140933" y="2585279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6307565" y="2727325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6269261" y="2892574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6050561" y="2789951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6271635" y="2881502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6284296" y="2932530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6156852" y="2899353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6242908" y="2899971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6041019" y="2824526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6385623" y="2667821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6163565" y="2871750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6230148" y="2842736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6193348" y="2662225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6272298" y="2949982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6371977" y="2798955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6319772" y="2848000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6334415" y="2733488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6250745" y="2761975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6176268" y="2564106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6252715" y="2605107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6153725" y="2747688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6111156" y="2778801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6145850" y="2902377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6152242" y="2785472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6355525" y="2684183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6151880" y="2892407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6368825" y="2827154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6196607" y="2855841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6326641" y="2813116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6218827" y="2874444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6253838" y="2882543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6196800" y="2803682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6212410" y="2897758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6260534" y="2620772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6206713" y="2793895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6342880" y="2784185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6169946" y="2782518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6149675" y="2807990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6215421" y="2883904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6288942" y="2788435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6642713" y="3000980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6741010" y="2937040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6645328" y="3036438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6636035" y="3020277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6742764" y="2925780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6766801" y="3007161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6752541" y="2939960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6761833" y="2997953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6569700" y="3007728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6752533" y="2935855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6688710" y="2979703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6641254" y="2969732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6758464" y="2999116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6620360" y="2919232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6725434" y="2881552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6591975" y="2971630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6611133" y="2884667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6715908" y="2894325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6728153" y="2940132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6714668" y="2937696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6679433" y="2973494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6717292" y="2885853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6710984" y="2910659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6746949" y="2969435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6760251" y="2975784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6745522" y="2935578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6657766" y="3019999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6663536" y="3030414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6681532" y="3005242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6720776" y="2929829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6728927" y="2926381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6685108" y="2987304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6632451" y="2902559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6629999" y="2858668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6763956" y="2997016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6756713" y="2903133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6636762" y="2945005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6719495" y="2917297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6575604" y="3034397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6619678" y="2970444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6720079" y="2900600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6639266" y="2922423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6747431" y="2901260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6658856" y="2926129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6756777" y="2978077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6728476" y="2929307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6686956" y="2971770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6746106" y="2987307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6766591" y="2904474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6682633" y="2980717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6696056" y="2944939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6580200" y="3048801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6656028" y="2950921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6596072" y="2996398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6629165" y="3007607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6674839" y="2876593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6673289" y="3018680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6735205" y="2911769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6702988" y="2902768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6612459" y="2907841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6752047" y="2980592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6652876" y="2884640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6660142" y="2939953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6584126" y="2991838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6725425" y="2923740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6752047" y="2985941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6678253" y="2957825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6688991" y="2942918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6697357" y="2956506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6683297" y="2939345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6748514" y="2958412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6760686" y="2987546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6757843" y="2940448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6763082" y="2922325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6764686" y="2919633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6627575" y="2912938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6709631" y="2921664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6615272" y="3023191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6635894" y="2856912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6762080" y="2930997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6754420" y="2915816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6674677" y="2990692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6669835" y="2929143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6657563" y="2909448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6670110" y="2948284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6680911" y="3023385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6671515" y="3004730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6743913" y="2961533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6587466" y="2983168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6601431" y="2951709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6669835" y="2905381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6718585" y="2913728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6656260" y="3001980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6683949" y="2988815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6561199" y="3001752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6739452" y="2941411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6683120" y="2924994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6745937" y="2967942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6734107" y="2928378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6730462" y="2917529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6601891" y="2975788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6658804" y="2869331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6682758" y="2990320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6678998" y="2951019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6637115" y="3030255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6599560" y="2917825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6751179" y="2957008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6735458" y="2948889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6749923" y="2917958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6617540" y="3006238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6674547" y="2982922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6670142" y="2975231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6688939" y="3005242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6680650" y="2994958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6666299" y="2902461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6620207" y="2883255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6727407" y="2917529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6603331" y="2981224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6724160" y="2921951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6654902" y="2993261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6594649" y="2962407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6733834" y="2925162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6612665" y="2943666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6756872" y="2932064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6687880" y="2993933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6676094" y="2986401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6729137" y="2929790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6702540" y="2936381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6677804" y="2982676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6660414" y="2983180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6764084" y="2985507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6743930" y="2952790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6691744" y="2983694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6694829" y="2914327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6296609" y="2871902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6410340" y="2940826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6297946" y="3004381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6505280" y="2895573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6424073" y="2863568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6589443" y="2930772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6330389" y="2985566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6577677" y="2926956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6210482" y="3048260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6420206" y="2974939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6300994" y="3029991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6444140" y="2989492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6367618" y="2850301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6403805" y="2896467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6376313" y="2899406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6358051" y="2879524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6394259" y="2863069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6519207" y="2894637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6305852" y="3048946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6326927" y="2859680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6563071" y="2933074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6584075" y="2857204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6425257" y="2927944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6533988" y="3031937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6542158" y="2958315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6466994" y="2947340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6361320" y="2892550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6417289" y="2894205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6303764" y="2886355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6314482" y="2959963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6492049" y="2988883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6369279" y="2914698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6493083" y="2881243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6311471" y="2903988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6483657" y="2894888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6404206" y="2965664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6354327" y="2850441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6521250" y="2909442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6403145" y="2865842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6505347" y="2916390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6422415" y="2953478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6501476" y="2881449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6337660" y="2914832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6306656" y="2881281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6393607" y="2978592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6377996" y="3002840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6475682" y="2888109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6448527" y="2897650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6462405" y="3026217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6459334" y="2942835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6515404" y="2907483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6570131" y="2916808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6352158" y="2865886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6476718" y="2947200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6559224" y="2890609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6285652" y="2875429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6313426" y="3101106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6459204" y="2908947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6206378" y="3023396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6245591" y="3007048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6432744" y="2904502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6590064" y="2881937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6347291" y="2948225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6446277" y="2962322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6576226" y="2972268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6404490" y="2922320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6579393" y="2910803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6479520" y="2984809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6533172" y="2908204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6371981" y="2952915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6409064" y="2977486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6402652" y="2851750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6334969" y="2866308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6414302" y="2879627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6364638" y="2978180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6343025" y="2851932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6383720" y="2923359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6285406" y="2982236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6581331" y="2933822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6379960" y="2998686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6452931" y="2887123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6361476" y="2863461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6417491" y="3017155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6385275" y="2864739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6466727" y="2895803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6225422" y="3012164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6379919" y="2905319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6389371" y="2912417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6344916" y="2878770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6425052" y="2939857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6338798" y="2942425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6383633" y="2846874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6391720" y="2894816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6436346" y="2859457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6441213" y="2918902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6334989" y="2904284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6442485" y="2852942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6575257" y="2944010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6357915" y="2893878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6485060" y="2904910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6510748" y="2969859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6596512" y="2906858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6405587" y="2950712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6502051" y="2931420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6443591" y="2932724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6320389" y="2908261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6339316" y="2893552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6359718" y="2937481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6315630" y="2867133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6326607" y="2881050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6386601" y="2880492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6559362" y="2948669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6568261" y="2969533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6463641" y="2936258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6749439" y="3007846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6738746" y="3021038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6712465" y="3029353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6769818" y="3005376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6707639" y="2993090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6763431" y="3014064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6719181" y="3023421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6765534" y="3054532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6775670" y="3018125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6711622" y="3041635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6718419" y="3048768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6692025" y="3050195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6721997" y="2997827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6703919" y="3034406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6746153" y="3003334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6752327" y="3013102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6742178" y="3009022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6717112" y="3046142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6693312" y="3039047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6743035" y="3045772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6737017" y="2998049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6701976" y="3043822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6695510" y="3018150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6758808" y="3040351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6719591" y="3016122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6761115" y="3037276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6704328" y="3018436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6727484" y="3012990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6710601" y="3050366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6722045" y="3028724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6705319" y="3005916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6688456" y="3029984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6734129" y="3028413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6698096" y="3038507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6766717" y="3024283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6762971" y="3032553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5997374" y="2571696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6066796" y="2574466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6008056" y="2608511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6045325" y="2632120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6056810" y="2669024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6006371" y="2633507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6128437" y="2652321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6038275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6027475" y="2725181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6085207" y="2731733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6052982" y="2711025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6015400" y="2521398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6129549" y="2747009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6118085" y="2729586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6091371" y="2698656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5972161" y="2666167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5998678" y="2614762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5988722" y="2581449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6110018" y="2772019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5927213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5903667" y="2707064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6020910" y="2681815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5886816" y="2682743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5883253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6010017" y="2769762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6098755" y="2749894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6648679" y="2304033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6540853" y="2207973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6578522" y="2069233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6642997" y="2185363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6662636" y="2137254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6641600" y="2236359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6560796" y="2164651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6562512" y="2234883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6600434" y="2213759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6528087" y="2012247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6593467" y="2213236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6666180" y="2165209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6704121" y="2169595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6603389" y="2197177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6639045" y="2069736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6571817" y="2202190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6583062" y="2205228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6573354" y="2211956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6488921" y="2090933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6573301" y="2180168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6568701" y="2190277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6591945" y="2173185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6623322" y="2123518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6571753" y="1963492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6619137" y="2410004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6590153" y="2209761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6683043" y="2139921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6605000" y="2252010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6591815" y="2175345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6705136" y="2163340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6598309" y="2354571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6526427" y="2180418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6562358" y="2095380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6589836" y="2192272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6621910" y="2147524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6571435" y="2179384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6531109" y="2266940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6621467" y="2177754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6607051" y="2068731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6608016" y="2175073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6661129" y="2164845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6606190" y="2158113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6624922" y="2277314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6583888" y="2466419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6584374" y="2264761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6552879" y="2361822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6601735" y="2246413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6543415" y="2093688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6677520" y="2186235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6558054" y="2131042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6621457" y="2308461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7062741" y="3245318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6885053" y="3234104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7074356" y="3237723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6891192" y="3164582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6981789" y="3261913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6948346" y="3191087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7005382" y="3289002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6853853" y="3147524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6890740" y="3305504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7006666" y="3190985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6972820" y="3093327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7047592" y="3267394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6942411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6891545" y="3329404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6926452" y="3193126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6892185" y="3227767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7015572" y="3105233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7053825" y="3213088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6983627" y="3290865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6960657" y="3176124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6971823" y="3316514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7073931" y="3213347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7202189" y="3300308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6881572" y="3232411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6849114" y="3256560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6838729" y="3196606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6958494" y="3213302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7171777" y="3233388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7010976" y="3071210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7058698" y="3156746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6977676" y="3100157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7065715" y="3116732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7064752" y="3223043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6828417" y="3307111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7187409" y="3266160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7094990" y="3151375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6978037" y="3264972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6941769" y="3232360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7005897" y="3114022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7067392" y="3215759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6947787" y="3257137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6949925" y="3096501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7025094" y="3224673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6910038" y="3148335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7052230" y="3302385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6842295" y="3162532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6829482" y="3315206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7052011" y="3080127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6836656" y="3273421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6940724" y="3165384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7219763" y="3207228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6821126" y="3134120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7009914" y="3144919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6989533" y="3139502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6997700" y="3220323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6845808" y="3126886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6914692" y="3132834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7036187" y="3203169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7070646" y="3342437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7025503" y="3230520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7051279" y="3351862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7024906" y="3335424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6928782" y="3324321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6968505" y="3241587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7110752" y="3226306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7071927" y="3259270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7031335" y="3239331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7100651" y="3272131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7095098" y="3201733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7017074" y="3221526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7228274" y="3256820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6937832" y="3184579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6958967" y="3357464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7277522" y="3287632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7076341" y="3197724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6998898" y="3245978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6916063" y="3147232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6908688" y="3109734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7144531" y="3262257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7153691" y="3239073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6999967" y="3213896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6988047" y="3329914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7009123" y="3342062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6885740" y="3252420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6955526" y="3155147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7188112" y="3247672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6972358" y="3141893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7040012" y="3266821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6831595" y="3293672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6996461" y="3301601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6950201" y="3331331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6865252" y="3157713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6939717" y="3226504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6995237" y="3237150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6815426" y="3162439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6929398" y="3266374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7079638" y="3223417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7038861" y="3342353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6976408" y="3363292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6880858" y="3316539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6905246" y="3247580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7062150" y="3208907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6891453" y="3219587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6975762" y="3232520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6905280" y="3180790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6975722" y="3109079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6997046" y="3299513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6959970" y="3128365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7015050" y="3187920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6932142" y="3313986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6956820" y="3201806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6958057" y="3259122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6998265" y="3265504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6996856" y="3249390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6983395" y="3247924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6804582" y="3138650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7181688" y="3179880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7173045" y="3194627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6914105" y="3187730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7030507" y="3256149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6916703" y="3249856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6913539" y="3231266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7048132" y="3337198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6990189" y="3072723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7094524" y="3302284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7091265" y="3235221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7057337" y="3118276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6932295" y="3160437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7001219" y="3369888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6908393" y="3277308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7273410" y="3294822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6830491" y="3167644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7012781" y="3200016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7232921" y="3270908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6807780" y="3162439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6875975" y="3088496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6937148" y="3301790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6827052" y="3139452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6802319" y="3318816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6928428" y="3200906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7063650" y="3346648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6994209" y="3307281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6822948" y="3172588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6830479" y="3149901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6910929" y="3315857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6927047" y="3101100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6961985" y="3173946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6877811" y="3307134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7032208" y="3120293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7008884" y="3083709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7001096" y="3355621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7054366" y="3329999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7077187" y="3192057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7034101" y="3246747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6935069" y="3191941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7132620" y="3271413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6874649" y="3134001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6932300" y="3163837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7009361" y="3172042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6923424" y="3143060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7096574" y="3225876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7013265" y="3328482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6889882" y="3128392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7009969" y="3266668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7024220" y="3196837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6825558" y="3173262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7000130" y="3118175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7200606" y="3287536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7020558" y="3226471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6835978" y="3151291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7003683" y="3250029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7082072" y="3180759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7116948" y="3173127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7098555" y="3134496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7089941" y="3097379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6988462" y="3283380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6816423" y="3314024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7010861" y="3272589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6853809" y="3154827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6981031" y="3129050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6875590" y="3098064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6984170" y="3118378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7302185" y="3308313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6905858" y="3234191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6985030" y="3091616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6841872" y="3127233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7142761" y="3300475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7149400" y="3241370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6935746" y="3277156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6999092" y="3217777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6907628" y="3207223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7033474" y="3199045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7026452" y="3246484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6923264" y="3184583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6917247" y="3143153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6851239" y="3245606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6995324" y="3106363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6988760" y="3092299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7031739" y="3157429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6995608" y="3205755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7173000" y="3283366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6939971" y="3195278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6931094" y="3172757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6982773" y="3246517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7051883" y="3218359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6887000" y="3151307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7074571" y="3209604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7021543" y="3308286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7042487" y="3200904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6995848" y="3217280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6853851" y="3177881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7000561" y="3279979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6864663" y="3309658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7042229" y="3361303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6938307" y="3180983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7011199" y="3270407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7061158" y="3199803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7008138" y="3116540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7061498" y="3313717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6871928" y="3273057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7110914" y="3160365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7017537" y="3235850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6996772" y="3213541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6856732" y="3167205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6961692" y="3207303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6992793" y="3292069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7003747" y="3209887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6879201" y="3296809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6912200" y="3213752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7011215" y="3237048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6989136" y="3228229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7013468" y="3228188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6887815" y="3153741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6865927" y="3317122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7014336" y="3218197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7030218" y="3327782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7071749" y="3197413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6994322" y="3284916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6980116" y="3213248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7037138" y="3247003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7012532" y="3258061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6961084" y="3254668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6884588" y="3172520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7011748" y="3233115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6953846" y="3241533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6949592" y="3097711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6908648" y="3219846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6853064" y="3295298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6982128" y="3140342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7005828" y="3106581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7064088" y="3205965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6916600" y="3197187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7008595" y="3247793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7010271" y="3241666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7073607" y="3394032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7074457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7081296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7086195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7090246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7056371" y="3361375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6920856" y="3207107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7063562" y="3205968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6930087" y="3163364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7191014" y="3266160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7014291" y="3287920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6979154" y="3253138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7094830" y="3298717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6863022" y="3188248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7187888" y="3296389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6926466" y="3149950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6961378" y="3107720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7044201" y="3310684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6858322" y="3233411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6852268" y="3229384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6907110" y="3204489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7070010" y="3192112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6853375" y="3147520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7047018" y="3252628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7229603" y="3295459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6824177" y="3181309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6965262" y="3343853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7015698" y="3266966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6984721" y="3221154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7021073" y="3119128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6920510" y="3247317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6998933" y="3124026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6979183" y="3092903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6935297" y="3189349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7243455" y="3298608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6871464" y="3142395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7253356" y="3294819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6942368" y="3194398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7023273" y="3232963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6982415" y="3218227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7048970" y="3307179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6936053" y="3195285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7070104" y="3339163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6975369" y="3186294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6904651" y="3126292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7005162" y="3226043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7197182" y="3322084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6934094" y="3294472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7022080" y="3268908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6847322" y="3157388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6930168" y="3143932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6860122" y="3127595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7037738" y="3319038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7016271" y="3247780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6998517" y="3104582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7001908" y="3088542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6866790" y="3294127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7024514" y="3172838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7010547" y="3239166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7031739" y="3201421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7025971" y="3188878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7000502" y="3205490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7028113" y="3240063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6819825" y="3296090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7096296" y="3287836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6895921" y="3117676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6889362" y="3197480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7016038" y="3129840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6818725" y="3167884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7086847" y="3189999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7015340" y="3258292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6995196" y="3191217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6914419" y="3130225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7067922" y="3244217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6929310" y="3204298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6824767" y="3145626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7097221" y="3235897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7050593" y="3193475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6957011" y="3326061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7026458" y="3284278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6879917" y="3180638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6867262" y="3183438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7057232" y="3318452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6916279" y="3250917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6939563" y="3185794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6923689" y="3227074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7025065" y="3257082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7063913" y="3196277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6948073" y="3210537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7021704" y="3245601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6923803" y="3163423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7055531" y="3179450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7066649" y="3185579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7055366" y="3188444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7111174" y="3143861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6942695" y="3174246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6874702" y="3308439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6825951" y="3209488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7058236" y="3242094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6981058" y="3092186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6947708" y="3289127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7123746" y="3234585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7032336" y="3100132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6977847" y="3102881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7031053" y="3286567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7048097" y="3345751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6902115" y="3191479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6872892" y="3212723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6994322" y="3283784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6823888" y="3188635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7011350" y="3248830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6962985" y="3102706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6987408" y="3102152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7272005" y="3274867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6952343" y="3339903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6847881" y="3141982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6903323" y="3223673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7038241" y="3197025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6943358" y="3187752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6928852" y="3228289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6913216" y="3221265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7071492" y="3203558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6915867" y="3200463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6815426" y="3157848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7002981" y="3178392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7008204" y="3284993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6993930" y="3126097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6940923" y="3192934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6948108" y="3236507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6880497" y="3222837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7060614" y="3186416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7024006" y="3323487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7021484" y="3257758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7140812" y="3314437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7122297" y="3280860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6928171" y="3132066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6970218" y="3273281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6856787" y="3184211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6843008" y="3304652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7045996" y="3192038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7007013" y="3302555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6842769" y="3149305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6984539" y="3236301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7024765" y="3242096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6981788" y="3193910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7198748" y="3275326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6996950" y="3258075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7032450" y="3308701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7020049" y="3169767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6918175" y="3232997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6955792" y="3170461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7064393" y="3217830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6847453" y="3274966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7192494" y="3319290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7008129" y="3268246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6966880" y="3154054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6860705" y="3295942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7061507" y="3217538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7187984" y="3291423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6901276" y="3138553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6932274" y="3184612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7097760" y="3336380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6853064" y="3302270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6962515" y="3144693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6965009" y="3316514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7179965" y="3319746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6926610" y="3198155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7011797" y="3267519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7060878" y="3292740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7129009" y="3188948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6896607" y="3182873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7036764" y="3231995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7062781" y="3320806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6911153" y="3226513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6982524" y="3097289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7108144" y="3232884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7075196" y="3248556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7007952" y="3132461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7026196" y="3273479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7044046" y="3183262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7018731" y="3154417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6902153" y="3175572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6876132" y="3102033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6918257" y="3168898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7005090" y="3239714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7018521" y="3237879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6842187" y="3293836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6896729" y="3175020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7041720" y="3325986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6995013" y="3218817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7064158" y="3334379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7077140" y="3166172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6930220" y="3308482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6843752" y="3187711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7018459" y="3241588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6901943" y="3150210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7012951" y="3232668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7014643" y="3231030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6855955" y="3139496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7006797" y="3314296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6983808" y="3091616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6993467" y="3116429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6989876" y="3265264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7007278" y="3254929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7061936" y="3310032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7019019" y="3319006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7017947" y="3199515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7007278" y="3250387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6910394" y="3196015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6838149" y="3143605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6894866" y="3237599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6902080" y="3112161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6985174" y="3100157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7001197" y="3216714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7013861" y="3232005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6834455" y="3173932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6920388" y="3249127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6908388" y="3192960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7014317" y="3310643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6909842" y="3290190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6998361" y="3262419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6991620" y="3181039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6991976" y="3244365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7012613" y="3229371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7014730" y="3229996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6904931" y="3198068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7021640" y="3328987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7127835" y="3273020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6881626" y="3241775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7015786" y="3269485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7103589" y="3214353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6961429" y="3158816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6992934" y="3106691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6883778" y="3201260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6986029" y="3272558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6998184" y="3224486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6893475" y="3134338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6823570" y="3307493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7038858" y="3315826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6981967" y="3283380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7069819" y="3182010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7009760" y="3241254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7024788" y="3188963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6891192" y="3162926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7017537" y="3232513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6948353" y="3160113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7021920" y="3237487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6917463" y="3150399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7174323" y="3194545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7207510" y="3199867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7030648" y="3205764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7005944" y="3047523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6945097" y="3213791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6947241" y="3170521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7117085" y="3313396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7056979" y="3140781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7191737" y="3242489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6837282" y="3133939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7154526" y="3238619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6865433" y="3325522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6855179" y="3280212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6920776" y="3147648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6996365" y="3325050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7046311" y="3227909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7000869" y="3233706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6947039" y="3132066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6968771" y="3268036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6994670" y="3233717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7037988" y="3350088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6993380" y="3230357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7171812" y="3292768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7016626" y="3093153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7038185" y="3366512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7069879" y="3221878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7006063" y="3303186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6994900" y="3136943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6960696" y="3222172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7189242" y="3231057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7083950" y="3308890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7070008" y="3189079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6971657" y="3286117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6927577" y="3220776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6947039" y="3115591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7003727" y="3039885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6989946" y="3156783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6953286" y="3145098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6956404" y="3335921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6964409" y="3149730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7007567" y="3261628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7051795" y="3201620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7002406" y="3124026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6973415" y="3094595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6920158" y="3254709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7039709" y="3206868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6917475" y="3225063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6928334" y="3278738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7038473" y="3276444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6890547" y="3137228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7148110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7132629" y="3345655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7093931" y="3219414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6854735" y="3126886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7023959" y="3150550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6846428" y="3185757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7133558" y="3235113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6881569" y="3288055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7076901" y="3138587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7131879" y="3236558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7059001" y="3183562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7167246" y="3264858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7049458" y="3204703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6828811" y="3296395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7033131" y="3247636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6887140" y="3120136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7006907" y="3261891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6975546" y="3166593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6930389" y="3186694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7031536" y="3357615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6997277" y="3270194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6871470" y="3126623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6878455" y="3118154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7088629" y="3276626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7121696" y="3248926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7236308" y="3270878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7003834" y="3219441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7000253" y="3253661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6885130" y="3264790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6852300" y="3218695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7016729" y="3347140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6875394" y="3251355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6978542" y="3205755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6916017" y="3154762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6911727" y="3167215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7000863" y="3343734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6973677" y="3194043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6927261" y="3143500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7039663" y="3200377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7018214" y="3370345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7222740" y="3285533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7039628" y="3219233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7069944" y="3208521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7009944" y="3277871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6781007" y="2951463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6894041" y="2879869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6737635" y="3075858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6899473" y="2875791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6910398" y="2866560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6761121" y="3112292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6850401" y="2916969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6847866" y="2833953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6840720" y="3016059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6899427" y="2864926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6873130" y="2885424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6803206" y="3115112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6896782" y="2881271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6914266" y="2870463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6919563" y="2898614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6778589" y="3105124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6840122" y="2830833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6886734" y="2932592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6800787" y="2967684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6783403" y="2965141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6789104" y="3046247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6921269" y="2887166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6870484" y="3024737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6924067" y="3040580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6803008" y="2997005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6892228" y="2974440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6898087" y="2885188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6835784" y="2850246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6912648" y="3025526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6863957" y="3033240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6855126" y="2982034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6868926" y="3019564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6814626" y="3041161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6894346" y="3007974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6830748" y="2844515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6915103" y="2956374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6841071" y="3065410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6913367" y="2888179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6893978" y="2953114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6836316" y="3109362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6863436" y="2886933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6801069" y="3029900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6888120" y="2994140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6814359" y="2983557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6860221" y="2785934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6811233" y="3006879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6920518" y="3015137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6955330" y="3061811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6894624" y="2889628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6939745" y="3078119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6819117" y="3092496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6938464" y="2963003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6821113" y="2851873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6796562" y="3097735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6884118" y="2863408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6815424" y="3005420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6867982" y="3121829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6890357" y="2895012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6777300" y="3052480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6953419" y="2967763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6885268" y="2979456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6843096" y="3034275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6878613" y="2940458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6926665" y="2956785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6875489" y="3050678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6849705" y="2856870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6834284" y="2875630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6813527" y="2989243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6871778" y="3067008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6949960" y="3079684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6820172" y="2985524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6772555" y="3025844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6759128" y="3087978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6830818" y="3048975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6882304" y="2875524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6895517" y="2873461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6879307" y="2878423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6866110" y="3023395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6883822" y="2874091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6784211" y="2978890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6778283" y="3020426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6913726" y="2866684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6885851" y="3032067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6915738" y="2884434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6880914" y="2885709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6868620" y="3023668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6841464" y="2833031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6776749" y="3004545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6871242" y="3015819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6869770" y="3078570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6873208" y="2813900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6865626" y="2863087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6792274" y="3037119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6870724" y="3060162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6794824" y="3044457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6866279" y="2970650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6789044" y="2975578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6871640" y="2867671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6905716" y="2985749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6934454" y="3074131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6815762" y="3047120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6788905" y="3119712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6884112" y="3067032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6911076" y="2899413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6861636" y="3090057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6926550" y="3083726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6900273" y="2990725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6857848" y="2840228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6924349" y="3076475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6853904" y="3050707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6820251" y="3023171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6900205" y="3049488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6825064" y="3130281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6816188" y="3109961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6880002" y="3009912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6864408" y="2894616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6915255" y="2971592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6849087" y="3006536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6869555" y="3015323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6813399" y="3025186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6884435" y="2885670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6874499" y="3030621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6769731" y="3092111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6768741" y="3072255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6867901" y="3014645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6962290" y="3075104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6889448" y="2919716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6802589" y="2989049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6972937" y="3054791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6811213" y="3047110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6879162" y="2865217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6896173" y="2878268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6892344" y="2864597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6752273" y="3064819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6898901" y="3043870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6807718" y="3092880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6900061" y="2879452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6899506" y="2920608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6859567" y="3083750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6877498" y="2977283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6875474" y="2972312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6914485" y="2902116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6790771" y="3007002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6914188" y="2900753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6791187" y="2999279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6845617" y="3045015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6781490" y="3023879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6775696" y="3041426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6809185" y="3067557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6873130" y="2880908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6897853" y="3072544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6871810" y="3003101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6816522" y="2998072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6935970" y="3055971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6815407" y="3002495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6809157" y="2997240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6874558" y="2967258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6910966" y="2854532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6818987" y="2890189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6931367" y="2861137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6826191" y="3120026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6840459" y="3082731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6877324" y="2991335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6774820" y="3029349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6863127" y="2874943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6834284" y="2873962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6816114" y="3045240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6794081" y="2960106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6880494" y="3115638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6905378" y="2962810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6784289" y="2988939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6836323" y="3102903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6811455" y="2992398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6848058" y="3108037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6886161" y="3024603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6929913" y="2999496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6945294" y="2963749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6886154" y="3001666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6825184" y="2977977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6879966" y="3010163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6983615" y="3060921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6842234" y="3047825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6916379" y="3050437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6832728" y="3024453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6937063" y="3057594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6871210" y="2875450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6841774" y="2988109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6853378" y="2903126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6794928" y="3059202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6791754" y="2990020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6902670" y="3091705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6899695" y="3101092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6783656" y="3033106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6878879" y="2982465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6828148" y="3038163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6900735" y="2910230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6879352" y="2908008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6852474" y="2977977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6851393" y="2869202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6790099" y="2978395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6767764" y="3093402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6771669" y="3071472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6938873" y="3045203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6861100" y="2990316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6919067" y="3036980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6883386" y="2883509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6820034" y="2983653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6908878" y="2993772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6901216" y="2872230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6892034" y="2875899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6850941" y="2825350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6826850" y="3064228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6818538" y="3099566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6848296" y="3032979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6867944" y="2852314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6822968" y="2987038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6841774" y="3002111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6873186" y="2890385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6873759" y="3009327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6859755" y="3104731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6831975" y="3089589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6922851" y="2860128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6855137" y="2857378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6838621" y="2850585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6838224" y="3035624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6853533" y="2806094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6658637" y="2728771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6698245" y="2715374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6571129" y="2820965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6649542" y="2702848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6582242" y="2776167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6596153" y="2822241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6662396" y="2758761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6606299" y="2825944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6618901" y="2813648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6617040" y="2763367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6628794" y="2799901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6593905" y="2848530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6560948" y="2781209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6597121" y="2779606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6640623" y="2768883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6624005" y="2743476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6583048" y="2825708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6678434" y="2690866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8044308" y="2770335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8081601" y="2731093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8097025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8060056" y="2735718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8057467" y="2617337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8072381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8068286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8066702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8064448" y="2617160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8057135" y="2615739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8057222" y="2616379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8100525" y="2651754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8083540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8080381" y="2629814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8077514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8079061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8091457" y="2620872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8026015" y="2908002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8027407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8027628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8025328" y="2902007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8030059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8020567" y="2870296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8020647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8029495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8013806" y="2860898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8030427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8021094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8022136" y="2860425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8014671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8016741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8013061" y="2853999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7905035" y="2765454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8044032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8038312" y="2884900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8031891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8033644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8037773" y="2858422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8038352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8041725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8042342" y="2857276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8038406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8040679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8034827" y="2856276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8037982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8041259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8035010" y="2854312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8040480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8039996" y="2845509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8038863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8038656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8035628" y="2844382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8062939" y="2658666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7860091" y="2933164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8062496" y="2999973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8060964" y="2998955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8059851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8058832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8057601" y="2991787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8057340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8056992" y="2979868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8056661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8056249" y="2973861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8056547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8058780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8060508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8060944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8061501" y="2956503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8063258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8064213" y="3000922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8065389" y="2979266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8067940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8073017" y="2956972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8069775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8072685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8068434" y="2956419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8070103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8067912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8071468" y="2955369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8066735" y="2954560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8067834" y="2954794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8063697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8067914" y="2953848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8064501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8039523" y="2675282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7975790" y="2707367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7856548" y="2914615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7997787" y="2625147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8026030" y="2615772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8055221" y="2618923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7836266" y="2798650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7972680" y="2750632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6490478" y="2654696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6586221" y="2598073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6742871" y="2709942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6722757" y="2710327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6534016" y="2630943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6530822" y="2449456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6464645" y="2466861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6700170" y="2601984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6527389" y="2623213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6554801" y="2682204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6766434" y="2686102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6735183" y="2683439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6570131" y="2638527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6615207" y="2563720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6561788" y="2582793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6531052" y="2394448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6518116" y="2599986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6739144" y="2668514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6744495" y="2602183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6749397" y="2693040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6756678" y="2709193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6744582" y="2730977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6678501" y="2624310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6476001" y="2426363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6496149" y="2575703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6675885" y="2684201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6559568" y="2615354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6766691" y="2704492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6745975" y="2690577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6646616" y="2637470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6580770" y="2605343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6648440" y="2658374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6458081" y="2547785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6473563" y="2602464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6556625" y="2497723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6770458" y="2605831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6741152" y="2702970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6371346" y="2440879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6466349" y="2572260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6744290" y="2724288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6521411" y="2532108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6674589" y="2563292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6530867" y="2658027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6614716" y="2685026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6409796" y="2514119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6519732" y="2556309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6522777" y="2462382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6523758" y="2635313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6767141" y="2654925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6637560" y="2627197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6708263" y="2650103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6531821" y="2601936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6458963" y="2636360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6734268" y="2701221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6648571" y="2682423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6537174" y="2436430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6489286" y="2357861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6467848" y="2526898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6375238" y="2516975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5648108" y="2084145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5840299" y="2374059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5872034" y="2365457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5745057" y="2281141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5777560" y="2151253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5935593" y="2486709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5603146" y="2112800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5713151" y="2230410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5713553" y="2262692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5712815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5713556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5635743" y="2168163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5770730" y="2342402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5963321" y="2534841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5938944" y="2438686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5853816" y="2309644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5919941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5915927" y="2506345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5913149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5912745" y="2499990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5911906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5897514" y="2423563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5691013" y="2039610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5751451" y="2189417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5722408" y="2210658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5770557" y="2254703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5678550" y="2111574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5642404" y="2188410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5500237" y="1711439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5562451" y="1685237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5562111" y="2047276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5453792" y="1712595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5656538" y="1642076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5609675" y="1666036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5223888" y="1406326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5375539" y="1596239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5547717" y="1852358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5619631" y="1736573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5590550" y="1871347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5517961" y="1783666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5467238" y="1796144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5593819" y="1593530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5439285" y="1506041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5519983" y="1671908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5424145" y="1619103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5534363" y="1702161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5646295" y="1577271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5626448" y="1845043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5607875" y="1779948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5453798" y="1921809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5444566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5451763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5445470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5445439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5447613" y="1916295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5437853" y="1914865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5410062" y="1909977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5464958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5455407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5466602" y="1923751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5463926" y="1922138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5463219" y="1922247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5412267" y="1836586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5605457" y="1520138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5566077" y="1732693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5102083" y="1433313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5069709" y="1343310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5617505" y="1714018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5560304" y="1641715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5524033" y="1692562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5629976" y="1949822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5287208" y="1812184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5320530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5355244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5331482" y="1703097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5293262" y="1755685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5485615" y="1592768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5469159" y="1895378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5575790" y="1545959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5637038" y="1806017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5521218" y="1583640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5465103" y="1542847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5550258" y="1741123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5389222" y="1540964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5556138" y="2009319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5573667" y="1933606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5551373" y="2010308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5343197" y="1465281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5594743" y="1722612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5630386" y="1696997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5169208" y="1399920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5252769" y="1455192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5525086" y="1889470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5595541" y="1851977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5442941" y="1542947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5514178" y="1653483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5653305" y="1629202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5491716" y="1683109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5490704" y="1971086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5488364" y="1982925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5576774" y="1785970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5549984" y="1571051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5541442" y="1870248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5283823" y="1556587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5519821" y="1526446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5418513" y="1666018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5524207" y="1686134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5570717" y="1988474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5646147" y="1677009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5404077" y="1486085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5541784" y="1516803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5497599" y="1514604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5653569" y="1689261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5615104" y="1624443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5402314" y="1517717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5405126" y="1552865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5443668" y="1644543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5573627" y="1827254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5436336" y="1583497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7383281" y="3074185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7579719" y="3068780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7426563" y="3126341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7443463" y="3135029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7368036" y="3046681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7463722" y="3074840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7300717" y="3053769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7416609" y="3017334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7402570" y="3057086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7368443" y="3050603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7566384" y="3095954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7300840" y="3081824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7439758" y="3106810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7404933" y="3050772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7501515" y="3038020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7423351" y="3056696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7593048" y="3126699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6807513" y="2553171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6691003" y="2415986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6761893" y="2305291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6679404" y="2107512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6751695" y="2143867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6704625" y="2126535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6839054" y="2165504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6743409" y="2232770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6661315" y="2479304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6611771" y="2500725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6848195" y="2608845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6785768" y="2352929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6723672" y="2130412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6707091" y="2279191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6770962" y="2148001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6816896" y="2165164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6672383" y="2521447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6715211" y="2390035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6703743" y="2308934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6790987" y="2239114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6842261" y="2165504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6737706" y="2320562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6701270" y="2577476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6720710" y="2549203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6694379" y="2514848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6744754" y="2507960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6624201" y="1977108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6678382" y="2402380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6711799" y="2560343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6607458" y="2468574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6659491" y="2365374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6704239" y="2465713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6657814" y="2428958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6650391" y="2326979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6728032" y="2413007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6717401" y="2513957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6663149" y="2318548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6641958" y="2022970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6862176" y="2609213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6627259" y="2440652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6782010" y="2356405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6803334" y="2486048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6760411" y="2356234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6809900" y="2968976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6803490" y="2933169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6852405" y="2937209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6822983" y="2961916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6830297" y="2979749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6868313" y="2945368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6825585" y="2978588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6827028" y="2983865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6821951" y="2978403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6825830" y="2976063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6871072" y="2957965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6827706" y="2973036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6857223" y="2933417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6834499" y="2979971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6830462" y="2981393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6808095" y="2937429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6832576" y="2975229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6821976" y="2948465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6831188" y="2972891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6800886" y="2956056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6818786" y="2974964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6815946" y="2968609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6825970" y="2974768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6829926" y="2981641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6841418" y="2957533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6813636" y="2971525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6794553" y="2948009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6798804" y="2933169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6834608" y="2980576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6832401" y="2978408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6835242" y="2961305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6829991" y="2961160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6775465" y="2931099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6858152" y="2970309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6819993" y="2970567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6831957" y="2952997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6851824" y="2951535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6831305" y="2961160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6835434" y="2949449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6835100" y="2965059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6827343" y="2934414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6821081" y="2942009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6842192" y="2962516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6832546" y="2966759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6887928" y="2957280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6783769" y="2941204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6798405" y="2947348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6835129" y="2937447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6821283" y="2972997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6812156" y="2919668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6851173" y="2956760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6851199" y="2940379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6838774" y="2957602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6835588" y="2970938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6846310" y="2962768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6831361" y="2985842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6822652" y="2943831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6819947" y="2956893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6856717" y="2974704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6831974" y="2971576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6846456" y="2953248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6823420" y="2963606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6978978" y="2965439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7108455" y="3072388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6958824" y="3024571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6971235" y="2908748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6972828" y="2966879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6895305" y="2749029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7096728" y="3086219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6836810" y="2726053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7027364" y="2939773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6949034" y="2947047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6991663" y="2862933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6938513" y="2920887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7006431" y="3013665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6946313" y="3042450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7240043" y="3112865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7267962" y="3096440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7235349" y="3171803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6963322" y="2847749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7115773" y="3144839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6886812" y="2856270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7150841" y="3027809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6958824" y="3027190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6950669" y="3018452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6967701" y="2927882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6909599" y="2814244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7209257" y="3115999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6967418" y="2864355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6945667" y="2911813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6897782" y="2864476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6786192" y="2662767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6963377" y="2975982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6943086" y="2820072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6963472" y="3027035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7080021" y="3021665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6952434" y="3022102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7154763" y="3072509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6785329" y="2802364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7197392" y="3062471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6869400" y="2723096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6871240" y="2714370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6875900" y="2691608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7017327" y="2977332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6944411" y="3028784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6974393" y="2978496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7213117" y="3104340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6991530" y="2912970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7222909" y="3127969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6966968" y="3004288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6882696" y="2853995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6896915" y="2841043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6979537" y="2932507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6896820" y="2855961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6984675" y="3030817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7212648" y="3049774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7182758" y="3040277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6891336" y="2824236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7243006" y="3084118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6956436" y="2938857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6880249" y="2848756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6969385" y="2915663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6854431" y="2716322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6867390" y="2738219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6917970" y="2788659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6948633" y="3024585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6939751" y="2982121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7066347" y="2977594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6821936" y="2779157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6969412" y="2930662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6965079" y="2956007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6937667" y="2944309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6966301" y="2956975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6937947" y="2876971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6956201" y="3003029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6956661" y="3025697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6986810" y="2915067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6981895" y="2990542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6965468" y="2953810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7012218" y="2955729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6895812" y="2852266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6965079" y="2957511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6986592" y="2999974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6919245" y="2926893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6950832" y="3034472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6941885" y="3006569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6931902" y="3025353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6995106" y="2889796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6977260" y="2917214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6947320" y="2986023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7010483" y="2993727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6932105" y="3027515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7274489" y="3095845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6967554" y="3043374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7098403" y="3037357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6878971" y="2830917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7066604" y="3064850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6872889" y="2723306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6976142" y="3005940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6982970" y="2916094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6956560" y="2927485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7172556" y="3094297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7237892" y="3107384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6938962" y="2996167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7238769" y="3092812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7224010" y="3095858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7032266" y="2975297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6973106" y="2929827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7136586" y="3029102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6935643" y="2895351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7243993" y="3097771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7070283" y="2985765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7111708" y="3052846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7142930" y="3027809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7038563" y="2949638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6998704" y="2955691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6981151" y="3026928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6974251" y="3022512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6975725" y="2852963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6944442" y="3013266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6967955" y="2895080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6955903" y="3051060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6989858" y="2881633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6978375" y="2975699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6971305" y="3000651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6948265" y="2985989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7024563" y="3001531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6982295" y="3025117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6934367" y="3012440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7053343" y="2981362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6955903" y="3044277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6883903" y="2781432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7112734" y="3031791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6819973" y="2798946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6962418" y="3037239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6987791" y="3015154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6985559" y="2892639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6802730" y="2814238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7133306" y="3040360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6967272" y="2995745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6983135" y="2985190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6803516" y="2792426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7284334" y="3080955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7052932" y="3066786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7111391" y="3063156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6968776" y="3027596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7035799" y="3004664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6966782" y="2932840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6936335" y="2868824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6791183" y="2784473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7120160" y="3071027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6969661" y="2990034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6946211" y="3011660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7264293" y="3099854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6835013" y="2779943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7084826" y="3041028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6961362" y="3008524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6925016" y="2891806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6989434" y="2953771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7226814" y="3107004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7049301" y="2991070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7182168" y="3159400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6951446" y="2940151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6978606" y="3025961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6996393" y="3018026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7096874" y="3076142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6816956" y="2740672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6799397" y="2736986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6808530" y="2746611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6789109" y="2729839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6982981" y="2903559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6824321" y="2745753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6874494" y="2716058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7282017" y="3107964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6960195" y="2997544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6841686" y="2687958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6969380" y="2925070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7143153" y="3091004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6996301" y="2892950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6981694" y="2908776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7218002" y="3071902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7209992" y="3045504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6953236" y="3015803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7078448" y="3090858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6830525" y="2649278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6770723" y="2593283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6906646" y="2803496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6991484" y="2994659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6794058" y="2719125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7101386" y="3121649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7228784" y="3067822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6949151" y="2920538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6839661" y="2616637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6990192" y="2947491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6955573" y="3022078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6977090" y="2909450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6948081" y="2849967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6806367" y="2803640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6963189" y="3043501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7215814" y="3112657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7014314" y="3030606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7087104" y="3086398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6985245" y="2976955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6960003" y="2908352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7072525" y="2976813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7044251" y="2966918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7138691" y="3044951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7196647" y="3119860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7154693" y="3114283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6881926" y="2696776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6934694" y="2708057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6838300" y="2628057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6864052" y="2727200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6856739" y="2703506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6804955" y="2687524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6950843" y="2908968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6879131" y="2787917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6941434" y="2811954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6959726" y="3051373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6858839" y="2742727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6778820" y="2682706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6854030" y="2738651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7835929" y="2682859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7817768" y="2705167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7963472" y="2694256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7757031" y="2718405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7832355" y="2664983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7798198" y="2701494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7831548" y="2726366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7871209" y="2700209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7794311" y="2711319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7913080" y="2744143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7790572" y="2726810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7839905" y="2693210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7716927" y="2714000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7759943" y="2788835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7847207" y="2690687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7814027" y="2668848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7819291" y="2677611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7814304" y="2752134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7930880" y="2711285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7849812" y="2719090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7837047" y="2737210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7835771" y="2702389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7832628" y="2736177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7839726" y="2662311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7863327" y="2786982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7751233" y="2759049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7818683" y="2737313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7906440" y="2680319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7856271" y="2696349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7816635" y="2716121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7800221" y="2670940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7803531" y="2776370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7770758" y="2744490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7763348" y="2693083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7743284" y="2736928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7827686" y="2715735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7819905" y="2727162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7853315" y="2791851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7811619" y="2737329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7790354" y="2698245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7832578" y="2761712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7903506" y="2627905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7927107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7827719" y="2735076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7863180" y="2786948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7828679" y="2689746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7799233" y="2704511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7936710" y="2624747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7922253" y="2736446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7779579" y="2774289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7909288" y="2665622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7821470" y="2667374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7885471" y="2681627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7839596" y="2763774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7798968" y="2722643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7743656" y="2723133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7891288" y="2713960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7811470" y="2697721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7763450" y="2763073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7792438" y="2739173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7845732" y="2807866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7846719" y="2727102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7802335" y="2675114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7867950" y="2663263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7779055" y="2787875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7900763" y="2642506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7853062" y="2638484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7774012" y="2761322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7797511" y="2688069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7832989" y="2706526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7933268" y="2695894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7861827" y="2732241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7892036" y="2718313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7702632" y="2737832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7931371" y="2628133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7919237" y="2710500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7829394" y="2702849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7811259" y="2775938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7808206" y="2762386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7743297" y="2752654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7720178" y="2723187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7759320" y="2692115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7909537" y="2740053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7788922" y="2691349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7804206" y="2720530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7824176" y="2774257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7802684" y="2684381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7818791" y="2791469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7898349" y="2772016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7702647" y="2750614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7799820" y="2779534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7503995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7578448" y="2597842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7578831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7575984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7576392" y="2597183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7578110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7751486" y="2536282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7754073" y="2536435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7754683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7751615" y="2530188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7751330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7753234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7751641" y="2529595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7751986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7753798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7752927" y="2527996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7753359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7757294" y="2545122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7756677" y="2544739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7757764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7754621" y="2539416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7756242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7755297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7754954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7756869" y="2537191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7756425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7755219" y="2535289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7756735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7756078" y="2534057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7754830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7756078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7755710" y="2532809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7755899" y="2532548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7755382" y="2675041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7765048" y="2551762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7766088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7764245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7765661" y="2550869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7764155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7764202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7764627" y="2549767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7758383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7759404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7759320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7758375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7758579" y="2543691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7750130" y="2527890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7758505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7841462" y="2784864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7851845" y="2671354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7851039" y="2652665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7787419" y="2715388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7713050" y="2687583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7890877" y="2710281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7941121" y="2740589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7794163" y="2673646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7921522" y="2751708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7794026" y="2763367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7896470" y="2745946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7822343" y="2766434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7861340" y="2687470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7493436" y="2746647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7496438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7498335" y="2744646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7483900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7699165" y="2706169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7937569" y="2688305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6353671" y="2283096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6270161" y="2680704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6229228" y="2666251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6235725" y="2702264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6355999" y="2566053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6391427" y="2595021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6331509" y="2522705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6240302" y="2442303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6259689" y="2732680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6266748" y="2544516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6237048" y="2464733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6286835" y="2693962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6304662" y="2521366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6230913" y="2686204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6423475" y="2565664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6323962" y="2414993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6339332" y="2539487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6143693" y="2515590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6245305" y="2663942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6259539" y="2581905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6369941" y="2592936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6283164" y="2646973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6260105" y="2571456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6420769" y="2592777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6197220" y="2405194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6503820" y="2346320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6376709" y="2549740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6266480" y="2361054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6304313" y="2527069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6171730" y="2461758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6331315" y="2532819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6359427" y="2555456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6249646" y="2654348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6316257" y="2543494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6310204" y="2554423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6283164" y="2670321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6247750" y="2363159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6319001" y="2705278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6268058" y="2706087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6273839" y="2637707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6239367" y="2731801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6330862" y="2289929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6398837" y="2628568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6385916" y="2609474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6215558" y="2703096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6211944" y="2373537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6394246" y="2576109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6263137" y="2718933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6252380" y="2408538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6275883" y="2574202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6216563" y="2575147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6164626" y="2496134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6344161" y="2584949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6461066" y="2320058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6211954" y="2712161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6321917" y="2580468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6307550" y="2454383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6222643" y="2733637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4952367" y="3022203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5377400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5263577" y="2972467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5407162" y="2941279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5351411" y="2336918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5316147" y="2316602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5287691" y="2227873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5444950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5439512" y="2243038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5439248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5436530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5308253" y="2201440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5419189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5416866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4861886" y="1315942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5314046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5427974" y="2182384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5316406" y="2179911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5429729" y="2178892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5410170" y="2178947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5429166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5410008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5405026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5404441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5406962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5401145" y="2165334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5410253" y="2140167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5417400" y="2141995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5404381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5406471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5394681" y="2069448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5200350" y="2044712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5203711" y="2040089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5345431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5212944" y="2023634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5212462" y="2021723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5346666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5347537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5331508" y="2002577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5328166" y="1991345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5094235" y="1990647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5085327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5351634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5455407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5453798" y="1921809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5444566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5451763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5445470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5445439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5266023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5447613" y="1916295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5112713" y="1913423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5105816" y="1913380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5437853" y="1914865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5410062" y="1909977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5264634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5004778" y="1888642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5004359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5122677" y="1875125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5315268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4992045" y="1831401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4975027" y="1836050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4968523" y="1834956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4972289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5257637" y="1816232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5287208" y="1812184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5320530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5253673" y="1812216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5256585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5250487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5250416" y="1808973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5355244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5111933" y="1805372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5112242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5249247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5210119" y="1794612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5245085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5243547" y="1788588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5210529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5243817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5293262" y="1755685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5208205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5198342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5198848" y="1778336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5198261" y="1775563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5195597" y="1772494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5194706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5194783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5194394" y="1771915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5195335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5194388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5196352" y="1771102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5195319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5200338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5239588" y="1768156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5195547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5195240" y="1761337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5194596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5187191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5191596" y="1707078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4689292" y="1701907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5195979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5194004" y="1705151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5197716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5111963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4965745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5110199" y="1647148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5113970" y="1646574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5104912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5104040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5097964" y="1633303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5090838" y="1628177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4939848" y="1570104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5102083" y="1433313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5090307" y="1424953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4886717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4885404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4848543" y="1329057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4847135" y="1328307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4843382" y="1324689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5927213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5903667" y="2707064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5886816" y="2682743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5883253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5919941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5915927" y="2506345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5913149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5912745" y="2499990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5911906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5539475" y="2348340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5495301" y="2356144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5491772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5490618" y="2327284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5491436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5489368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5489193" y="2320071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5490632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5472461" y="2288844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5473361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5470958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5459985" y="2256920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5713553" y="2262692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5712815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5713556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5482639" y="2257008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5462344" y="2245044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5459638" y="2232512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5454870" y="2184368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5488364" y="1982925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5464958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5466602" y="1923751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5463926" y="1922138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5463219" y="1922247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6121931" y="2996774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6085043" y="2981291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6085457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6078497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6069075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6069462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6060679" y="2961502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6060838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6057481" y="2951208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6057240" y="2950919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6055334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6054263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6054590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6054996" y="2944428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6054993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6054633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6054383" y="2943552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6052347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6052047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6053011" y="2941610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6051936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6050257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6049755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6048674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6048727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6034747" y="2823442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6038275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5972161" y="2666167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6442812" y="3169189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6643625" y="3269822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6942411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6934694" y="2708057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7073607" y="3394032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7074457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7081296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7086195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7090246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7148110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7072525" y="2976813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7493436" y="2746647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7496438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7498335" y="2744646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7483900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7531374" y="2829689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7529092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7530730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7693459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7693129" y="2762996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7693728" y="2762359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7693859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7503995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7578448" y="2597842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7578831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7575984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7576392" y="2597183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7578110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7765048" y="2551762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7766088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7764245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7765661" y="2550869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7764155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7764202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7764627" y="2549767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7758383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7759404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7757294" y="2545122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7759320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7756677" y="2544739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7757764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7758375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7758579" y="2543691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7754621" y="2539416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7756242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7750130" y="2527890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7755297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7754954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7756869" y="2537191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7751486" y="2536282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7754073" y="2536435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7756425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7758505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7755219" y="2535289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7756735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7754683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7756078" y="2534057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7754830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7756078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7755710" y="2532809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7755899" y="2532548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7751615" y="2530188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7751330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7753234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7751641" y="2529595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7751986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7753798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7752927" y="2527996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7753359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8064213" y="3000922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8062496" y="2999973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8060964" y="2998955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8059851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8058832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8057601" y="2991787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8065389" y="2979266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8057340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8056992" y="2979868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8056661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8067940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8056249" y="2973861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8056547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8058780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8073017" y="2956972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8060508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8060944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8061501" y="2956503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8069775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8072685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8068434" y="2956419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8070103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8067912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8071468" y="2955369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8066735" y="2954560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8067834" y="2954794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8063697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8063258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8067914" y="2953848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8064501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8026015" y="2908002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8027407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8027628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8025328" y="2902007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8030059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8044032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8038312" y="2884900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8031891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8033644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8020567" y="2870296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8020647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8029495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8013806" y="2860898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8030427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8021094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8022136" y="2860425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8037773" y="2858422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8038352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8041725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8042342" y="2857276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8038406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8040679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8034827" y="2856276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8037982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8041259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8035010" y="2854312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8014671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8016741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8013061" y="2853999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8040480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8039996" y="2845509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8038863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8038656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8035628" y="2844382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8081601" y="2731093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8097025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8100525" y="2651754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8083540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7927107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8080381" y="2629814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8077514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8079061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8091457" y="2620872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8026030" y="2615739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8072381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8068286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8066702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8064448" y="2617160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tx6423"/>
            <p:cNvSpPr/>
            <p:nvPr/>
          </p:nvSpPr>
          <p:spPr>
            <a:xfrm>
              <a:off x="5552778" y="3700771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6424" name="rc6424"/>
            <p:cNvSpPr/>
            <p:nvPr/>
          </p:nvSpPr>
          <p:spPr>
            <a:xfrm>
              <a:off x="5244046" y="3857851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5" name="rc6425"/>
            <p:cNvSpPr/>
            <p:nvPr/>
          </p:nvSpPr>
          <p:spPr>
            <a:xfrm>
              <a:off x="5244766" y="3858571"/>
              <a:ext cx="142560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26" name="rc6426"/>
            <p:cNvSpPr/>
            <p:nvPr/>
          </p:nvSpPr>
          <p:spPr>
            <a:xfrm>
              <a:off x="5244046" y="4065114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7" name="rc6427"/>
            <p:cNvSpPr/>
            <p:nvPr/>
          </p:nvSpPr>
          <p:spPr>
            <a:xfrm>
              <a:off x="5244766" y="4065834"/>
              <a:ext cx="142560" cy="1425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28" name="tx6428"/>
            <p:cNvSpPr/>
            <p:nvPr/>
          </p:nvSpPr>
          <p:spPr>
            <a:xfrm>
              <a:off x="5451309" y="3898030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6429" name="tx6429"/>
            <p:cNvSpPr/>
            <p:nvPr/>
          </p:nvSpPr>
          <p:spPr>
            <a:xfrm>
              <a:off x="5451309" y="4105293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6430" name="tx6430"/>
            <p:cNvSpPr/>
            <p:nvPr/>
          </p:nvSpPr>
          <p:spPr>
            <a:xfrm>
              <a:off x="6583755" y="3700771"/>
              <a:ext cx="69878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Ancho IC95%</a:t>
              </a:r>
            </a:p>
          </p:txBody>
        </p:sp>
        <p:sp>
          <p:nvSpPr>
            <p:cNvPr id="6431" name="tx6431"/>
            <p:cNvSpPr/>
            <p:nvPr/>
          </p:nvSpPr>
          <p:spPr>
            <a:xfrm>
              <a:off x="6831557" y="3824215"/>
              <a:ext cx="20317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(pp)</a:t>
              </a:r>
            </a:p>
          </p:txBody>
        </p:sp>
        <p:sp>
          <p:nvSpPr>
            <p:cNvPr id="6432" name="rc6432"/>
            <p:cNvSpPr/>
            <p:nvPr/>
          </p:nvSpPr>
          <p:spPr>
            <a:xfrm>
              <a:off x="6308742" y="3981295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3" name="rc6433"/>
            <p:cNvSpPr/>
            <p:nvPr/>
          </p:nvSpPr>
          <p:spPr>
            <a:xfrm>
              <a:off x="6312342" y="3984895"/>
              <a:ext cx="136799" cy="136799"/>
            </a:xfrm>
            <a:prstGeom prst="rect">
              <a:avLst/>
            </a:prstGeom>
            <a:solidFill>
              <a:srgbClr val="F7F7F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4" name="rc6434"/>
            <p:cNvSpPr/>
            <p:nvPr/>
          </p:nvSpPr>
          <p:spPr>
            <a:xfrm>
              <a:off x="6964779" y="3981295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5" name="rc6435"/>
            <p:cNvSpPr/>
            <p:nvPr/>
          </p:nvSpPr>
          <p:spPr>
            <a:xfrm>
              <a:off x="6968379" y="3984895"/>
              <a:ext cx="136800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6" name="rc6436"/>
            <p:cNvSpPr/>
            <p:nvPr/>
          </p:nvSpPr>
          <p:spPr>
            <a:xfrm>
              <a:off x="6308742" y="4188558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7" name="rc6437"/>
            <p:cNvSpPr/>
            <p:nvPr/>
          </p:nvSpPr>
          <p:spPr>
            <a:xfrm>
              <a:off x="6312342" y="4192158"/>
              <a:ext cx="136799" cy="136799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8" name="rc6438"/>
            <p:cNvSpPr/>
            <p:nvPr/>
          </p:nvSpPr>
          <p:spPr>
            <a:xfrm>
              <a:off x="6964779" y="418855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9" name="rc6439"/>
            <p:cNvSpPr/>
            <p:nvPr/>
          </p:nvSpPr>
          <p:spPr>
            <a:xfrm>
              <a:off x="6968379" y="4192158"/>
              <a:ext cx="136800" cy="136799"/>
            </a:xfrm>
            <a:prstGeom prst="rect">
              <a:avLst/>
            </a:prstGeom>
            <a:solidFill>
              <a:srgbClr val="96969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0" name="rc6440"/>
            <p:cNvSpPr/>
            <p:nvPr/>
          </p:nvSpPr>
          <p:spPr>
            <a:xfrm>
              <a:off x="6308742" y="4395820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1" name="rc6441"/>
            <p:cNvSpPr/>
            <p:nvPr/>
          </p:nvSpPr>
          <p:spPr>
            <a:xfrm>
              <a:off x="6312342" y="4399420"/>
              <a:ext cx="136799" cy="136799"/>
            </a:xfrm>
            <a:prstGeom prst="rect">
              <a:avLst/>
            </a:prstGeom>
            <a:solidFill>
              <a:srgbClr val="636363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2" name="rc6442"/>
            <p:cNvSpPr/>
            <p:nvPr/>
          </p:nvSpPr>
          <p:spPr>
            <a:xfrm>
              <a:off x="6964779" y="4395820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3" name="rc6443"/>
            <p:cNvSpPr/>
            <p:nvPr/>
          </p:nvSpPr>
          <p:spPr>
            <a:xfrm>
              <a:off x="6968379" y="4399420"/>
              <a:ext cx="136800" cy="136799"/>
            </a:xfrm>
            <a:prstGeom prst="rect">
              <a:avLst/>
            </a:prstGeom>
            <a:solidFill>
              <a:srgbClr val="25252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4" name="rc6444"/>
            <p:cNvSpPr/>
            <p:nvPr/>
          </p:nvSpPr>
          <p:spPr>
            <a:xfrm>
              <a:off x="6308742" y="4603083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5" name="rc6445"/>
            <p:cNvSpPr/>
            <p:nvPr/>
          </p:nvSpPr>
          <p:spPr>
            <a:xfrm>
              <a:off x="6312342" y="4606683"/>
              <a:ext cx="136799" cy="136799"/>
            </a:xfrm>
            <a:prstGeom prst="rect">
              <a:avLst/>
            </a:prstGeom>
            <a:solidFill>
              <a:srgbClr val="FDF0D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6" name="tx6446"/>
            <p:cNvSpPr/>
            <p:nvPr/>
          </p:nvSpPr>
          <p:spPr>
            <a:xfrm>
              <a:off x="6516005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15%-42%</a:t>
              </a:r>
            </a:p>
          </p:txBody>
        </p:sp>
        <p:sp>
          <p:nvSpPr>
            <p:cNvPr id="6447" name="tx6447"/>
            <p:cNvSpPr/>
            <p:nvPr/>
          </p:nvSpPr>
          <p:spPr>
            <a:xfrm>
              <a:off x="7172041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42%-46%</a:t>
              </a:r>
            </a:p>
          </p:txBody>
        </p:sp>
        <p:sp>
          <p:nvSpPr>
            <p:cNvPr id="6448" name="tx6448"/>
            <p:cNvSpPr/>
            <p:nvPr/>
          </p:nvSpPr>
          <p:spPr>
            <a:xfrm>
              <a:off x="6516005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46%-48%</a:t>
              </a:r>
            </a:p>
          </p:txBody>
        </p:sp>
        <p:sp>
          <p:nvSpPr>
            <p:cNvPr id="6449" name="tx6449"/>
            <p:cNvSpPr/>
            <p:nvPr/>
          </p:nvSpPr>
          <p:spPr>
            <a:xfrm>
              <a:off x="7172041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48%-50%</a:t>
              </a:r>
            </a:p>
          </p:txBody>
        </p:sp>
        <p:sp>
          <p:nvSpPr>
            <p:cNvPr id="6450" name="tx6450"/>
            <p:cNvSpPr/>
            <p:nvPr/>
          </p:nvSpPr>
          <p:spPr>
            <a:xfrm>
              <a:off x="6516005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50%-52%</a:t>
              </a:r>
            </a:p>
          </p:txBody>
        </p:sp>
        <p:sp>
          <p:nvSpPr>
            <p:cNvPr id="6451" name="tx6451"/>
            <p:cNvSpPr/>
            <p:nvPr/>
          </p:nvSpPr>
          <p:spPr>
            <a:xfrm>
              <a:off x="7172041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52%-74%</a:t>
              </a:r>
            </a:p>
          </p:txBody>
        </p:sp>
        <p:sp>
          <p:nvSpPr>
            <p:cNvPr id="6452" name="tx6452"/>
            <p:cNvSpPr/>
            <p:nvPr/>
          </p:nvSpPr>
          <p:spPr>
            <a:xfrm>
              <a:off x="6516005" y="4643262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6453" name="tx6453"/>
            <p:cNvSpPr/>
            <p:nvPr/>
          </p:nvSpPr>
          <p:spPr>
            <a:xfrm>
              <a:off x="5915482" y="1076899"/>
              <a:ext cx="97063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 Tratamiento</a:t>
              </a:r>
            </a:p>
          </p:txBody>
        </p:sp>
        <p:sp>
          <p:nvSpPr>
            <p:cNvPr id="6454" name="rc6454"/>
            <p:cNvSpPr/>
            <p:nvPr/>
          </p:nvSpPr>
          <p:spPr>
            <a:xfrm>
              <a:off x="8738949" y="1206378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10559168" y="2648587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10547823" y="2616175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10559874" y="2645718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10582806" y="2600010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10590254" y="2642745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10578249" y="2632892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10527623" y="2642047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10605120" y="2646436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10600354" y="2618293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10593956" y="2611580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10572541" y="2610136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9120966" y="1316129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9082694" y="1315942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9069350" y="1329057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9067943" y="1328307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9064189" y="1324689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9212852" y="1831401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9101111" y="1346580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9107524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9106211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9343484" y="1875125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9195834" y="1836050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9189330" y="1834956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9193096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9332740" y="1805372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9333050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9415590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9415201" y="1771915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9415196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9407999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8910100" y="1701907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9155665" y="1499680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9186553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9160655" y="1570104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9419149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9419655" y="1778336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9419068" y="1775563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9416404" y="1772494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9415514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9416142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9417159" y="1771102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9416127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9421145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9416354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9416047" y="1761337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9415403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9416786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9414812" y="1705151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9418523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9536075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9478444" y="1816232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9474480" y="1812216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9477392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9471295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9471224" y="1808973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9470055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9430926" y="1794612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9465893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9464354" y="1788588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9431337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9464624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9429012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9460395" y="1768156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9412403" y="1707078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9332770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9331006" y="1647148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9334777" y="1646574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9325719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9324847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9318772" y="1633303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9311645" y="1628177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9227329" y="1419575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9311114" y="1424953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9206568" y="1316558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9084544" y="1330328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9421157" y="2044712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9424519" y="2040089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9315042" y="1990647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9306134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9239542" y="1885779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9333520" y="1913423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9326624" y="1913380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9225586" y="1888642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9225167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9615488" y="2069448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9573001" y="2036416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9566239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9433752" y="2023634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9433269" y="2021723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9567473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9568344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9552316" y="2002577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9548973" y="1991345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9572441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9486830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9485442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9637673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9630977" y="2178947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9630816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9625833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9625248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9627770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9621952" y="2165334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9578766" y="2077423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9625189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9627279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9660055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9657337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9639996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9675677" y="2184368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9648782" y="2182384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9650536" y="2178892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9649974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9631060" y="2140167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9638207" y="2141995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9732320" y="2433375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9572493" y="2259240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9572218" y="2336918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9710175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9693268" y="2288844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9694169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9691765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9680792" y="2256920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9703446" y="2257008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9760282" y="2348340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9716109" y="2356144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9712580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9711425" y="2327284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9712243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9710000" y="2320071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9711439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9508498" y="2227873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9529060" y="2201440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9534854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9536954" y="2316602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9665757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9683151" y="2245044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9660320" y="2243038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9680445" y="2232512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9450774" y="2070954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9537213" y="2179911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11707116" y="2960933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11736414" y="3023571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11957113" y="2795739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11916418" y="2805561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11849664" y="2886245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11841632" y="3017368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11896978" y="2875498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11900999" y="2843811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11752181" y="2829689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11749900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11751537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11967056" y="2809834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11914266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11912400" y="2739027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11913936" y="2762996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11914535" y="2762359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11914666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11963228" y="2931505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11872380" y="2955898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11917295" y="2823495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10719582" y="2046740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10477290" y="2205126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10675067" y="2052177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10693131" y="1787229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10461787" y="2259034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10463474" y="2215085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10802595" y="1928551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10725468" y="1948107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10557457" y="1813623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10527012" y="2128831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10666409" y="1972496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10635951" y="2131732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10754481" y="1827749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10691652" y="1911269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10665676" y="2235429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10572571" y="1860989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10614274" y="2023550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10738055" y="2233672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10529629" y="1716043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10665508" y="1912011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10491632" y="2101612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10473082" y="2088757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10765280" y="1873406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10641959" y="2072776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10726679" y="1894759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10451436" y="1792316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10676744" y="1998179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10747146" y="1862317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10698205" y="1886151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10495157" y="2026732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10416833" y="1873573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10726889" y="1894987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10638647" y="2054893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10678235" y="2026531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10624947" y="1776800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10624875" y="2001566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10654923" y="2047838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10638313" y="2189525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10463159" y="2222102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10422354" y="2999996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10417880" y="2971782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10434754" y="2952441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10372879" y="2950738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10384238" y="2991962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10390560" y="2973549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10395108" y="2959493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10408993" y="2949616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10342739" y="2996774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10320091" y="2972540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9484385" y="2972467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9627969" y="2941279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9173175" y="3022203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10400822" y="2995840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9598207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11739826" y="3264251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11639063" y="3185420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11652780" y="3305849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11615187" y="3192426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11623897" y="3215686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11721722" y="3181718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11575984" y="3269321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11594331" y="3303229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11679263" y="3274580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11742745" y="3299630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11733410" y="3424900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11761994" y="3451669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11633210" y="3237234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11705340" y="3378882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11610163" y="3102773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11727568" y="3277203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11733826" y="3398986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11722024" y="3263036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11675956" y="3242561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11712190" y="3453722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11686906" y="3161042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11681875" y="3189602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11644348" y="3223917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11681726" y="3254331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11656809" y="3375731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11747517" y="3395267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11721713" y="3212333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11784196" y="3121673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11692521" y="3202339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11760909" y="3396471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11728298" y="3369587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11676822" y="3216844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11728205" y="3109531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11633923" y="3255002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11592875" y="3149543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11713738" y="3133526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11725776" y="3202551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11732588" y="3246089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11660313" y="3183369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11649525" y="3173959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11632026" y="3170572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11634207" y="3196366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11757517" y="3249475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11692669" y="3205920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11716914" y="3298600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11647870" y="3160480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11738332" y="3423549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11607157" y="3136281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11650861" y="3228576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11608846" y="3117821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11554787" y="3239633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11773395" y="3434397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11724760" y="3166102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11649368" y="3151760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11920953" y="3247108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11687502" y="3265039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11637988" y="3212220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11651821" y="3184095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11653469" y="3190117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11712327" y="3338918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11658570" y="3225125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11688297" y="3346072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11536533" y="3293799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11726773" y="3177968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11636310" y="3159511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11531948" y="3207549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11689235" y="3218126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11901695" y="3262217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11632101" y="3187420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11703920" y="3277741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11774350" y="3294179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11705152" y="3418223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11701739" y="3226305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11678454" y="3174358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11758309" y="3303608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11538497" y="3315199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11694884" y="3145532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11676497" y="3193419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11652075" y="3284894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11716589" y="3240331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11697193" y="3395384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11756954" y="3384392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11670984" y="3255738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11680531" y="3404801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11747886" y="3367851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11612375" y="3217821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11664531" y="3179357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11725439" y="3439048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11680667" y="3227861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11762885" y="3384945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11760903" y="3228256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11661595" y="3156247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11761753" y="3474120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11704029" y="3395384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11648135" y="3201436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11679867" y="3204836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11609126" y="3352878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11707154" y="3257049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11599156" y="3181959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11763972" y="3426551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11746385" y="3100674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11659504" y="3197652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11762754" y="3372251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11733349" y="3260845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11693483" y="3240057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11612831" y="3175792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11697001" y="3363645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11850532" y="3280531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11700723" y="3413006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11708728" y="3197925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11691838" y="3218130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11690882" y="3265038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11712884" y="3221813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11722749" y="3224059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11734399" y="3179115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11559359" y="3205484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11619447" y="3154805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11756576" y="3482769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11652049" y="3220575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11558325" y="3174315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11644136" y="3184854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11721864" y="3371709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11766293" y="3468736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11667359" y="3260473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11757065" y="3338887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10175764" y="1967930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10006826" y="1811729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10243134" y="1960275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10132425" y="2001304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10110207" y="1780230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10070702" y="1887797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10099442" y="2026239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10084676" y="1552026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9976083" y="1922172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10097782" y="1920005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10208200" y="1528731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9933355" y="1883917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10000772" y="1586573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9979665" y="1821321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10191434" y="1865625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10003976" y="1745079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10003717" y="1636621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10131731" y="1905884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10256032" y="2065237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10243682" y="2004603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10234918" y="1903416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9908947" y="1948501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10070897" y="1788263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10273149" y="1932080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10216085" y="1637297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10310559" y="1637557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9933750" y="1606893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10046941" y="1908484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10275452" y="1846896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10035970" y="1588433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9990576" y="1916492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9979593" y="2016336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10051182" y="1801333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10204951" y="1851517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9984025" y="1473856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10202121" y="2011202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10383660" y="1784431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9916452" y="1685691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10276421" y="2032097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10252715" y="1838569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9904992" y="1525506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9995563" y="1684364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10172084" y="2019973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9931544" y="1777678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10133265" y="1917298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10219170" y="1896643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9932279" y="1960091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10179615" y="1520516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10003582" y="1967041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10123159" y="1881596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10139464" y="1720911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10141076" y="2033649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10145000" y="1879894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10114178" y="1479163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10180079" y="2053356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9885833" y="1913733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9939676" y="1972483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10204513" y="2062430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10218797" y="2065407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10238711" y="1878879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9975518" y="2069571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9876835" y="1881188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10033049" y="1743337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9991663" y="2086781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10294390" y="1989450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10094952" y="1968050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10181421" y="1735430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10928447" y="2971454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10945935" y="2981581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10942877" y="2953085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10948023" y="2960553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10927677" y="2968383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10927444" y="2960497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10940690" y="2965713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10934806" y="2952494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10923662" y="2960656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10948281" y="2957997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10956209" y="2969185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10946699" y="2970209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10945028" y="2937835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10939332" y="2947259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10949508" y="2953666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10942368" y="2960484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10452457" y="2264273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10378174" y="2333945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10133538" y="2109482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10272764" y="2115193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10349398" y="2235493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10445076" y="2327627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10264035" y="2159298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10390394" y="2432157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10337126" y="2190849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10208911" y="2415912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10200112" y="2109230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10124481" y="2240301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10509887" y="2289929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10442461" y="2191455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10367405" y="2227576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10118995" y="2193545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10379088" y="2387167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10330743" y="2292396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10166248" y="2072347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10245411" y="2313659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10234450" y="2362692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10088882" y="2240681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10364678" y="2451150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10405900" y="2087883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10411213" y="2205358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10285703" y="2441964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10167030" y="2332133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10165429" y="2301426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10061745" y="2209868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10343657" y="2076834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10360816" y="2406928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10239436" y="2161312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10345367" y="2328716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10114586" y="2267635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10264218" y="2280716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10372412" y="2289928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10289487" y="2262524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10318973" y="2244520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10404521" y="2263528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10772060" y="2845584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10643985" y="2734502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10700649" y="2873310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10613852" y="2818467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10782000" y="2882406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10754572" y="2841460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10815160" y="2753705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10713174" y="2868535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10736697" y="2864661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10649726" y="2808830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10793575" y="2746775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10713445" y="2733647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10665034" y="2675099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10689964" y="2822463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10660411" y="2673620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10731124" y="2867170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10746711" y="2809950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10701630" y="2789328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10724109" y="2795399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10731875" y="2830778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10635500" y="2767766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10613931" y="2760511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10652909" y="2780148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10731184" y="2846743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10731570" y="2699484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10788915" y="2759005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10763530" y="2690806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10830783" y="2744115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10671377" y="2755385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10685262" y="2827333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10805008" y="2693216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10830553" y="2709397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10726446" y="2823270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10689554" y="2856480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10664388" y="2800106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10726779" y="2759964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10771256" y="2825667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10763169" y="2806464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10858429" y="2724632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10616444" y="2791875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10737322" y="2793034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10799265" y="2855056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10687726" y="2746242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10672153" y="2842729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10675968" y="2791426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10724125" y="2838204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11010859" y="3129117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10826478" y="3064036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10959023" y="3244303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10934788" y="3268372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10676903" y="3066414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11026066" y="3169709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10856057" y="3052730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10792580" y="3105800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10898558" y="3239979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10990327" y="3160626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10687621" y="3138822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10815634" y="3078122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10938820" y="3226750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10839733" y="3100186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10959431" y="3167336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10792473" y="3182036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10829189" y="3124611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10935892" y="3165242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10847025" y="3176147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11029114" y="3179138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10603605" y="3101335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10896281" y="3217653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10663619" y="3169189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10657191" y="3123481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11012946" y="3201630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10943891" y="3272014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10788907" y="3056179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10785932" y="3087626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10864432" y="3269822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10854597" y="3220782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10941109" y="3111491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10969786" y="3119153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10939854" y="3094974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11009275" y="3204955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11028232" y="3269184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11018736" y="3255646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10914482" y="3184682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10903359" y="3133423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10858356" y="3152817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10948229" y="3204066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10873535" y="3124208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10935897" y="3145034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10976224" y="3187806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11055717" y="3236295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11007984" y="3126854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11007047" y="3182016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10975265" y="3234802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10991473" y="3204842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11028263" y="3220531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11002914" y="3294106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11007363" y="3269334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10995168" y="3143572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10761020" y="3024404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10870360" y="3063013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10878155" y="3046797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10960284" y="3269740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10863529" y="3091793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10894749" y="3088495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10987935" y="3275419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11022202" y="3210166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10914773" y="3159410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10961508" y="3279941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10915075" y="3228342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10754793" y="3096269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10952800" y="3135334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10885376" y="3077159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10635239" y="3057995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10870091" y="3089888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10986939" y="3181493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10730376" y="3166629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10819538" y="3194275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10696713" y="3072586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10876285" y="3040993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10983159" y="3205160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10841257" y="3057396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10932034" y="3187541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10772004" y="3080703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10996937" y="3230118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10995112" y="3286366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11018142" y="3161452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10783736" y="3227854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10906437" y="3060825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10881471" y="3035077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10962372" y="3185440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10917260" y="3071608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11014770" y="3301147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10991472" y="3240558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11022164" y="2836260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10929818" y="2878002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10992690" y="2798486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10984675" y="2747513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11021251" y="2769548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10991156" y="2782398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10927035" y="2851751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11008277" y="2745479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10921177" y="2840421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10971234" y="2883275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10935412" y="2845169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10981243" y="2885172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10954942" y="2744581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11028033" y="2848193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11025716" y="2848551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10995946" y="2813357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10964784" y="2800319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10961985" y="2788511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10992896" y="2873502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10946039" y="2854603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10953641" y="2866647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11002302" y="2846594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10967767" y="2853389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10980168" y="2853198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10948709" y="2766207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10909063" y="2858009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11036144" y="2813361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11012544" y="2903804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11025848" y="2905394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10995329" y="2782398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10960270" y="2900060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10905047" y="2869890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11032503" y="2774404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10929239" y="2873906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10987088" y="2871536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10927613" y="2805136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10929882" y="2755447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10865089" y="2829249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10931027" y="2870480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11033563" y="2750177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10942857" y="2840597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10949646" y="2826357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10900551" y="2829757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10977763" y="2866348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11010108" y="2762801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11053705" y="2807121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11002234" y="2738943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10929764" y="2782754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10940487" y="2871144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10907973" y="2888440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10971544" y="2781380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10927498" y="2885188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10997787" y="2772755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10940687" y="2797167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11031839" y="2875817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11000894" y="2920390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10940794" y="2866134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10895237" y="2849462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10976335" y="2891871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10921415" y="2859595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10865089" y="2854368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10998635" y="2858381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10993450" y="2722548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10995214" y="2863950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10914733" y="2753279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10952892" y="2732946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11018027" y="2861935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10963925" y="2746656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10962454" y="2836966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11041211" y="2856195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11016249" y="2847839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11007093" y="2897735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10906065" y="2817633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10988999" y="2747354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11000864" y="2900901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10867405" y="2811738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11038227" y="2838029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10981939" y="2835110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11021979" y="2755929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10939243" y="2751264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10975335" y="2773081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11022104" y="2879316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11004903" y="2872984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10899019" y="2776052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10962398" y="2883275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10410696" y="2940006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10380549" y="2650503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10451708" y="2967109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10480523" y="2808001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10410773" y="2679499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10441913" y="2916961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10598042" y="2759845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10570339" y="2724463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10328955" y="2805527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10404889" y="2911217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10466807" y="2945637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10443212" y="2875827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10345896" y="2899210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10445695" y="2820583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10372071" y="2771083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10525898" y="2834878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10411521" y="2880304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10275070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10275398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10275804" y="2944428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10275441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10275190" y="2943552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10273154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10272854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10273818" y="2941610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10272743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10271065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10270562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10269482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10269534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10305850" y="2981291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10306264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10299304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10289882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10290269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10281486" y="2961502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10281645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10278288" y="2951208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10278047" y="2950919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10261345" y="2917135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10276141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10275800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10541579" y="2682191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10319364" y="2829095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10532810" y="2741891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10502054" y="2741851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10324482" y="2861709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10430184" y="2849808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10438696" y="2774115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10458422" y="2922931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10502221" y="2827068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10513290" y="2895179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10509414" y="2892654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10533149" y="2756982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10448322" y="2896568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10560678" y="2759232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10395677" y="2821073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10360463" y="2780859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10461289" y="2815257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10525152" y="2817640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10444607" y="2638447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10441891" y="2949022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10406035" y="2827014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10393736" y="2890914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10225774" y="2860227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10386826" y="2932055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10519159" y="2768702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10481023" y="2797883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10419379" y="2633433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10329259" y="2916790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10475435" y="2822277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10210147" y="2827307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10549972" y="2838573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10488908" y="2824042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10478893" y="2834868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10467566" y="2802355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10309460" y="2964037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10573819" y="2820953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10279545" y="2768501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10558626" y="2789519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10611274" y="2765794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10499403" y="2843326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10357099" y="2873702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10456466" y="2867089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10535148" y="2688236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10435378" y="2831835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10394399" y="2794880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10424610" y="2781304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10602377" y="2740855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10438720" y="2935396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10377140" y="2834864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10364128" y="2855651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10438064" y="2753768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10283593" y="2884595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10255554" y="2823442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10251865" y="2779027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10423978" y="2827711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10470170" y="2864899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10380365" y="2913837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10464075" y="2623839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10325141" y="2931881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10320493" y="2855692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10354080" y="2839208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10631173" y="2651242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10401067" y="2867251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10464998" y="2843840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10492488" y="2760692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10393508" y="2719942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10410093" y="2797792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10493130" y="2870582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10361740" y="2585279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10528372" y="2727325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10490068" y="2892574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10271368" y="2789951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10492443" y="2881502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10505103" y="2932530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10377660" y="2899353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10463716" y="2899971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10261827" y="2824526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10606430" y="2667821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10384372" y="2871750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10450956" y="2842736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10414155" y="2662225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10493106" y="2949982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10592784" y="2798955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10540579" y="2848000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10555223" y="2733488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10471553" y="2761975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10397076" y="2564106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10473522" y="2605107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10374532" y="2747688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10331963" y="2778801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10366657" y="2902377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10373049" y="2785472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10576332" y="2684183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10372687" y="2892407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10589632" y="2827154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10417414" y="2855841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10547449" y="2813116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10439634" y="2874444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10474645" y="2882543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10417608" y="2803682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10433217" y="2897758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10481342" y="2620772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10427520" y="2793895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10563687" y="2784185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10390754" y="2782518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10370482" y="2807990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10436229" y="2883904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10509750" y="2788435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10863520" y="3000980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10961818" y="2937040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10866135" y="3036438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10856842" y="3020277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10963571" y="2925780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10987608" y="3007161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10973348" y="2939960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10982640" y="2997953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10790507" y="3007728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10973340" y="2935855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10909517" y="2979703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10862061" y="2969732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10979271" y="2999116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10841168" y="2919232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10946241" y="2881552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10812782" y="2971630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10831941" y="2884667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10936716" y="2894325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10948960" y="2940132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10935475" y="2937696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10900240" y="2973494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10938099" y="2885853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10931791" y="2910659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10967757" y="2969435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10981059" y="2975784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10966329" y="2935578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10878573" y="3019999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10884343" y="3030414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10902340" y="3005242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10941583" y="2929829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10949734" y="2926381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10905915" y="2987304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10853259" y="2902559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10850806" y="2858668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10984764" y="2997016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10977520" y="2903133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10857570" y="2945005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10940302" y="2917297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10796411" y="3034397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10840485" y="2970444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10940886" y="2900600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10860074" y="2922423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10968238" y="2901260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10879663" y="2926129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10977584" y="2978077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10949283" y="2929307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10907763" y="2971770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10966914" y="2987307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10987399" y="2904474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10903441" y="2980717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10916864" y="2944939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10801007" y="3048801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10876836" y="2950921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10816879" y="2996398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10849972" y="3007607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10895647" y="2876593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10894096" y="3018680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10956013" y="2911769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10923796" y="2902768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10833267" y="2907841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10972854" y="2980592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10873683" y="2884640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10880950" y="2939953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10804933" y="2991838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10946232" y="2923740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10972854" y="2985941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10899060" y="2957825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10909798" y="2942918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10918164" y="2956506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10904105" y="2939345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10969321" y="2958412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10981493" y="2987546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10978651" y="2940448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10983889" y="2922325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10985493" y="2919633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10848382" y="2912938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10930438" y="2921664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10836079" y="3023191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10856701" y="2856912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10982888" y="2930997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10975228" y="2915816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10895484" y="2990692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10890642" y="2929143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10878370" y="2909448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10890917" y="2948284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10901718" y="3023385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10892323" y="3004730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10964720" y="2961533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10808273" y="2983168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10822238" y="2951709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10890642" y="2905381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10939392" y="2913728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10877067" y="3001980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10904757" y="2988815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10782006" y="3001752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10960260" y="2941411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10903928" y="2924994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10966744" y="2967942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10954914" y="2928378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10951270" y="2917529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10822699" y="2975788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10879612" y="2869331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10903565" y="2990320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10899805" y="2951019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10857922" y="3030255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10820367" y="2917825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10971986" y="2957008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10956265" y="2948889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10970730" y="2917958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10838347" y="3006238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10895355" y="2982922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10890949" y="2975231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10909746" y="3005242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10901458" y="2994958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10887107" y="2902461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10841014" y="2883255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10948215" y="2917529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10824138" y="2981224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10944967" y="2921951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10875709" y="2993261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10815456" y="2962407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10954641" y="2925162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10833472" y="2943666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10977679" y="2932064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10908687" y="2993933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10896901" y="2986401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10949945" y="2929790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10923347" y="2936381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10898611" y="2982676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10881222" y="2983180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10984891" y="2985507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10964737" y="2952790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10912552" y="2983694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10915636" y="2914327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10517416" y="2871902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10631147" y="2940826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10518753" y="3004381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10726087" y="2895573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10644880" y="2863568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10810250" y="2930772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10551196" y="2985566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10798485" y="2926956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10431289" y="3048260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10641013" y="2974939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10521801" y="3029991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10664948" y="2989492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10588425" y="2850301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10624612" y="2896467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10597120" y="2899406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10578859" y="2879524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10615066" y="2863069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10740014" y="2894637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10526659" y="3048946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10547735" y="2859680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10783878" y="2933074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10804882" y="2857204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10646064" y="2927944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10754795" y="3031937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10762965" y="2958315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10687802" y="2947340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10582128" y="2892550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10638096" y="2894205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10524571" y="2886355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10535290" y="2959963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10712856" y="2988883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10590086" y="2914698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10713890" y="2881243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10532278" y="2903988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10704464" y="2894888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10625013" y="2965664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10575134" y="2850441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10742057" y="2909442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10623952" y="2865842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10726154" y="2916390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10643222" y="2953478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10722283" y="2881449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10558467" y="2914832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10527463" y="2881281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10614414" y="2978592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10598804" y="3002840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10696489" y="2888109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10669334" y="2897650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10683212" y="3026217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10680142" y="2942835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10736212" y="2907483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10790938" y="2916808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10572966" y="2865886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10697525" y="2947200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10780031" y="2890609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10506459" y="2875429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10534233" y="3101106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10680011" y="2908947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10427185" y="3023396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10466399" y="3007048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10653551" y="2904502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10810872" y="2881937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10568099" y="2948225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10667085" y="2962322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10797034" y="2972268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10625298" y="2922320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10800200" y="2910803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10700328" y="2984809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10753979" y="2908204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10592788" y="2952915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10629872" y="2977486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10623460" y="2851750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10555777" y="2866308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10635110" y="2879627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10585445" y="2978180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10563832" y="2851932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10604527" y="2923359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10506213" y="2982236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10802138" y="2933822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10600767" y="2998686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10673738" y="2887123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10582283" y="2863461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10638298" y="3017155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10606082" y="2864739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10687534" y="2895803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10446230" y="3012164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10600726" y="2905319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10610178" y="2912417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10565724" y="2878770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10645859" y="2939857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10559605" y="2942425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10604441" y="2846874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10612527" y="2894816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10657153" y="2859457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10662021" y="2918902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10555796" y="2904284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10663293" y="2852942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10796064" y="2944010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10578723" y="2893878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10705867" y="2904910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10731555" y="2969859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10817319" y="2906858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10626394" y="2950712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10722858" y="2931420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10664398" y="2932724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10541197" y="2908261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10560124" y="2893552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10580525" y="2937481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10536438" y="2867133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10547415" y="2881050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10607408" y="2880492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10780169" y="2948669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10789068" y="2969533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10684449" y="2936258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10970246" y="3007846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10959553" y="3021038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10933272" y="3029353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10990626" y="3005376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10928446" y="2993090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10984238" y="3014064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10939989" y="3023421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10986341" y="3054532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10996478" y="3018125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10932429" y="3041635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10939226" y="3048768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10912833" y="3050195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10942804" y="2997827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10924726" y="3034406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10966960" y="3003334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10973134" y="3013102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10962986" y="3009022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10937919" y="3046142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10914119" y="3039047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10963843" y="3045772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10957824" y="2998049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10922783" y="3043822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10916317" y="3018150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10979615" y="3040351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10940398" y="3016122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10981923" y="3037276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10925136" y="3018436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10948291" y="3012990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10931408" y="3050366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10942852" y="3028724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10926127" y="3005916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10909263" y="3029984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10954936" y="3028413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10918904" y="3038507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10987524" y="3024283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10983778" y="3032553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10218181" y="2571696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10287604" y="2574466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10228863" y="2608511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10266132" y="2632120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10277617" y="2669024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10227178" y="2633507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10349245" y="2652321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10259082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10248282" y="2725181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10306014" y="2731733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10273789" y="2711025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10236208" y="2521398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10350356" y="2747009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10338892" y="2729586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10312178" y="2698656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10192968" y="2666167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10219485" y="2614762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10209529" y="2581449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10330825" y="2772019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10148021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10124475" y="2707064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10241718" y="2681815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10107623" y="2682743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10104060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10230825" y="2769762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10319562" y="2749894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10869486" y="2304033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10761660" y="2207973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10799329" y="2069233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10863804" y="2185363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10883443" y="2137254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10862407" y="2236359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10781603" y="2164651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10783320" y="2234883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10821242" y="2213759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10748894" y="2012247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10814275" y="2213236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10886987" y="2165209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10924928" y="2169595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10824196" y="2197177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10859852" y="2069736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10792625" y="2202190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10803869" y="2205228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10794161" y="2211956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10709728" y="2090933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10794109" y="2180168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10789508" y="2190277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10812752" y="2173185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10844129" y="2123518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10792561" y="1963492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10839944" y="2410004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10810960" y="2209761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10903851" y="2139921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10825807" y="2252010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10812622" y="2175345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10925943" y="2163340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10819117" y="2354571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10747235" y="2180418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10783166" y="2095380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10810643" y="2192272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10842717" y="2147524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10792243" y="2179384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10751916" y="2266940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10842274" y="2177754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10827858" y="2068731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10828823" y="2175073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10881937" y="2164845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10826998" y="2158113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10845730" y="2277314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10804695" y="2466419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10805181" y="2264761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10773687" y="2361822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10822542" y="2246413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10764222" y="2093688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10898328" y="2186235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10778861" y="2131042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10842264" y="2308461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11283548" y="3245318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11105860" y="3234104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11295163" y="3237723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11111999" y="3164582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11202597" y="3261913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11169154" y="3191087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11226189" y="3289002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11074661" y="3147524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11111547" y="3305504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11227473" y="3190985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11193628" y="3093327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11268399" y="3267394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11163219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11112353" y="3329404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11147259" y="3193126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11112993" y="3227767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11236379" y="3105233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11274632" y="3213088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11204435" y="3290865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11181464" y="3176124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11192630" y="3316514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11294738" y="3213347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11422996" y="3300308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11102380" y="3232411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11069922" y="3256560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11059536" y="3196606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11179301" y="3213302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11392584" y="3233388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11231783" y="3071210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11279505" y="3156746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11198483" y="3100157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11286522" y="3116732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11285560" y="3223043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11049224" y="3307111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11408216" y="3266160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11315798" y="3151375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11198844" y="3264972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11162576" y="3232360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11226704" y="3114022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11288199" y="3215759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11168594" y="3257137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11170732" y="3096501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11245901" y="3224673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11130846" y="3148335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11273038" y="3302385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11063102" y="3162532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11050289" y="3315206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11272819" y="3080127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11057464" y="3273421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11161531" y="3165384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11440571" y="3207228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11041933" y="3134120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11230721" y="3144919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11210340" y="3139502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11218507" y="3220323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11066616" y="3126886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11135500" y="3132834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11256994" y="3203169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11291454" y="3342437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11246310" y="3230520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11272086" y="3351862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11245714" y="3335424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11149589" y="3324321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11189313" y="3241587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11331559" y="3226306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11292734" y="3259270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11252142" y="3239331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11321458" y="3272131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11315906" y="3201733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11237881" y="3221526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11449082" y="3256820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11158639" y="3184579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11179774" y="3357464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11498329" y="3287632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11297148" y="3197724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11219705" y="3245978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11136870" y="3147232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11129495" y="3109734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11365339" y="3262257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11374498" y="3239073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11220774" y="3213896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11208854" y="3329914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11229931" y="3342062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11106548" y="3252420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11176334" y="3155147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11408920" y="3247672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11193165" y="3141893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11260820" y="3266821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11052402" y="3293672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11217268" y="3301601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11171008" y="3331331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11086059" y="3157713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11160524" y="3226504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11216044" y="3237150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11036233" y="3162439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11150206" y="3266374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11300445" y="3223417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11259668" y="3342353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11197216" y="3363292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11101665" y="3316539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11126054" y="3247580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11282957" y="3208907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11112260" y="3219587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11196569" y="3232520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11126088" y="3180790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11196529" y="3109079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11217853" y="3299513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11180777" y="3128365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11235857" y="3187920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11152949" y="3313986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11177627" y="3201806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11178864" y="3259122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11219072" y="3265504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11217663" y="3249390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11204202" y="3247924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11025389" y="3138650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11402496" y="3179880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11393852" y="3194627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11134913" y="3187730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11251315" y="3256149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11137511" y="3249856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11134347" y="3231266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11268939" y="3337198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11210996" y="3072723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11315331" y="3302284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11312072" y="3235221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11278145" y="3118276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11153103" y="3160437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11222027" y="3369888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11129200" y="3277308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11494218" y="3294822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11051298" y="3167644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11233589" y="3200016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11453728" y="3270908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11028587" y="3162439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11096782" y="3088496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11157955" y="3301790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11047860" y="3139452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11023126" y="3318816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11149235" y="3200906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11284458" y="3346648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11215016" y="3307281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11043755" y="3172588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11051286" y="3149901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11131737" y="3315857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11147854" y="3101100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11182792" y="3173946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11098618" y="3307134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11253015" y="3120293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11229692" y="3083709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11221904" y="3355621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11275173" y="3329999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11297994" y="3192057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11254908" y="3246747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11155876" y="3191941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11353428" y="3271413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11095456" y="3134001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11153107" y="3163837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11230168" y="3172042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11144231" y="3143060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11317381" y="3225876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11234073" y="3328482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11110689" y="3128392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11230777" y="3266668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11245027" y="3196837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11046366" y="3173262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11220937" y="3118175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11421413" y="3287536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11241365" y="3226471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11056785" y="3151291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11224490" y="3250029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11302879" y="3180759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11337755" y="3173127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11319363" y="3134496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11310748" y="3097379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11209269" y="3283380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11037230" y="3314024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11231668" y="3272589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11074616" y="3154827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11201838" y="3129050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11096397" y="3098064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11204978" y="3118378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11522993" y="3308313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11126665" y="3234191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11205838" y="3091616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11062679" y="3127233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11363568" y="3300475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11370207" y="3241370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11156553" y="3277156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11219899" y="3217777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11128435" y="3207223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11254281" y="3199045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11247260" y="3246484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11144072" y="3184583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11138054" y="3143153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11072046" y="3245606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11216131" y="3106363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11209567" y="3092299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11252547" y="3157429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11216415" y="3205755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11393807" y="3283366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11160779" y="3195278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11151902" y="3172757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11203580" y="3246517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11272690" y="3218359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11107808" y="3151307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11295378" y="3209604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11242350" y="3308286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11263294" y="3200904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11216655" y="3217280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11074658" y="3177881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11221368" y="3279979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11085470" y="3309658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11263036" y="3361303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11159115" y="3180983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11232006" y="3270407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11281965" y="3199803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11228945" y="3116540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11282306" y="3313717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11092736" y="3273057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11331721" y="3160365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11238345" y="3235850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11217580" y="3213541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11077539" y="3167205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11182500" y="3207303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11213601" y="3292069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11224554" y="3209887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11100008" y="3296809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11133007" y="3213752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11232022" y="3237048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11209943" y="3228229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11234275" y="3228188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11108622" y="3153741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11086734" y="3317122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11235143" y="3218197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11251025" y="3327782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11292557" y="3197413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11215130" y="3284916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11200923" y="3213248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11257946" y="3247003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11233339" y="3258061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11181892" y="3254668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11105396" y="3172520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11232556" y="3233115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11174653" y="3241533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11170400" y="3097711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11129455" y="3219846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11073872" y="3295298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11202935" y="3140342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11226636" y="3106581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11284895" y="3205965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11137408" y="3197187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11229402" y="3247793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11231078" y="3241666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11294414" y="3394032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11295264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11302104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11307003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11311053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11277178" y="3361375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11141663" y="3207107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11284369" y="3205968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11150894" y="3163364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11411821" y="3266160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11235099" y="3287920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11199961" y="3253138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11315637" y="3298717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11083829" y="3188248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11408695" y="3296389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11147274" y="3149950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11182186" y="3107720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11265008" y="3310684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11079129" y="3233411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11073075" y="3229384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11127917" y="3204489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11290817" y="3192112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11074182" y="3147520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11267825" y="3252628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11450410" y="3295459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11044984" y="3181309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11186070" y="3343853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11236505" y="3266966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11205529" y="3221154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11241881" y="3119128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11141317" y="3247317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11219740" y="3124026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11199991" y="3092903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11156105" y="3189349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11464262" y="3298608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11092271" y="3142395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11474163" y="3294819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11163175" y="3194398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11244081" y="3232963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11203222" y="3218227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11269778" y="3307179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11156860" y="3195285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11290911" y="3339163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11196176" y="3186294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11125458" y="3126292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11225969" y="3226043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11417990" y="3322084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11154901" y="3294472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11242887" y="3268908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11068129" y="3157388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11150975" y="3143932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11080929" y="3127595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11258545" y="3319038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11237079" y="3247780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11219324" y="3104582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11222716" y="3088542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11087597" y="3294127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11245321" y="3172838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11231355" y="3239166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11252547" y="3201421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11246779" y="3188878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11221309" y="3205490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11248921" y="3240063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11040632" y="3296090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11317103" y="3287836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11116728" y="3117676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11110169" y="3197480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11236846" y="3129840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11039532" y="3167884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11307654" y="3189999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11236148" y="3258292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11216003" y="3191217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11135226" y="3130225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11288729" y="3244217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11150117" y="3204298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11045574" y="3145626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11318028" y="3235897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11271401" y="3193475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11177818" y="3326061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11247266" y="3284278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11100724" y="3180638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11088069" y="3183438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11278040" y="3318452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11137086" y="3250917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11160371" y="3185794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11144496" y="3227074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11245872" y="3257082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11284720" y="3196277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11168880" y="3210537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11242511" y="3245601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11144610" y="3163423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11276339" y="3179450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11287456" y="3185579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11276173" y="3188444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11331981" y="3143861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11163502" y="3174246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11095509" y="3308439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11046758" y="3209488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11279043" y="3242094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11201865" y="3092186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11168515" y="3289127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11344554" y="3234585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11253144" y="3100132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11198655" y="3102881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11251860" y="3286567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11268904" y="3345751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11122922" y="3191479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11093699" y="3212723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11215130" y="3283784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11044695" y="3188635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11232158" y="3248830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11183792" y="3102706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11208215" y="3102152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11492813" y="3274867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11173150" y="3339903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11068688" y="3141982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11124131" y="3223673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11259048" y="3197025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11164165" y="3187752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11149659" y="3228289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11134023" y="3221265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11292299" y="3203558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11136675" y="3200463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11036233" y="3157848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11223789" y="3178392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11229011" y="3284993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11214738" y="3126097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11161730" y="3192934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11168915" y="3236507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11101304" y="3222837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11281422" y="3186416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11244813" y="3323487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11242291" y="3257758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11361620" y="3314437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11343104" y="3280860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11148978" y="3132066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11191025" y="3273281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11077595" y="3184211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11063816" y="3304652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11266804" y="3192038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11227820" y="3302555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11063577" y="3149305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11205347" y="3236301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11245572" y="3242096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11202595" y="3193910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11419555" y="3275326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11217757" y="3258075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11253257" y="3308701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11240856" y="3169767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11138983" y="3232997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11176599" y="3170461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11285201" y="3217830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11068260" y="3274966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11413301" y="3319290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11228936" y="3268246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11187687" y="3154054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11081513" y="3295942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11282314" y="3217538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11408791" y="3291423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11122084" y="3138553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11153081" y="3184612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11318568" y="3336380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11073872" y="3302270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11183323" y="3144693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11185816" y="3316514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11400773" y="3319746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11147418" y="3198155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11232605" y="3267519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11281685" y="3292740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11349817" y="3188948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11117414" y="3182873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11257571" y="3231995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11283588" y="3320806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11131960" y="3226513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11203332" y="3097289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11328951" y="3232884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11296003" y="3248556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11228759" y="3132461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11247003" y="3273479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11264853" y="3183262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11239538" y="3154417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11122960" y="3175572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11096940" y="3102033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11139064" y="3168898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11225897" y="3239714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11239329" y="3237879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11062994" y="3293836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11117536" y="3175020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11262527" y="3325986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11215821" y="3218817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11284965" y="3334379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11297948" y="3166172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11151027" y="3308482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11064560" y="3187711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11239266" y="3241588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11122750" y="3150210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11233758" y="3232668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11235451" y="3231030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11076763" y="3139496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11227604" y="3314296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11204615" y="3091616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11214275" y="3116429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11210683" y="3265264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11228086" y="3254929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11282743" y="3310032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11239826" y="3319006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11238754" y="3199515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11228086" y="3250387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11131201" y="3196015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11058956" y="3143605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11115674" y="3237599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11122887" y="3112161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11205981" y="3100157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11222004" y="3216714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11234669" y="3232005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11055262" y="3173932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11141195" y="3249127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11129195" y="3192960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11235124" y="3310643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11130649" y="3290190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11219168" y="3262419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11212427" y="3181039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11212783" y="3244365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11233420" y="3229371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11235537" y="3229996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11125738" y="3198068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11242447" y="3328987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11348642" y="3273020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11102434" y="3241775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11236594" y="3269485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11324397" y="3214353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11182236" y="3158816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11213741" y="3106691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11104585" y="3201260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11206836" y="3272558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11218991" y="3224486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11114283" y="3134338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11044377" y="3307493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11259665" y="3315826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11202774" y="3283380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11290626" y="3182010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11230567" y="3241254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11245595" y="3188963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11111999" y="3162926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11238345" y="3232513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11169160" y="3160113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11242727" y="3237487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11138270" y="3150399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11395130" y="3194545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11428318" y="3199867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11251455" y="3205764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11226752" y="3047523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11165904" y="3213791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11168049" y="3170521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11337892" y="3313396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11277786" y="3140781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11412544" y="3242489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11058089" y="3133939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11375334" y="3238619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11086241" y="3325522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11075986" y="3280212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11141583" y="3147648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11217172" y="3325050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11267118" y="3227909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11221677" y="3233706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11167846" y="3132066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11189579" y="3268036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11215477" y="3233717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11258795" y="3350088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11214187" y="3230357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11392619" y="3292768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11237433" y="3093153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11258992" y="3366512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11290686" y="3221878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11226870" y="3303186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11215708" y="3136943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11181503" y="3222172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11410049" y="3231057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11304757" y="3308890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11290815" y="3189079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11192464" y="3286117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11148384" y="3220776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11167846" y="3115591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11224535" y="3039885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11210754" y="3156783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11174094" y="3145098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11177211" y="3335921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11185216" y="3149730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11228374" y="3261628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11272602" y="3201620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11223213" y="3124026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11194222" y="3094595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11140965" y="3254709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11260516" y="3206868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11138283" y="3225063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11149141" y="3278738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11259281" y="3276444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11111354" y="3137228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11368918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11353436" y="3345655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11314738" y="3219414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11075542" y="3126886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11244766" y="3150550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11067236" y="3185757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11354365" y="3235113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11102376" y="3288055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11297708" y="3138587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11352686" y="3236558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11279808" y="3183562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11388054" y="3264858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11270265" y="3204703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11049618" y="3296395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11253939" y="3247636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11107947" y="3120136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11227714" y="3261891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11196354" y="3166593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11151196" y="3186694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11252343" y="3357615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11218085" y="3270194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11092277" y="3126623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11099262" y="3118154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11309436" y="3276626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11342503" y="3248926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11457116" y="3270878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11224641" y="3219441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11221060" y="3253661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11105937" y="3264790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11073108" y="3218695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11237536" y="3347140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11096201" y="3251355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11199349" y="3205755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11136824" y="3154762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11132534" y="3167215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11221670" y="3343734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11194484" y="3194043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11148069" y="3143500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11260470" y="3200377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11239021" y="3370345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11443547" y="3285533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11260435" y="3219233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11290751" y="3208521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11230751" y="3277871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11001814" y="2951463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11114848" y="2879869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10958442" y="3075858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11120281" y="2875791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11131205" y="2866560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10981929" y="3112292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11071209" y="2916969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11068673" y="2833953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11061527" y="3016059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11120234" y="2864926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11093938" y="2885424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11024014" y="3115112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11117590" y="2881271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11135073" y="2870463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11140370" y="2898614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10999396" y="3105124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11060930" y="2830833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11107541" y="2932592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11021594" y="2967684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11004210" y="2965141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11009912" y="3046247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11142076" y="2887166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11091291" y="3024737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11144874" y="3040580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11023815" y="2997005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11113035" y="2974440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11118895" y="2885188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11056591" y="2850246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11133456" y="3025526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11084764" y="3033240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11075933" y="2982034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11089734" y="3019564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11035434" y="3041161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11115153" y="3007974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11051556" y="2844515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11135910" y="2956374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11061878" y="3065410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11134174" y="2888179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11114785" y="2953114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11057123" y="3109362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11084243" y="2886933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11021877" y="3029900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11108928" y="2994140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11035166" y="2983557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11081028" y="2785934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11032040" y="3006879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11141325" y="3015137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11176137" y="3061811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11115432" y="2889628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11160552" y="3078119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11039925" y="3092496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11159271" y="2963003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11041920" y="2851873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11017369" y="3097735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11104925" y="2863408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11036231" y="3005420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11088790" y="3121829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11111165" y="2895012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10998107" y="3052480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11174227" y="2967763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11106075" y="2979456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11063903" y="3034275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11099420" y="2940458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11147472" y="2956785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11096296" y="3050678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11070512" y="2856870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11055092" y="2875630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11034334" y="2989243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11092586" y="3067008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11170767" y="3079684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11040979" y="2985524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10993363" y="3025844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10979935" y="3087978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11051625" y="3048975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11103111" y="2875524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11116324" y="2873461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11100114" y="2878423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11086917" y="3023395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11104629" y="2874091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11005019" y="2978890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10999090" y="3020426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11134533" y="2866684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11106658" y="3032067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11136545" y="2884434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11101721" y="2885709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11089428" y="3023668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11062272" y="2833031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10997557" y="3004545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11092049" y="3015819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11090578" y="3078570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11094015" y="2813900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11086433" y="2863087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11013081" y="3037119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11091531" y="3060162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11015631" y="3044457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11087086" y="2970650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11009852" y="2975578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11092447" y="2867671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11126523" y="2985749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11155261" y="3074131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11036570" y="3047120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11009713" y="3119712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11104919" y="3067032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11131883" y="2899413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11082444" y="3090057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11147357" y="3083726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11121080" y="2990725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11078655" y="2840228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11145156" y="3076475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11074712" y="3050707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11041058" y="3023171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11121013" y="3049488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11045871" y="3130281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11036995" y="3109961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11100809" y="3009912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11085216" y="2894616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11136062" y="2971592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11069895" y="3006536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11090363" y="3015323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11034207" y="3025186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11105242" y="2885670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11095306" y="3030621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10990538" y="3092111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10989548" y="3072255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11088708" y="3014645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11183097" y="3075104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11110256" y="2919716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11023397" y="2989049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11193744" y="3054791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11032020" y="3047110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11099969" y="2865217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11116980" y="2878268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11113152" y="2864597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10973081" y="3064819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11119708" y="3043870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11028525" y="3092880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11120868" y="2879452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11120313" y="2920608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11080374" y="3083750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11098306" y="2977283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11096281" y="2972312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11135292" y="2902116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11011579" y="3007002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11134995" y="2900753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11011995" y="2999279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11066424" y="3045015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11002297" y="3023879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10996503" y="3041426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11029992" y="3067557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11093938" y="2880908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11118660" y="3072544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11092617" y="3003101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11037330" y="2998072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11156777" y="3055971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11036214" y="3002495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11029964" y="2997240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11095366" y="2967258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11131773" y="2854532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11039795" y="2890189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11152174" y="2861137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11046998" y="3120026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11061266" y="3082731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11098132" y="2991335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10995627" y="3029349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11083934" y="2874943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11055092" y="2873962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11036921" y="3045240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11014888" y="2960106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11101301" y="3115638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11126186" y="2962810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11005096" y="2988939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11057130" y="3102903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11032262" y="2992398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11068865" y="3108037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11106969" y="3024603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11150720" y="2999496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11166101" y="2963749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11106961" y="3001666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11045991" y="2977977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11100773" y="3010163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11204422" y="3060921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11063041" y="3047825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11137187" y="3050437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11053535" y="3024453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11157870" y="3057594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11092017" y="2875450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11062582" y="2988109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11074186" y="2903126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11015736" y="3059202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11012561" y="2990020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11123478" y="3091705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11120502" y="3101092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11004464" y="3033106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11099686" y="2982465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11048955" y="3038163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11121543" y="2910230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11100159" y="2908008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11073282" y="2977977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11072200" y="2869202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11010906" y="2978395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10988571" y="3093402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10992477" y="3071472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11159680" y="3045203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11081908" y="2990316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11139874" y="3036980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11104194" y="2883509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11040841" y="2983653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11129685" y="2993772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11122024" y="2872230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11112841" y="2875899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11071748" y="2825350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11047657" y="3064228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11039345" y="3099566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11069103" y="3032979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11088751" y="2852314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11043775" y="2987038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11062582" y="3002111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11093993" y="2890385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11094566" y="3009327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11080562" y="3104731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11052782" y="3089589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11143659" y="2860128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11075944" y="2857378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11059429" y="2850585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11059032" y="3035624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11074340" y="2806094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10879444" y="2728771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10919052" y="2715374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10791936" y="2820965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10870350" y="2702848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10803049" y="2776167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10816961" y="2822241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10883203" y="2758761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10827106" y="2825944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10839708" y="2813648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10837847" y="2763367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10849601" y="2799901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10814712" y="2848530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10781755" y="2781209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10817928" y="2779606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10861430" y="2768883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10844813" y="2743476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10803855" y="2825708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10899241" y="2690866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12265115" y="2770335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12302408" y="2731093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12317832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12280863" y="2735718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12278275" y="2617337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12293188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12289093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12287509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12285255" y="2617160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12277942" y="2615739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12278029" y="2616379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12321332" y="2651754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12304348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12301188" y="2629814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12298322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12299868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12312264" y="2620872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12246822" y="2908002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12248215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12248435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12246135" y="2902007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12250866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12241375" y="2870296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12241454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12250303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12234614" y="2860898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12251235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12241901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12242943" y="2860425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12235479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12237548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12233868" y="2853999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12125843" y="2765454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12264840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12259119" y="2884900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12252698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12254451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12258580" y="2858422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12259159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12262533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12263149" y="2857276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12259214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12261486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12255634" y="2856276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12258789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12262067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12255818" y="2854312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12261287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12260803" y="2845509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12259671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12259464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12256435" y="2844382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12283747" y="2658666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12080898" y="2933164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12283303" y="2999973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12281771" y="2998955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12280658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12279640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12278408" y="2991787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12278148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12277799" y="2979868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12277468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12277056" y="2973861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12277355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12279588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12281315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12281752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12282308" y="2956503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12284065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12285020" y="3000922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12286196" y="2979266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12288747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12293824" y="2956972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12290582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12293492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12289242" y="2956419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12290911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12288720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12292275" y="2955369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12287542" y="2954560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12288641" y="2954794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12284504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12288721" y="2953848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12285308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12260330" y="2675282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12196598" y="2707367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12077355" y="2914615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12218595" y="2625147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12246837" y="2615772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12276028" y="2618923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12057074" y="2798650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12193487" y="2750632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10711285" y="2654696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10807028" y="2598073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10963678" y="2709942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10943564" y="2710327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10754824" y="2630943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10751629" y="2449456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10685452" y="2466861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10920977" y="2601984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10748196" y="2623213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10775609" y="2682204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10987241" y="2686102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10955990" y="2683439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10790938" y="2638527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10836014" y="2563720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10782596" y="2582793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10751860" y="2394448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10738923" y="2599986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10959951" y="2668514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10965302" y="2602183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10970205" y="2693040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10977485" y="2709193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10965389" y="2730977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10899308" y="2624310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10696808" y="2426363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10716956" y="2575703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10896692" y="2684201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10780375" y="2615354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10987499" y="2704492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10966782" y="2690577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10867424" y="2637470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10801577" y="2605343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10869247" y="2658374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10678888" y="2547785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10694370" y="2602464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10777432" y="2497723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10991266" y="2605831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10961959" y="2702970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10592154" y="2440879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10687156" y="2572260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10965098" y="2724288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10742218" y="2532108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10895397" y="2563292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10751674" y="2658027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10835523" y="2685026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10630604" y="2514119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10740539" y="2556309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10743584" y="2462382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10744565" y="2635313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10987948" y="2654925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10858367" y="2627197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10929070" y="2650103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10752628" y="2601936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10679770" y="2636360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10955075" y="2701221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10869378" y="2682423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10757981" y="2436430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10710093" y="2357861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10688655" y="2526898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10596045" y="2516975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9868915" y="2084145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10061106" y="2374059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10092841" y="2365457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9965864" y="2281141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9998368" y="2151253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10156400" y="2486709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9823953" y="2112800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9933958" y="2230410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9934360" y="2262692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9933622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9934364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9856550" y="2168163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9991537" y="2342402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10184128" y="2534841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10159751" y="2438686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10074623" y="2309644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10140749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10136734" y="2506345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10133957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10133552" y="2499990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10132713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10118321" y="2423563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9911820" y="2039610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9972258" y="2189417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9943216" y="2210658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9991365" y="2254703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9899357" y="2111574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9863211" y="2188410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9721044" y="1711439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9783259" y="1685237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9782919" y="2047276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9674599" y="1712595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9877345" y="1642076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9830482" y="1666036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9444695" y="1406326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9596346" y="1596239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9768525" y="1852358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9840439" y="1736573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9811358" y="1871347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9738768" y="1783666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9688046" y="1796144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9814626" y="1593530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9660093" y="1506041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9740790" y="1671908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9644952" y="1619103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9755170" y="1702161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9867102" y="1577271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9847256" y="1845043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9828683" y="1779948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9674605" y="1921809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9665373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9672571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9666277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9666246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9668420" y="1916295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9658660" y="1914865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9630870" y="1909977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9685765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9676214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9687409" y="1923751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9684733" y="1922138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9684026" y="1922247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9633074" y="1836586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9826264" y="1520138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9786884" y="1732693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9322890" y="1433313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9290517" y="1343310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9838312" y="1714018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9781111" y="1641715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9744840" y="1692562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9850783" y="1949822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9508016" y="1812184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9541338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9576051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9552290" y="1703097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9514069" y="1755685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9706422" y="1592768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9689966" y="1895378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9796597" y="1545959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9857845" y="1806017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9742025" y="1583640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9685911" y="1542847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9771066" y="1741123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9610030" y="1540964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9776945" y="2009319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9794475" y="1933606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9772180" y="2010308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9564004" y="1465281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9815550" y="1722612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9851194" y="1696997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9390016" y="1399920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9473576" y="1455192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9745894" y="1889470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9816348" y="1851977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9663749" y="1542947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9734985" y="1653483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9874113" y="1629202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9712524" y="1683109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9711511" y="1971086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9709172" y="1982925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9797581" y="1785970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9770791" y="1571051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9762250" y="1870248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9504631" y="1556587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9740628" y="1526446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9639320" y="1666018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9745014" y="1686134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9791525" y="1988474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9866954" y="1677009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9624884" y="1486085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9762591" y="1516803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9718406" y="1514604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9874376" y="1689261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9835911" y="1624443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9623122" y="1517717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9625933" y="1552865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9664475" y="1644543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9794435" y="1827254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9657144" y="1583497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11604088" y="3074185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11800526" y="3068780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11647370" y="3126341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11664271" y="3135029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11588843" y="3046681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11684529" y="3074840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11521524" y="3053769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11637416" y="3017334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11623378" y="3057086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11589250" y="3050603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11787191" y="3095954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11521647" y="3081824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11660565" y="3106810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11625740" y="3050772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11722322" y="3038020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11644158" y="3056696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11813855" y="3126699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11028321" y="2553171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10911811" y="2415986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10982701" y="2305291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10900212" y="2107512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10972503" y="2143867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10925432" y="2126535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11059861" y="2165504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10964216" y="2232770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10882123" y="2479304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10832578" y="2500725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11069003" y="2608845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11006575" y="2352929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10944480" y="2130412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10927898" y="2279191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10991769" y="2148001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11037704" y="2165164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10893191" y="2521447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10936018" y="2390035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10924550" y="2308934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11011795" y="2239114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11063068" y="2165504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10958514" y="2320562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10922077" y="2577476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10941517" y="2549203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10915186" y="2514848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10965562" y="2507960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10845008" y="1977108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10899190" y="2402380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10932606" y="2560343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10828265" y="2468574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10880298" y="2365374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10925046" y="2465713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10878621" y="2428958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10871198" y="2326979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10948840" y="2413007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10938209" y="2513957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10883957" y="2318548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10862765" y="2022970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11082984" y="2609213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10848067" y="2440652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11002817" y="2356405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11024142" y="2486048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10981219" y="2356234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11030708" y="2968976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11024297" y="2933169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11073212" y="2937209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11043790" y="2961916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11051104" y="2979749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11089121" y="2945368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11046392" y="2978588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11047835" y="2983865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11042759" y="2978403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11046638" y="2976063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11091880" y="2957965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11048514" y="2973036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11078030" y="2933417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11055306" y="2979971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11051270" y="2981393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11028902" y="2937429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11053383" y="2975229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11042783" y="2948465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11051995" y="2972891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11021693" y="2956056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11039593" y="2974964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11036753" y="2968609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11046778" y="2974768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11050733" y="2981641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11062225" y="2957533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11034443" y="2971525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11015360" y="2948009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11019611" y="2933169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11055416" y="2980576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11053208" y="2978408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11056050" y="2961305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11050798" y="2961160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10996272" y="2931099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11078959" y="2970309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11040800" y="2970567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11052764" y="2952997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11072631" y="2951535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11052112" y="2961160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11056241" y="2949449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11055907" y="2965059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11048150" y="2934414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11041888" y="2942009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11063000" y="2962516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11053353" y="2966759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11108735" y="2957280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11004577" y="2941204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11019213" y="2947348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11055936" y="2937447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11042090" y="2972997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11032963" y="2919668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11071980" y="2956760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11072007" y="2940379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11059581" y="2957602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11056395" y="2970938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11067117" y="2962768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11052169" y="2985842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11043459" y="2943831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11040754" y="2956893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11077525" y="2974704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11052781" y="2971576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FDF0D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11067264" y="2953248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11044227" y="2963606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11199786" y="2965439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11329263" y="3072388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11179632" y="3024571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11192042" y="2908748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11193635" y="2966879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11116112" y="2749029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11317535" y="3086219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11057618" y="2726053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11248171" y="2939773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11169841" y="2947047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11212471" y="2862933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11159320" y="2920887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11227238" y="3013665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11167120" y="3042450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11460851" y="3112865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11488769" y="3096440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11456157" y="3171803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11184129" y="2847749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11336580" y="3144839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11107619" y="2856270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11371649" y="3027809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11179632" y="3027190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11171477" y="3018452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11188509" y="2927882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11130406" y="2814244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11430064" y="3115999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11188226" y="2864355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11166474" y="2911813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11118589" y="2864476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11006999" y="2662767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11184184" y="2975982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11163894" y="2820072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11184279" y="3027035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11300828" y="3021665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11173241" y="3022102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11375570" y="3072509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11006136" y="2802364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11418199" y="3062471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11090207" y="2723096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11092047" y="2714370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11096707" y="2691608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11238135" y="2977332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11165218" y="3028784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11195200" y="2978496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11433925" y="3104340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11212337" y="2912970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11443716" y="3127969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11187775" y="3004288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11103504" y="2853995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11117722" y="2841043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11200344" y="2932507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11117627" y="2855961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11205482" y="3030817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11433455" y="3049774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11403565" y="3040277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11112143" y="2824236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11463813" y="3084118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11177243" y="2938857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11101057" y="2848756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11190193" y="2915663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11075239" y="2716322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11088198" y="2738219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11138777" y="2788659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11169441" y="3024585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11160559" y="2982121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11287155" y="2977594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11042743" y="2779157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11190219" y="2930662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11185887" y="2956007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11158474" y="2944309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11187108" y="2956975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11158754" y="2876971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11177008" y="3003029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11177468" y="3025697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11207618" y="2915067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11202702" y="2990542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11186275" y="2953810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11233025" y="2955729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11116619" y="2852266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11185887" y="2957511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11207399" y="2999974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11140052" y="2926893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11171640" y="3034472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11162693" y="3006569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11152709" y="3025353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11215913" y="2889796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11198067" y="2917214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11168128" y="2986023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11231291" y="2993727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11152912" y="3027515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11495296" y="3095845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11188361" y="3043374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11319210" y="3037357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11099778" y="2830917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11287412" y="3064850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11093697" y="2723306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11196949" y="3005940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11203777" y="2916094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11177367" y="2927485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11393364" y="3094297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11458699" y="3107384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11159769" y="2996167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11459577" y="3092812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11444818" y="3095858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11253073" y="2975297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11193913" y="2929827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11357393" y="3029102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11156450" y="2895351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11464801" y="3097771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11291090" y="2985765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11332515" y="3052846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11363737" y="3027809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11259371" y="2949638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11219511" y="2955691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11201959" y="3026928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11195058" y="3022512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11196533" y="2852963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11165250" y="3013266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11188762" y="2895080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11176711" y="3051060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11210665" y="2881633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11199182" y="2975699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11192112" y="3000651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11169072" y="2985989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11245370" y="3001531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11203103" y="3025117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11155175" y="3012440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11274150" y="2981362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11176711" y="3044277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11104711" y="2781432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11333542" y="3031791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11040780" y="2798946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11183226" y="3037239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11208598" y="3015154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11206366" y="2892639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11023537" y="2814238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11354114" y="3040360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11188079" y="2995745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11203943" y="2985190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11024323" y="2792426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11505142" y="3080955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11273739" y="3066786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11332199" y="3063156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11189584" y="3027596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11256607" y="3004664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11187589" y="2932840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11157142" y="2868824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11011991" y="2784473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11340968" y="3071027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11190468" y="2990034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11167018" y="3011660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11485100" y="3099854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11055820" y="2779943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11305634" y="3041028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11182169" y="3008524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11145824" y="2891806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11210241" y="2953771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11447621" y="3107004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11270108" y="2991070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11402975" y="3159400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11172253" y="2940151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11199413" y="3025961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11217200" y="3018026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11317682" y="3076142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11037763" y="2740672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11020204" y="2736986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11029338" y="2746611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11009916" y="2729839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11203788" y="2903559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11045128" y="2745753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11095301" y="2716058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11502824" y="3107964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11181003" y="2997544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11062493" y="2687958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11190188" y="2925070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11363960" y="3091004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11217108" y="2892950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11202502" y="2908776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11438810" y="3071902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11430799" y="3045504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11174043" y="3015803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11299255" y="3090858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11051332" y="2649278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10991530" y="2593283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11127453" y="2803496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11212291" y="2994659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11014866" y="2719125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11322193" y="3121649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11449591" y="3067822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11169958" y="2920538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11060468" y="2616637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11210999" y="2947491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11176380" y="3022078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11197897" y="2909450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11168888" y="2849967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11027174" y="2803640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11183996" y="3043501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11436621" y="3112657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11235121" y="3030606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11307912" y="3086398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11206052" y="2976955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11180810" y="2908352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11293332" y="2976813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11265058" y="2966918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11359498" y="3044951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11417455" y="3119860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11375500" y="3114283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11102734" y="2696776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11155501" y="2708057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11059107" y="2628057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11084860" y="2727200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11077546" y="2703506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1025763" y="2687524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11171650" y="2908968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11099938" y="2787917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11162241" y="2811954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11180534" y="3051373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11079646" y="2742727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0999627" y="2682706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1074837" y="2738651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12056736" y="2682859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12038575" y="2705167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12184279" y="2694256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1977838" y="2718405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12053163" y="2664983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12019005" y="2701494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12052355" y="2726366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12092017" y="2700209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12015118" y="2711319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12133887" y="2744143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12011380" y="2726810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12060713" y="2693210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11937735" y="2714000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11980751" y="2788835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h9112"/>
            <p:cNvSpPr/>
            <p:nvPr/>
          </p:nvSpPr>
          <p:spPr>
            <a:xfrm>
              <a:off x="12068014" y="2690687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h9113"/>
            <p:cNvSpPr/>
            <p:nvPr/>
          </p:nvSpPr>
          <p:spPr>
            <a:xfrm>
              <a:off x="12034834" y="2668848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h9114"/>
            <p:cNvSpPr/>
            <p:nvPr/>
          </p:nvSpPr>
          <p:spPr>
            <a:xfrm>
              <a:off x="12040098" y="2677611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h9115"/>
            <p:cNvSpPr/>
            <p:nvPr/>
          </p:nvSpPr>
          <p:spPr>
            <a:xfrm>
              <a:off x="12035111" y="2752134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h9116"/>
            <p:cNvSpPr/>
            <p:nvPr/>
          </p:nvSpPr>
          <p:spPr>
            <a:xfrm>
              <a:off x="12151687" y="2711285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h9117"/>
            <p:cNvSpPr/>
            <p:nvPr/>
          </p:nvSpPr>
          <p:spPr>
            <a:xfrm>
              <a:off x="12070619" y="2719090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h9118"/>
            <p:cNvSpPr/>
            <p:nvPr/>
          </p:nvSpPr>
          <p:spPr>
            <a:xfrm>
              <a:off x="12057854" y="2737210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h9119"/>
            <p:cNvSpPr/>
            <p:nvPr/>
          </p:nvSpPr>
          <p:spPr>
            <a:xfrm>
              <a:off x="12056578" y="2702389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h9120"/>
            <p:cNvSpPr/>
            <p:nvPr/>
          </p:nvSpPr>
          <p:spPr>
            <a:xfrm>
              <a:off x="12053436" y="2736177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ph9121"/>
            <p:cNvSpPr/>
            <p:nvPr/>
          </p:nvSpPr>
          <p:spPr>
            <a:xfrm>
              <a:off x="12060533" y="2662311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2" name="ph9122"/>
            <p:cNvSpPr/>
            <p:nvPr/>
          </p:nvSpPr>
          <p:spPr>
            <a:xfrm>
              <a:off x="12084134" y="2786982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ph9123"/>
            <p:cNvSpPr/>
            <p:nvPr/>
          </p:nvSpPr>
          <p:spPr>
            <a:xfrm>
              <a:off x="11972040" y="2759049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4" name="ph9124"/>
            <p:cNvSpPr/>
            <p:nvPr/>
          </p:nvSpPr>
          <p:spPr>
            <a:xfrm>
              <a:off x="12039490" y="2737313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ph9125"/>
            <p:cNvSpPr/>
            <p:nvPr/>
          </p:nvSpPr>
          <p:spPr>
            <a:xfrm>
              <a:off x="12127248" y="2680319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6" name="ph9126"/>
            <p:cNvSpPr/>
            <p:nvPr/>
          </p:nvSpPr>
          <p:spPr>
            <a:xfrm>
              <a:off x="12077079" y="2696349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ph9127"/>
            <p:cNvSpPr/>
            <p:nvPr/>
          </p:nvSpPr>
          <p:spPr>
            <a:xfrm>
              <a:off x="12037442" y="2716121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8" name="ph9128"/>
            <p:cNvSpPr/>
            <p:nvPr/>
          </p:nvSpPr>
          <p:spPr>
            <a:xfrm>
              <a:off x="12021028" y="2670940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ph9129"/>
            <p:cNvSpPr/>
            <p:nvPr/>
          </p:nvSpPr>
          <p:spPr>
            <a:xfrm>
              <a:off x="12024338" y="2776370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0" name="ph9130"/>
            <p:cNvSpPr/>
            <p:nvPr/>
          </p:nvSpPr>
          <p:spPr>
            <a:xfrm>
              <a:off x="11991565" y="2744490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ph9131"/>
            <p:cNvSpPr/>
            <p:nvPr/>
          </p:nvSpPr>
          <p:spPr>
            <a:xfrm>
              <a:off x="11984155" y="2693083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2" name="ph9132"/>
            <p:cNvSpPr/>
            <p:nvPr/>
          </p:nvSpPr>
          <p:spPr>
            <a:xfrm>
              <a:off x="11964092" y="2736928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ph9133"/>
            <p:cNvSpPr/>
            <p:nvPr/>
          </p:nvSpPr>
          <p:spPr>
            <a:xfrm>
              <a:off x="12048494" y="2715735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4" name="ph9134"/>
            <p:cNvSpPr/>
            <p:nvPr/>
          </p:nvSpPr>
          <p:spPr>
            <a:xfrm>
              <a:off x="12040713" y="2727162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ph9135"/>
            <p:cNvSpPr/>
            <p:nvPr/>
          </p:nvSpPr>
          <p:spPr>
            <a:xfrm>
              <a:off x="12074122" y="2791851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6" name="ph9136"/>
            <p:cNvSpPr/>
            <p:nvPr/>
          </p:nvSpPr>
          <p:spPr>
            <a:xfrm>
              <a:off x="12032426" y="2737329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7" name="ph9137"/>
            <p:cNvSpPr/>
            <p:nvPr/>
          </p:nvSpPr>
          <p:spPr>
            <a:xfrm>
              <a:off x="12011161" y="2698245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8" name="ph9138"/>
            <p:cNvSpPr/>
            <p:nvPr/>
          </p:nvSpPr>
          <p:spPr>
            <a:xfrm>
              <a:off x="12053386" y="2761712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9" name="ph9139"/>
            <p:cNvSpPr/>
            <p:nvPr/>
          </p:nvSpPr>
          <p:spPr>
            <a:xfrm>
              <a:off x="12124313" y="2627905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0" name="ph9140"/>
            <p:cNvSpPr/>
            <p:nvPr/>
          </p:nvSpPr>
          <p:spPr>
            <a:xfrm>
              <a:off x="12147914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1" name="ph9141"/>
            <p:cNvSpPr/>
            <p:nvPr/>
          </p:nvSpPr>
          <p:spPr>
            <a:xfrm>
              <a:off x="12048526" y="2735076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2" name="ph9142"/>
            <p:cNvSpPr/>
            <p:nvPr/>
          </p:nvSpPr>
          <p:spPr>
            <a:xfrm>
              <a:off x="12083987" y="2786948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3" name="ph9143"/>
            <p:cNvSpPr/>
            <p:nvPr/>
          </p:nvSpPr>
          <p:spPr>
            <a:xfrm>
              <a:off x="12049487" y="2689746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4" name="ph9144"/>
            <p:cNvSpPr/>
            <p:nvPr/>
          </p:nvSpPr>
          <p:spPr>
            <a:xfrm>
              <a:off x="12020040" y="2704511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5" name="ph9145"/>
            <p:cNvSpPr/>
            <p:nvPr/>
          </p:nvSpPr>
          <p:spPr>
            <a:xfrm>
              <a:off x="12157518" y="2624747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6" name="ph9146"/>
            <p:cNvSpPr/>
            <p:nvPr/>
          </p:nvSpPr>
          <p:spPr>
            <a:xfrm>
              <a:off x="12143060" y="2736446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7" name="ph9147"/>
            <p:cNvSpPr/>
            <p:nvPr/>
          </p:nvSpPr>
          <p:spPr>
            <a:xfrm>
              <a:off x="12000386" y="2774289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8" name="ph9148"/>
            <p:cNvSpPr/>
            <p:nvPr/>
          </p:nvSpPr>
          <p:spPr>
            <a:xfrm>
              <a:off x="12130095" y="2665622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9" name="ph9149"/>
            <p:cNvSpPr/>
            <p:nvPr/>
          </p:nvSpPr>
          <p:spPr>
            <a:xfrm>
              <a:off x="12042277" y="2667374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0" name="ph9150"/>
            <p:cNvSpPr/>
            <p:nvPr/>
          </p:nvSpPr>
          <p:spPr>
            <a:xfrm>
              <a:off x="12106279" y="2681627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1" name="ph9151"/>
            <p:cNvSpPr/>
            <p:nvPr/>
          </p:nvSpPr>
          <p:spPr>
            <a:xfrm>
              <a:off x="12060403" y="2763774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2" name="ph9152"/>
            <p:cNvSpPr/>
            <p:nvPr/>
          </p:nvSpPr>
          <p:spPr>
            <a:xfrm>
              <a:off x="12019776" y="2722643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3" name="ph9153"/>
            <p:cNvSpPr/>
            <p:nvPr/>
          </p:nvSpPr>
          <p:spPr>
            <a:xfrm>
              <a:off x="11964464" y="2723133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4" name="ph9154"/>
            <p:cNvSpPr/>
            <p:nvPr/>
          </p:nvSpPr>
          <p:spPr>
            <a:xfrm>
              <a:off x="12112095" y="2713960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5" name="ph9155"/>
            <p:cNvSpPr/>
            <p:nvPr/>
          </p:nvSpPr>
          <p:spPr>
            <a:xfrm>
              <a:off x="12032277" y="2697721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6" name="ph9156"/>
            <p:cNvSpPr/>
            <p:nvPr/>
          </p:nvSpPr>
          <p:spPr>
            <a:xfrm>
              <a:off x="11984257" y="2763073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7" name="ph9157"/>
            <p:cNvSpPr/>
            <p:nvPr/>
          </p:nvSpPr>
          <p:spPr>
            <a:xfrm>
              <a:off x="12013245" y="2739173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8" name="ph9158"/>
            <p:cNvSpPr/>
            <p:nvPr/>
          </p:nvSpPr>
          <p:spPr>
            <a:xfrm>
              <a:off x="12066539" y="2807866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9" name="ph9159"/>
            <p:cNvSpPr/>
            <p:nvPr/>
          </p:nvSpPr>
          <p:spPr>
            <a:xfrm>
              <a:off x="12067526" y="2727102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0" name="ph9160"/>
            <p:cNvSpPr/>
            <p:nvPr/>
          </p:nvSpPr>
          <p:spPr>
            <a:xfrm>
              <a:off x="12023143" y="2675114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1" name="ph9161"/>
            <p:cNvSpPr/>
            <p:nvPr/>
          </p:nvSpPr>
          <p:spPr>
            <a:xfrm>
              <a:off x="12088757" y="2663263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2" name="ph9162"/>
            <p:cNvSpPr/>
            <p:nvPr/>
          </p:nvSpPr>
          <p:spPr>
            <a:xfrm>
              <a:off x="11999862" y="2787875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96969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3" name="ph9163"/>
            <p:cNvSpPr/>
            <p:nvPr/>
          </p:nvSpPr>
          <p:spPr>
            <a:xfrm>
              <a:off x="12121570" y="2642506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4" name="ph9164"/>
            <p:cNvSpPr/>
            <p:nvPr/>
          </p:nvSpPr>
          <p:spPr>
            <a:xfrm>
              <a:off x="12073870" y="2638484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5" name="ph9165"/>
            <p:cNvSpPr/>
            <p:nvPr/>
          </p:nvSpPr>
          <p:spPr>
            <a:xfrm>
              <a:off x="11994819" y="2761322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6" name="ph9166"/>
            <p:cNvSpPr/>
            <p:nvPr/>
          </p:nvSpPr>
          <p:spPr>
            <a:xfrm>
              <a:off x="12018318" y="2688069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7" name="ph9167"/>
            <p:cNvSpPr/>
            <p:nvPr/>
          </p:nvSpPr>
          <p:spPr>
            <a:xfrm>
              <a:off x="12053796" y="2706526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8" name="ph9168"/>
            <p:cNvSpPr/>
            <p:nvPr/>
          </p:nvSpPr>
          <p:spPr>
            <a:xfrm>
              <a:off x="12154075" y="2695894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9" name="ph9169"/>
            <p:cNvSpPr/>
            <p:nvPr/>
          </p:nvSpPr>
          <p:spPr>
            <a:xfrm>
              <a:off x="12082634" y="2732241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0" name="ph9170"/>
            <p:cNvSpPr/>
            <p:nvPr/>
          </p:nvSpPr>
          <p:spPr>
            <a:xfrm>
              <a:off x="12112843" y="2718313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1" name="ph9171"/>
            <p:cNvSpPr/>
            <p:nvPr/>
          </p:nvSpPr>
          <p:spPr>
            <a:xfrm>
              <a:off x="11923439" y="2737832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25252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2" name="ph9172"/>
            <p:cNvSpPr/>
            <p:nvPr/>
          </p:nvSpPr>
          <p:spPr>
            <a:xfrm>
              <a:off x="12152178" y="2628133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3" name="ph9173"/>
            <p:cNvSpPr/>
            <p:nvPr/>
          </p:nvSpPr>
          <p:spPr>
            <a:xfrm>
              <a:off x="12140044" y="2710500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4" name="ph9174"/>
            <p:cNvSpPr/>
            <p:nvPr/>
          </p:nvSpPr>
          <p:spPr>
            <a:xfrm>
              <a:off x="12050202" y="2702849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5" name="ph9175"/>
            <p:cNvSpPr/>
            <p:nvPr/>
          </p:nvSpPr>
          <p:spPr>
            <a:xfrm>
              <a:off x="12032066" y="2775938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6" name="ph9176"/>
            <p:cNvSpPr/>
            <p:nvPr/>
          </p:nvSpPr>
          <p:spPr>
            <a:xfrm>
              <a:off x="12029013" y="2762386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7" name="ph9177"/>
            <p:cNvSpPr/>
            <p:nvPr/>
          </p:nvSpPr>
          <p:spPr>
            <a:xfrm>
              <a:off x="11964105" y="2752654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8" name="ph9178"/>
            <p:cNvSpPr/>
            <p:nvPr/>
          </p:nvSpPr>
          <p:spPr>
            <a:xfrm>
              <a:off x="11940986" y="2723187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9" name="ph9179"/>
            <p:cNvSpPr/>
            <p:nvPr/>
          </p:nvSpPr>
          <p:spPr>
            <a:xfrm>
              <a:off x="11980127" y="2692115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0" name="ph9180"/>
            <p:cNvSpPr/>
            <p:nvPr/>
          </p:nvSpPr>
          <p:spPr>
            <a:xfrm>
              <a:off x="12130345" y="2740053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1" name="ph9181"/>
            <p:cNvSpPr/>
            <p:nvPr/>
          </p:nvSpPr>
          <p:spPr>
            <a:xfrm>
              <a:off x="12009730" y="2691349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2" name="ph9182"/>
            <p:cNvSpPr/>
            <p:nvPr/>
          </p:nvSpPr>
          <p:spPr>
            <a:xfrm>
              <a:off x="12025013" y="2720530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3" name="ph9183"/>
            <p:cNvSpPr/>
            <p:nvPr/>
          </p:nvSpPr>
          <p:spPr>
            <a:xfrm>
              <a:off x="12044983" y="2774257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4" name="ph9184"/>
            <p:cNvSpPr/>
            <p:nvPr/>
          </p:nvSpPr>
          <p:spPr>
            <a:xfrm>
              <a:off x="12023491" y="2684381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5" name="ph9185"/>
            <p:cNvSpPr/>
            <p:nvPr/>
          </p:nvSpPr>
          <p:spPr>
            <a:xfrm>
              <a:off x="12039598" y="2791469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6" name="ph9186"/>
            <p:cNvSpPr/>
            <p:nvPr/>
          </p:nvSpPr>
          <p:spPr>
            <a:xfrm>
              <a:off x="12119156" y="2772016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7" name="ph9187"/>
            <p:cNvSpPr/>
            <p:nvPr/>
          </p:nvSpPr>
          <p:spPr>
            <a:xfrm>
              <a:off x="11923454" y="2750614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8" name="ph9188"/>
            <p:cNvSpPr/>
            <p:nvPr/>
          </p:nvSpPr>
          <p:spPr>
            <a:xfrm>
              <a:off x="12020627" y="2779534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9" name="ph9189"/>
            <p:cNvSpPr/>
            <p:nvPr/>
          </p:nvSpPr>
          <p:spPr>
            <a:xfrm>
              <a:off x="11724802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0" name="ph9190"/>
            <p:cNvSpPr/>
            <p:nvPr/>
          </p:nvSpPr>
          <p:spPr>
            <a:xfrm>
              <a:off x="11799255" y="2597842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1" name="ph9191"/>
            <p:cNvSpPr/>
            <p:nvPr/>
          </p:nvSpPr>
          <p:spPr>
            <a:xfrm>
              <a:off x="11799638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2" name="ph9192"/>
            <p:cNvSpPr/>
            <p:nvPr/>
          </p:nvSpPr>
          <p:spPr>
            <a:xfrm>
              <a:off x="11796792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3" name="ph9193"/>
            <p:cNvSpPr/>
            <p:nvPr/>
          </p:nvSpPr>
          <p:spPr>
            <a:xfrm>
              <a:off x="11797199" y="2597183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4" name="ph9194"/>
            <p:cNvSpPr/>
            <p:nvPr/>
          </p:nvSpPr>
          <p:spPr>
            <a:xfrm>
              <a:off x="11798917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5" name="ph9195"/>
            <p:cNvSpPr/>
            <p:nvPr/>
          </p:nvSpPr>
          <p:spPr>
            <a:xfrm>
              <a:off x="11972293" y="2536282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6" name="ph9196"/>
            <p:cNvSpPr/>
            <p:nvPr/>
          </p:nvSpPr>
          <p:spPr>
            <a:xfrm>
              <a:off x="11974881" y="2536435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7" name="ph9197"/>
            <p:cNvSpPr/>
            <p:nvPr/>
          </p:nvSpPr>
          <p:spPr>
            <a:xfrm>
              <a:off x="11975490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8" name="ph9198"/>
            <p:cNvSpPr/>
            <p:nvPr/>
          </p:nvSpPr>
          <p:spPr>
            <a:xfrm>
              <a:off x="11972423" y="2530188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9" name="ph9199"/>
            <p:cNvSpPr/>
            <p:nvPr/>
          </p:nvSpPr>
          <p:spPr>
            <a:xfrm>
              <a:off x="11972137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0" name="ph9200"/>
            <p:cNvSpPr/>
            <p:nvPr/>
          </p:nvSpPr>
          <p:spPr>
            <a:xfrm>
              <a:off x="11974042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1" name="ph9201"/>
            <p:cNvSpPr/>
            <p:nvPr/>
          </p:nvSpPr>
          <p:spPr>
            <a:xfrm>
              <a:off x="11972449" y="2529595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2" name="ph9202"/>
            <p:cNvSpPr/>
            <p:nvPr/>
          </p:nvSpPr>
          <p:spPr>
            <a:xfrm>
              <a:off x="11972793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3" name="ph9203"/>
            <p:cNvSpPr/>
            <p:nvPr/>
          </p:nvSpPr>
          <p:spPr>
            <a:xfrm>
              <a:off x="11974605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4" name="ph9204"/>
            <p:cNvSpPr/>
            <p:nvPr/>
          </p:nvSpPr>
          <p:spPr>
            <a:xfrm>
              <a:off x="11973734" y="2527996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5" name="ph9205"/>
            <p:cNvSpPr/>
            <p:nvPr/>
          </p:nvSpPr>
          <p:spPr>
            <a:xfrm>
              <a:off x="11974167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6" name="ph9206"/>
            <p:cNvSpPr/>
            <p:nvPr/>
          </p:nvSpPr>
          <p:spPr>
            <a:xfrm>
              <a:off x="11978102" y="2545122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7" name="ph9207"/>
            <p:cNvSpPr/>
            <p:nvPr/>
          </p:nvSpPr>
          <p:spPr>
            <a:xfrm>
              <a:off x="11977485" y="2544739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8" name="ph9208"/>
            <p:cNvSpPr/>
            <p:nvPr/>
          </p:nvSpPr>
          <p:spPr>
            <a:xfrm>
              <a:off x="11978572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9" name="ph9209"/>
            <p:cNvSpPr/>
            <p:nvPr/>
          </p:nvSpPr>
          <p:spPr>
            <a:xfrm>
              <a:off x="11975428" y="2539416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0" name="ph9210"/>
            <p:cNvSpPr/>
            <p:nvPr/>
          </p:nvSpPr>
          <p:spPr>
            <a:xfrm>
              <a:off x="11977050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1" name="ph9211"/>
            <p:cNvSpPr/>
            <p:nvPr/>
          </p:nvSpPr>
          <p:spPr>
            <a:xfrm>
              <a:off x="11976104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2" name="ph9212"/>
            <p:cNvSpPr/>
            <p:nvPr/>
          </p:nvSpPr>
          <p:spPr>
            <a:xfrm>
              <a:off x="11975762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3" name="ph9213"/>
            <p:cNvSpPr/>
            <p:nvPr/>
          </p:nvSpPr>
          <p:spPr>
            <a:xfrm>
              <a:off x="11977676" y="2537191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4" name="ph9214"/>
            <p:cNvSpPr/>
            <p:nvPr/>
          </p:nvSpPr>
          <p:spPr>
            <a:xfrm>
              <a:off x="11977233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5" name="ph9215"/>
            <p:cNvSpPr/>
            <p:nvPr/>
          </p:nvSpPr>
          <p:spPr>
            <a:xfrm>
              <a:off x="11976026" y="2535289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6" name="ph9216"/>
            <p:cNvSpPr/>
            <p:nvPr/>
          </p:nvSpPr>
          <p:spPr>
            <a:xfrm>
              <a:off x="11977542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7" name="ph9217"/>
            <p:cNvSpPr/>
            <p:nvPr/>
          </p:nvSpPr>
          <p:spPr>
            <a:xfrm>
              <a:off x="11976886" y="2534057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8" name="ph9218"/>
            <p:cNvSpPr/>
            <p:nvPr/>
          </p:nvSpPr>
          <p:spPr>
            <a:xfrm>
              <a:off x="11975638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9" name="ph9219"/>
            <p:cNvSpPr/>
            <p:nvPr/>
          </p:nvSpPr>
          <p:spPr>
            <a:xfrm>
              <a:off x="11976886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0" name="ph9220"/>
            <p:cNvSpPr/>
            <p:nvPr/>
          </p:nvSpPr>
          <p:spPr>
            <a:xfrm>
              <a:off x="11976517" y="2532809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1" name="ph9221"/>
            <p:cNvSpPr/>
            <p:nvPr/>
          </p:nvSpPr>
          <p:spPr>
            <a:xfrm>
              <a:off x="11976706" y="2532548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2" name="ph9222"/>
            <p:cNvSpPr/>
            <p:nvPr/>
          </p:nvSpPr>
          <p:spPr>
            <a:xfrm>
              <a:off x="11976189" y="2675041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3" name="ph9223"/>
            <p:cNvSpPr/>
            <p:nvPr/>
          </p:nvSpPr>
          <p:spPr>
            <a:xfrm>
              <a:off x="11985856" y="2551762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4" name="ph9224"/>
            <p:cNvSpPr/>
            <p:nvPr/>
          </p:nvSpPr>
          <p:spPr>
            <a:xfrm>
              <a:off x="11986895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5" name="ph9225"/>
            <p:cNvSpPr/>
            <p:nvPr/>
          </p:nvSpPr>
          <p:spPr>
            <a:xfrm>
              <a:off x="11985052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6" name="ph9226"/>
            <p:cNvSpPr/>
            <p:nvPr/>
          </p:nvSpPr>
          <p:spPr>
            <a:xfrm>
              <a:off x="11986468" y="2550869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7" name="ph9227"/>
            <p:cNvSpPr/>
            <p:nvPr/>
          </p:nvSpPr>
          <p:spPr>
            <a:xfrm>
              <a:off x="11984963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8" name="ph9228"/>
            <p:cNvSpPr/>
            <p:nvPr/>
          </p:nvSpPr>
          <p:spPr>
            <a:xfrm>
              <a:off x="11985009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9" name="ph9229"/>
            <p:cNvSpPr/>
            <p:nvPr/>
          </p:nvSpPr>
          <p:spPr>
            <a:xfrm>
              <a:off x="11985434" y="2549767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0" name="ph9230"/>
            <p:cNvSpPr/>
            <p:nvPr/>
          </p:nvSpPr>
          <p:spPr>
            <a:xfrm>
              <a:off x="11979191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1" name="ph9231"/>
            <p:cNvSpPr/>
            <p:nvPr/>
          </p:nvSpPr>
          <p:spPr>
            <a:xfrm>
              <a:off x="11980212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2" name="ph9232"/>
            <p:cNvSpPr/>
            <p:nvPr/>
          </p:nvSpPr>
          <p:spPr>
            <a:xfrm>
              <a:off x="11980127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3" name="ph9233"/>
            <p:cNvSpPr/>
            <p:nvPr/>
          </p:nvSpPr>
          <p:spPr>
            <a:xfrm>
              <a:off x="11979182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4" name="ph9234"/>
            <p:cNvSpPr/>
            <p:nvPr/>
          </p:nvSpPr>
          <p:spPr>
            <a:xfrm>
              <a:off x="11979386" y="2543691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5" name="ph9235"/>
            <p:cNvSpPr/>
            <p:nvPr/>
          </p:nvSpPr>
          <p:spPr>
            <a:xfrm>
              <a:off x="11970937" y="2527890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6" name="ph9236"/>
            <p:cNvSpPr/>
            <p:nvPr/>
          </p:nvSpPr>
          <p:spPr>
            <a:xfrm>
              <a:off x="11979313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7" name="ph9237"/>
            <p:cNvSpPr/>
            <p:nvPr/>
          </p:nvSpPr>
          <p:spPr>
            <a:xfrm>
              <a:off x="12062269" y="2784864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8" name="ph9238"/>
            <p:cNvSpPr/>
            <p:nvPr/>
          </p:nvSpPr>
          <p:spPr>
            <a:xfrm>
              <a:off x="12072653" y="2671354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9" name="ph9239"/>
            <p:cNvSpPr/>
            <p:nvPr/>
          </p:nvSpPr>
          <p:spPr>
            <a:xfrm>
              <a:off x="12071846" y="2652665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0" name="ph9240"/>
            <p:cNvSpPr/>
            <p:nvPr/>
          </p:nvSpPr>
          <p:spPr>
            <a:xfrm>
              <a:off x="12008227" y="2715388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1" name="ph9241"/>
            <p:cNvSpPr/>
            <p:nvPr/>
          </p:nvSpPr>
          <p:spPr>
            <a:xfrm>
              <a:off x="11933858" y="2687583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63636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2" name="ph9242"/>
            <p:cNvSpPr/>
            <p:nvPr/>
          </p:nvSpPr>
          <p:spPr>
            <a:xfrm>
              <a:off x="12111685" y="2710281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3" name="ph9243"/>
            <p:cNvSpPr/>
            <p:nvPr/>
          </p:nvSpPr>
          <p:spPr>
            <a:xfrm>
              <a:off x="12161928" y="2740589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4" name="ph9244"/>
            <p:cNvSpPr/>
            <p:nvPr/>
          </p:nvSpPr>
          <p:spPr>
            <a:xfrm>
              <a:off x="12014970" y="2673646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5" name="ph9245"/>
            <p:cNvSpPr/>
            <p:nvPr/>
          </p:nvSpPr>
          <p:spPr>
            <a:xfrm>
              <a:off x="12142329" y="2751708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6" name="ph9246"/>
            <p:cNvSpPr/>
            <p:nvPr/>
          </p:nvSpPr>
          <p:spPr>
            <a:xfrm>
              <a:off x="12014834" y="2763367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7" name="ph9247"/>
            <p:cNvSpPr/>
            <p:nvPr/>
          </p:nvSpPr>
          <p:spPr>
            <a:xfrm>
              <a:off x="12117277" y="2745946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8" name="ph9248"/>
            <p:cNvSpPr/>
            <p:nvPr/>
          </p:nvSpPr>
          <p:spPr>
            <a:xfrm>
              <a:off x="12043150" y="2766434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9" name="ph9249"/>
            <p:cNvSpPr/>
            <p:nvPr/>
          </p:nvSpPr>
          <p:spPr>
            <a:xfrm>
              <a:off x="12082148" y="2687470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0" name="ph9250"/>
            <p:cNvSpPr/>
            <p:nvPr/>
          </p:nvSpPr>
          <p:spPr>
            <a:xfrm>
              <a:off x="11714243" y="2746647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1" name="ph9251"/>
            <p:cNvSpPr/>
            <p:nvPr/>
          </p:nvSpPr>
          <p:spPr>
            <a:xfrm>
              <a:off x="11717246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2" name="ph9252"/>
            <p:cNvSpPr/>
            <p:nvPr/>
          </p:nvSpPr>
          <p:spPr>
            <a:xfrm>
              <a:off x="11719142" y="2744646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3" name="ph9253"/>
            <p:cNvSpPr/>
            <p:nvPr/>
          </p:nvSpPr>
          <p:spPr>
            <a:xfrm>
              <a:off x="11704707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4" name="ph9254"/>
            <p:cNvSpPr/>
            <p:nvPr/>
          </p:nvSpPr>
          <p:spPr>
            <a:xfrm>
              <a:off x="11919972" y="2706169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5" name="ph9255"/>
            <p:cNvSpPr/>
            <p:nvPr/>
          </p:nvSpPr>
          <p:spPr>
            <a:xfrm>
              <a:off x="12158376" y="2688305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25252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6" name="ph9256"/>
            <p:cNvSpPr/>
            <p:nvPr/>
          </p:nvSpPr>
          <p:spPr>
            <a:xfrm>
              <a:off x="10574479" y="2283096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7" name="ph9257"/>
            <p:cNvSpPr/>
            <p:nvPr/>
          </p:nvSpPr>
          <p:spPr>
            <a:xfrm>
              <a:off x="10490968" y="2680704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8" name="ph9258"/>
            <p:cNvSpPr/>
            <p:nvPr/>
          </p:nvSpPr>
          <p:spPr>
            <a:xfrm>
              <a:off x="10450036" y="2666251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9" name="ph9259"/>
            <p:cNvSpPr/>
            <p:nvPr/>
          </p:nvSpPr>
          <p:spPr>
            <a:xfrm>
              <a:off x="10456532" y="2702264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0" name="ph9260"/>
            <p:cNvSpPr/>
            <p:nvPr/>
          </p:nvSpPr>
          <p:spPr>
            <a:xfrm>
              <a:off x="10576807" y="2566053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1" name="ph9261"/>
            <p:cNvSpPr/>
            <p:nvPr/>
          </p:nvSpPr>
          <p:spPr>
            <a:xfrm>
              <a:off x="10612234" y="2595021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2" name="ph9262"/>
            <p:cNvSpPr/>
            <p:nvPr/>
          </p:nvSpPr>
          <p:spPr>
            <a:xfrm>
              <a:off x="10552316" y="2522705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3" name="ph9263"/>
            <p:cNvSpPr/>
            <p:nvPr/>
          </p:nvSpPr>
          <p:spPr>
            <a:xfrm>
              <a:off x="10461110" y="2442303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4" name="ph9264"/>
            <p:cNvSpPr/>
            <p:nvPr/>
          </p:nvSpPr>
          <p:spPr>
            <a:xfrm>
              <a:off x="10480496" y="2732680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5" name="ph9265"/>
            <p:cNvSpPr/>
            <p:nvPr/>
          </p:nvSpPr>
          <p:spPr>
            <a:xfrm>
              <a:off x="10487555" y="2544516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6" name="ph9266"/>
            <p:cNvSpPr/>
            <p:nvPr/>
          </p:nvSpPr>
          <p:spPr>
            <a:xfrm>
              <a:off x="10457856" y="2464733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7" name="ph9267"/>
            <p:cNvSpPr/>
            <p:nvPr/>
          </p:nvSpPr>
          <p:spPr>
            <a:xfrm>
              <a:off x="10507642" y="2693962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8" name="ph9268"/>
            <p:cNvSpPr/>
            <p:nvPr/>
          </p:nvSpPr>
          <p:spPr>
            <a:xfrm>
              <a:off x="10525470" y="2521366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9" name="ph9269"/>
            <p:cNvSpPr/>
            <p:nvPr/>
          </p:nvSpPr>
          <p:spPr>
            <a:xfrm>
              <a:off x="10451720" y="2686204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0" name="ph9270"/>
            <p:cNvSpPr/>
            <p:nvPr/>
          </p:nvSpPr>
          <p:spPr>
            <a:xfrm>
              <a:off x="10644282" y="2565664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1" name="ph9271"/>
            <p:cNvSpPr/>
            <p:nvPr/>
          </p:nvSpPr>
          <p:spPr>
            <a:xfrm>
              <a:off x="10544770" y="2414993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2" name="ph9272"/>
            <p:cNvSpPr/>
            <p:nvPr/>
          </p:nvSpPr>
          <p:spPr>
            <a:xfrm>
              <a:off x="10560139" y="2539487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3" name="ph9273"/>
            <p:cNvSpPr/>
            <p:nvPr/>
          </p:nvSpPr>
          <p:spPr>
            <a:xfrm>
              <a:off x="10364500" y="2515590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4" name="ph9274"/>
            <p:cNvSpPr/>
            <p:nvPr/>
          </p:nvSpPr>
          <p:spPr>
            <a:xfrm>
              <a:off x="10466113" y="2663942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5" name="ph9275"/>
            <p:cNvSpPr/>
            <p:nvPr/>
          </p:nvSpPr>
          <p:spPr>
            <a:xfrm>
              <a:off x="10480346" y="2581905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6" name="ph9276"/>
            <p:cNvSpPr/>
            <p:nvPr/>
          </p:nvSpPr>
          <p:spPr>
            <a:xfrm>
              <a:off x="10590748" y="2592936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BDBDBD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7" name="ph9277"/>
            <p:cNvSpPr/>
            <p:nvPr/>
          </p:nvSpPr>
          <p:spPr>
            <a:xfrm>
              <a:off x="10503971" y="2646973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8" name="ph9278"/>
            <p:cNvSpPr/>
            <p:nvPr/>
          </p:nvSpPr>
          <p:spPr>
            <a:xfrm>
              <a:off x="10480913" y="2571456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9" name="ph9279"/>
            <p:cNvSpPr/>
            <p:nvPr/>
          </p:nvSpPr>
          <p:spPr>
            <a:xfrm>
              <a:off x="10641576" y="2592777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0" name="ph9280"/>
            <p:cNvSpPr/>
            <p:nvPr/>
          </p:nvSpPr>
          <p:spPr>
            <a:xfrm>
              <a:off x="10418027" y="2405194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1" name="ph9281"/>
            <p:cNvSpPr/>
            <p:nvPr/>
          </p:nvSpPr>
          <p:spPr>
            <a:xfrm>
              <a:off x="10724627" y="2346320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2" name="ph9282"/>
            <p:cNvSpPr/>
            <p:nvPr/>
          </p:nvSpPr>
          <p:spPr>
            <a:xfrm>
              <a:off x="10597517" y="2549740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3" name="ph9283"/>
            <p:cNvSpPr/>
            <p:nvPr/>
          </p:nvSpPr>
          <p:spPr>
            <a:xfrm>
              <a:off x="10487288" y="2361054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4" name="ph9284"/>
            <p:cNvSpPr/>
            <p:nvPr/>
          </p:nvSpPr>
          <p:spPr>
            <a:xfrm>
              <a:off x="10525120" y="2527069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5" name="ph9285"/>
            <p:cNvSpPr/>
            <p:nvPr/>
          </p:nvSpPr>
          <p:spPr>
            <a:xfrm>
              <a:off x="10392537" y="2461758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6" name="ph9286"/>
            <p:cNvSpPr/>
            <p:nvPr/>
          </p:nvSpPr>
          <p:spPr>
            <a:xfrm>
              <a:off x="10552123" y="2532819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7" name="ph9287"/>
            <p:cNvSpPr/>
            <p:nvPr/>
          </p:nvSpPr>
          <p:spPr>
            <a:xfrm>
              <a:off x="10580234" y="2555456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8" name="ph9288"/>
            <p:cNvSpPr/>
            <p:nvPr/>
          </p:nvSpPr>
          <p:spPr>
            <a:xfrm>
              <a:off x="10470453" y="2654348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9" name="ph9289"/>
            <p:cNvSpPr/>
            <p:nvPr/>
          </p:nvSpPr>
          <p:spPr>
            <a:xfrm>
              <a:off x="10537064" y="2543494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0" name="ph9290"/>
            <p:cNvSpPr/>
            <p:nvPr/>
          </p:nvSpPr>
          <p:spPr>
            <a:xfrm>
              <a:off x="10531011" y="2554423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1" name="ph9291"/>
            <p:cNvSpPr/>
            <p:nvPr/>
          </p:nvSpPr>
          <p:spPr>
            <a:xfrm>
              <a:off x="10503971" y="2670321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2" name="ph9292"/>
            <p:cNvSpPr/>
            <p:nvPr/>
          </p:nvSpPr>
          <p:spPr>
            <a:xfrm>
              <a:off x="10468558" y="2363159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3" name="ph9293"/>
            <p:cNvSpPr/>
            <p:nvPr/>
          </p:nvSpPr>
          <p:spPr>
            <a:xfrm>
              <a:off x="10539809" y="2705278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4" name="ph9294"/>
            <p:cNvSpPr/>
            <p:nvPr/>
          </p:nvSpPr>
          <p:spPr>
            <a:xfrm>
              <a:off x="10488865" y="2706087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96969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5" name="ph9295"/>
            <p:cNvSpPr/>
            <p:nvPr/>
          </p:nvSpPr>
          <p:spPr>
            <a:xfrm>
              <a:off x="10494647" y="2637707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6" name="ph9296"/>
            <p:cNvSpPr/>
            <p:nvPr/>
          </p:nvSpPr>
          <p:spPr>
            <a:xfrm>
              <a:off x="10460174" y="2731801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7" name="ph9297"/>
            <p:cNvSpPr/>
            <p:nvPr/>
          </p:nvSpPr>
          <p:spPr>
            <a:xfrm>
              <a:off x="10551670" y="2289929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8" name="ph9298"/>
            <p:cNvSpPr/>
            <p:nvPr/>
          </p:nvSpPr>
          <p:spPr>
            <a:xfrm>
              <a:off x="10619645" y="2628568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9" name="ph9299"/>
            <p:cNvSpPr/>
            <p:nvPr/>
          </p:nvSpPr>
          <p:spPr>
            <a:xfrm>
              <a:off x="10606723" y="2609474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0" name="ph9300"/>
            <p:cNvSpPr/>
            <p:nvPr/>
          </p:nvSpPr>
          <p:spPr>
            <a:xfrm>
              <a:off x="10436365" y="2703096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1" name="ph9301"/>
            <p:cNvSpPr/>
            <p:nvPr/>
          </p:nvSpPr>
          <p:spPr>
            <a:xfrm>
              <a:off x="10432752" y="2373537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2" name="ph9302"/>
            <p:cNvSpPr/>
            <p:nvPr/>
          </p:nvSpPr>
          <p:spPr>
            <a:xfrm>
              <a:off x="10615054" y="2576109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3" name="ph9303"/>
            <p:cNvSpPr/>
            <p:nvPr/>
          </p:nvSpPr>
          <p:spPr>
            <a:xfrm>
              <a:off x="10483944" y="2718933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4" name="ph9304"/>
            <p:cNvSpPr/>
            <p:nvPr/>
          </p:nvSpPr>
          <p:spPr>
            <a:xfrm>
              <a:off x="10473187" y="2408538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5" name="ph9305"/>
            <p:cNvSpPr/>
            <p:nvPr/>
          </p:nvSpPr>
          <p:spPr>
            <a:xfrm>
              <a:off x="10496690" y="2574202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6" name="ph9306"/>
            <p:cNvSpPr/>
            <p:nvPr/>
          </p:nvSpPr>
          <p:spPr>
            <a:xfrm>
              <a:off x="10437370" y="2575147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7" name="ph9307"/>
            <p:cNvSpPr/>
            <p:nvPr/>
          </p:nvSpPr>
          <p:spPr>
            <a:xfrm>
              <a:off x="10385433" y="2496134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636363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8" name="ph9308"/>
            <p:cNvSpPr/>
            <p:nvPr/>
          </p:nvSpPr>
          <p:spPr>
            <a:xfrm>
              <a:off x="10564968" y="2584949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F7F7F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9" name="ph9309"/>
            <p:cNvSpPr/>
            <p:nvPr/>
          </p:nvSpPr>
          <p:spPr>
            <a:xfrm>
              <a:off x="10681873" y="2320058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0" name="ph9310"/>
            <p:cNvSpPr/>
            <p:nvPr/>
          </p:nvSpPr>
          <p:spPr>
            <a:xfrm>
              <a:off x="10432762" y="2712161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1" name="ph9311"/>
            <p:cNvSpPr/>
            <p:nvPr/>
          </p:nvSpPr>
          <p:spPr>
            <a:xfrm>
              <a:off x="10542724" y="2580468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7F7F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2" name="ph9312"/>
            <p:cNvSpPr/>
            <p:nvPr/>
          </p:nvSpPr>
          <p:spPr>
            <a:xfrm>
              <a:off x="10528357" y="2454383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3" name="ph9313"/>
            <p:cNvSpPr/>
            <p:nvPr/>
          </p:nvSpPr>
          <p:spPr>
            <a:xfrm>
              <a:off x="10443450" y="2733637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BDBDBD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4" name="ph9314"/>
            <p:cNvSpPr/>
            <p:nvPr/>
          </p:nvSpPr>
          <p:spPr>
            <a:xfrm>
              <a:off x="9173175" y="3022203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5" name="ph9315"/>
            <p:cNvSpPr/>
            <p:nvPr/>
          </p:nvSpPr>
          <p:spPr>
            <a:xfrm>
              <a:off x="9598207" y="2996322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6" name="ph9316"/>
            <p:cNvSpPr/>
            <p:nvPr/>
          </p:nvSpPr>
          <p:spPr>
            <a:xfrm>
              <a:off x="9484385" y="2972467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7" name="ph9317"/>
            <p:cNvSpPr/>
            <p:nvPr/>
          </p:nvSpPr>
          <p:spPr>
            <a:xfrm>
              <a:off x="9627969" y="2941279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8" name="ph9318"/>
            <p:cNvSpPr/>
            <p:nvPr/>
          </p:nvSpPr>
          <p:spPr>
            <a:xfrm>
              <a:off x="9572218" y="2336918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9" name="ph9319"/>
            <p:cNvSpPr/>
            <p:nvPr/>
          </p:nvSpPr>
          <p:spPr>
            <a:xfrm>
              <a:off x="9536954" y="2316602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0" name="ph9320"/>
            <p:cNvSpPr/>
            <p:nvPr/>
          </p:nvSpPr>
          <p:spPr>
            <a:xfrm>
              <a:off x="9508498" y="2227873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1" name="ph9321"/>
            <p:cNvSpPr/>
            <p:nvPr/>
          </p:nvSpPr>
          <p:spPr>
            <a:xfrm>
              <a:off x="9665757" y="2253001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2" name="ph9322"/>
            <p:cNvSpPr/>
            <p:nvPr/>
          </p:nvSpPr>
          <p:spPr>
            <a:xfrm>
              <a:off x="9660320" y="2243038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3" name="ph9323"/>
            <p:cNvSpPr/>
            <p:nvPr/>
          </p:nvSpPr>
          <p:spPr>
            <a:xfrm>
              <a:off x="9660055" y="2238551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4" name="ph9324"/>
            <p:cNvSpPr/>
            <p:nvPr/>
          </p:nvSpPr>
          <p:spPr>
            <a:xfrm>
              <a:off x="9657337" y="22287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5" name="ph9325"/>
            <p:cNvSpPr/>
            <p:nvPr/>
          </p:nvSpPr>
          <p:spPr>
            <a:xfrm>
              <a:off x="9529060" y="2201440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6" name="ph9326"/>
            <p:cNvSpPr/>
            <p:nvPr/>
          </p:nvSpPr>
          <p:spPr>
            <a:xfrm>
              <a:off x="9639996" y="2196728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7" name="ph9327"/>
            <p:cNvSpPr/>
            <p:nvPr/>
          </p:nvSpPr>
          <p:spPr>
            <a:xfrm>
              <a:off x="9637673" y="2196529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8" name="ph9328"/>
            <p:cNvSpPr/>
            <p:nvPr/>
          </p:nvSpPr>
          <p:spPr>
            <a:xfrm>
              <a:off x="9082694" y="1315942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9" name="ph9329"/>
            <p:cNvSpPr/>
            <p:nvPr/>
          </p:nvSpPr>
          <p:spPr>
            <a:xfrm>
              <a:off x="9534854" y="2178305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0" name="ph9330"/>
            <p:cNvSpPr/>
            <p:nvPr/>
          </p:nvSpPr>
          <p:spPr>
            <a:xfrm>
              <a:off x="9648782" y="2182384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1" name="ph9331"/>
            <p:cNvSpPr/>
            <p:nvPr/>
          </p:nvSpPr>
          <p:spPr>
            <a:xfrm>
              <a:off x="9537213" y="2179911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2" name="ph9332"/>
            <p:cNvSpPr/>
            <p:nvPr/>
          </p:nvSpPr>
          <p:spPr>
            <a:xfrm>
              <a:off x="9650536" y="2178892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3" name="ph9333"/>
            <p:cNvSpPr/>
            <p:nvPr/>
          </p:nvSpPr>
          <p:spPr>
            <a:xfrm>
              <a:off x="9630977" y="2178947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4" name="ph9334"/>
            <p:cNvSpPr/>
            <p:nvPr/>
          </p:nvSpPr>
          <p:spPr>
            <a:xfrm>
              <a:off x="9649974" y="2178875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5" name="ph9335"/>
            <p:cNvSpPr/>
            <p:nvPr/>
          </p:nvSpPr>
          <p:spPr>
            <a:xfrm>
              <a:off x="9630816" y="2177433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6" name="ph9336"/>
            <p:cNvSpPr/>
            <p:nvPr/>
          </p:nvSpPr>
          <p:spPr>
            <a:xfrm>
              <a:off x="9625833" y="2175656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7" name="ph9337"/>
            <p:cNvSpPr/>
            <p:nvPr/>
          </p:nvSpPr>
          <p:spPr>
            <a:xfrm>
              <a:off x="9625248" y="21742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8" name="ph9338"/>
            <p:cNvSpPr/>
            <p:nvPr/>
          </p:nvSpPr>
          <p:spPr>
            <a:xfrm>
              <a:off x="9627770" y="2169391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9" name="ph9339"/>
            <p:cNvSpPr/>
            <p:nvPr/>
          </p:nvSpPr>
          <p:spPr>
            <a:xfrm>
              <a:off x="9621952" y="2165334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0" name="ph9340"/>
            <p:cNvSpPr/>
            <p:nvPr/>
          </p:nvSpPr>
          <p:spPr>
            <a:xfrm>
              <a:off x="9631060" y="2140167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1" name="ph9341"/>
            <p:cNvSpPr/>
            <p:nvPr/>
          </p:nvSpPr>
          <p:spPr>
            <a:xfrm>
              <a:off x="9638207" y="2141995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2" name="ph9342"/>
            <p:cNvSpPr/>
            <p:nvPr/>
          </p:nvSpPr>
          <p:spPr>
            <a:xfrm>
              <a:off x="9625189" y="2133964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3" name="ph9343"/>
            <p:cNvSpPr/>
            <p:nvPr/>
          </p:nvSpPr>
          <p:spPr>
            <a:xfrm>
              <a:off x="9627279" y="2130560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4" name="ph9344"/>
            <p:cNvSpPr/>
            <p:nvPr/>
          </p:nvSpPr>
          <p:spPr>
            <a:xfrm>
              <a:off x="9615488" y="2069448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5" name="ph9345"/>
            <p:cNvSpPr/>
            <p:nvPr/>
          </p:nvSpPr>
          <p:spPr>
            <a:xfrm>
              <a:off x="9421157" y="2044712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6" name="ph9346"/>
            <p:cNvSpPr/>
            <p:nvPr/>
          </p:nvSpPr>
          <p:spPr>
            <a:xfrm>
              <a:off x="9424519" y="2040089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7" name="ph9347"/>
            <p:cNvSpPr/>
            <p:nvPr/>
          </p:nvSpPr>
          <p:spPr>
            <a:xfrm>
              <a:off x="9566239" y="2037725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8" name="ph9348"/>
            <p:cNvSpPr/>
            <p:nvPr/>
          </p:nvSpPr>
          <p:spPr>
            <a:xfrm>
              <a:off x="9433752" y="2023634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9" name="ph9349"/>
            <p:cNvSpPr/>
            <p:nvPr/>
          </p:nvSpPr>
          <p:spPr>
            <a:xfrm>
              <a:off x="9433269" y="2021723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0" name="ph9350"/>
            <p:cNvSpPr/>
            <p:nvPr/>
          </p:nvSpPr>
          <p:spPr>
            <a:xfrm>
              <a:off x="9567473" y="2018356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1" name="ph9351"/>
            <p:cNvSpPr/>
            <p:nvPr/>
          </p:nvSpPr>
          <p:spPr>
            <a:xfrm>
              <a:off x="9568344" y="2016324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2" name="ph9352"/>
            <p:cNvSpPr/>
            <p:nvPr/>
          </p:nvSpPr>
          <p:spPr>
            <a:xfrm>
              <a:off x="9552316" y="2002577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3" name="ph9353"/>
            <p:cNvSpPr/>
            <p:nvPr/>
          </p:nvSpPr>
          <p:spPr>
            <a:xfrm>
              <a:off x="9548973" y="1991345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4" name="ph9354"/>
            <p:cNvSpPr/>
            <p:nvPr/>
          </p:nvSpPr>
          <p:spPr>
            <a:xfrm>
              <a:off x="9315042" y="1990647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5" name="ph9355"/>
            <p:cNvSpPr/>
            <p:nvPr/>
          </p:nvSpPr>
          <p:spPr>
            <a:xfrm>
              <a:off x="9306134" y="1985347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6" name="ph9356"/>
            <p:cNvSpPr/>
            <p:nvPr/>
          </p:nvSpPr>
          <p:spPr>
            <a:xfrm>
              <a:off x="9572441" y="1969437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7" name="ph9357"/>
            <p:cNvSpPr/>
            <p:nvPr/>
          </p:nvSpPr>
          <p:spPr>
            <a:xfrm>
              <a:off x="9676214" y="1925834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8" name="ph9358"/>
            <p:cNvSpPr/>
            <p:nvPr/>
          </p:nvSpPr>
          <p:spPr>
            <a:xfrm>
              <a:off x="9674605" y="1921809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9" name="ph9359"/>
            <p:cNvSpPr/>
            <p:nvPr/>
          </p:nvSpPr>
          <p:spPr>
            <a:xfrm>
              <a:off x="9665373" y="1918675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0" name="ph9360"/>
            <p:cNvSpPr/>
            <p:nvPr/>
          </p:nvSpPr>
          <p:spPr>
            <a:xfrm>
              <a:off x="9672571" y="1918620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1" name="ph9361"/>
            <p:cNvSpPr/>
            <p:nvPr/>
          </p:nvSpPr>
          <p:spPr>
            <a:xfrm>
              <a:off x="9666277" y="19180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2" name="ph9362"/>
            <p:cNvSpPr/>
            <p:nvPr/>
          </p:nvSpPr>
          <p:spPr>
            <a:xfrm>
              <a:off x="9666246" y="1917456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3" name="ph9363"/>
            <p:cNvSpPr/>
            <p:nvPr/>
          </p:nvSpPr>
          <p:spPr>
            <a:xfrm>
              <a:off x="9486830" y="1916909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4" name="ph9364"/>
            <p:cNvSpPr/>
            <p:nvPr/>
          </p:nvSpPr>
          <p:spPr>
            <a:xfrm>
              <a:off x="9668420" y="1916295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5" name="ph9365"/>
            <p:cNvSpPr/>
            <p:nvPr/>
          </p:nvSpPr>
          <p:spPr>
            <a:xfrm>
              <a:off x="9333520" y="1913423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6" name="ph9366"/>
            <p:cNvSpPr/>
            <p:nvPr/>
          </p:nvSpPr>
          <p:spPr>
            <a:xfrm>
              <a:off x="9326624" y="1913380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7" name="ph9367"/>
            <p:cNvSpPr/>
            <p:nvPr/>
          </p:nvSpPr>
          <p:spPr>
            <a:xfrm>
              <a:off x="9658660" y="1914865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8" name="ph9368"/>
            <p:cNvSpPr/>
            <p:nvPr/>
          </p:nvSpPr>
          <p:spPr>
            <a:xfrm>
              <a:off x="9630870" y="1909977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9" name="ph9369"/>
            <p:cNvSpPr/>
            <p:nvPr/>
          </p:nvSpPr>
          <p:spPr>
            <a:xfrm>
              <a:off x="9485442" y="19095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0" name="ph9370"/>
            <p:cNvSpPr/>
            <p:nvPr/>
          </p:nvSpPr>
          <p:spPr>
            <a:xfrm>
              <a:off x="9225586" y="1888642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1" name="ph9371"/>
            <p:cNvSpPr/>
            <p:nvPr/>
          </p:nvSpPr>
          <p:spPr>
            <a:xfrm>
              <a:off x="9225167" y="18888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2" name="ph9372"/>
            <p:cNvSpPr/>
            <p:nvPr/>
          </p:nvSpPr>
          <p:spPr>
            <a:xfrm>
              <a:off x="9343484" y="1875125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3" name="ph9373"/>
            <p:cNvSpPr/>
            <p:nvPr/>
          </p:nvSpPr>
          <p:spPr>
            <a:xfrm>
              <a:off x="9536075" y="1855519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4" name="ph9374"/>
            <p:cNvSpPr/>
            <p:nvPr/>
          </p:nvSpPr>
          <p:spPr>
            <a:xfrm>
              <a:off x="9212852" y="1831401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5" name="ph9375"/>
            <p:cNvSpPr/>
            <p:nvPr/>
          </p:nvSpPr>
          <p:spPr>
            <a:xfrm>
              <a:off x="9195834" y="1836050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6" name="ph9376"/>
            <p:cNvSpPr/>
            <p:nvPr/>
          </p:nvSpPr>
          <p:spPr>
            <a:xfrm>
              <a:off x="9189330" y="1834956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7" name="ph9377"/>
            <p:cNvSpPr/>
            <p:nvPr/>
          </p:nvSpPr>
          <p:spPr>
            <a:xfrm>
              <a:off x="9193096" y="1835659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8" name="ph9378"/>
            <p:cNvSpPr/>
            <p:nvPr/>
          </p:nvSpPr>
          <p:spPr>
            <a:xfrm>
              <a:off x="9478444" y="1816232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9" name="ph9379"/>
            <p:cNvSpPr/>
            <p:nvPr/>
          </p:nvSpPr>
          <p:spPr>
            <a:xfrm>
              <a:off x="9508016" y="1812184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0" name="ph9380"/>
            <p:cNvSpPr/>
            <p:nvPr/>
          </p:nvSpPr>
          <p:spPr>
            <a:xfrm>
              <a:off x="9541338" y="1814066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1" name="ph9381"/>
            <p:cNvSpPr/>
            <p:nvPr/>
          </p:nvSpPr>
          <p:spPr>
            <a:xfrm>
              <a:off x="9474480" y="1812216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2" name="ph9382"/>
            <p:cNvSpPr/>
            <p:nvPr/>
          </p:nvSpPr>
          <p:spPr>
            <a:xfrm>
              <a:off x="9477392" y="18136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3" name="ph9383"/>
            <p:cNvSpPr/>
            <p:nvPr/>
          </p:nvSpPr>
          <p:spPr>
            <a:xfrm>
              <a:off x="9471295" y="1810146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4" name="ph9384"/>
            <p:cNvSpPr/>
            <p:nvPr/>
          </p:nvSpPr>
          <p:spPr>
            <a:xfrm>
              <a:off x="9471224" y="1808973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5" name="ph9385"/>
            <p:cNvSpPr/>
            <p:nvPr/>
          </p:nvSpPr>
          <p:spPr>
            <a:xfrm>
              <a:off x="9576051" y="1806826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6" name="ph9386"/>
            <p:cNvSpPr/>
            <p:nvPr/>
          </p:nvSpPr>
          <p:spPr>
            <a:xfrm>
              <a:off x="9332740" y="1805372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7" name="ph9387"/>
            <p:cNvSpPr/>
            <p:nvPr/>
          </p:nvSpPr>
          <p:spPr>
            <a:xfrm>
              <a:off x="9333050" y="180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8" name="ph9388"/>
            <p:cNvSpPr/>
            <p:nvPr/>
          </p:nvSpPr>
          <p:spPr>
            <a:xfrm>
              <a:off x="9470055" y="1797843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9" name="ph9389"/>
            <p:cNvSpPr/>
            <p:nvPr/>
          </p:nvSpPr>
          <p:spPr>
            <a:xfrm>
              <a:off x="9430926" y="1794612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0" name="ph9390"/>
            <p:cNvSpPr/>
            <p:nvPr/>
          </p:nvSpPr>
          <p:spPr>
            <a:xfrm>
              <a:off x="9465893" y="1790092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1" name="ph9391"/>
            <p:cNvSpPr/>
            <p:nvPr/>
          </p:nvSpPr>
          <p:spPr>
            <a:xfrm>
              <a:off x="9464354" y="1788588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2" name="ph9392"/>
            <p:cNvSpPr/>
            <p:nvPr/>
          </p:nvSpPr>
          <p:spPr>
            <a:xfrm>
              <a:off x="9431337" y="1788046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3" name="ph9393"/>
            <p:cNvSpPr/>
            <p:nvPr/>
          </p:nvSpPr>
          <p:spPr>
            <a:xfrm>
              <a:off x="9464624" y="1787182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4" name="ph9394"/>
            <p:cNvSpPr/>
            <p:nvPr/>
          </p:nvSpPr>
          <p:spPr>
            <a:xfrm>
              <a:off x="9514069" y="1755685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5" name="ph9395"/>
            <p:cNvSpPr/>
            <p:nvPr/>
          </p:nvSpPr>
          <p:spPr>
            <a:xfrm>
              <a:off x="9429012" y="1782640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6" name="ph9396"/>
            <p:cNvSpPr/>
            <p:nvPr/>
          </p:nvSpPr>
          <p:spPr>
            <a:xfrm>
              <a:off x="9419149" y="1778262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7" name="ph9397"/>
            <p:cNvSpPr/>
            <p:nvPr/>
          </p:nvSpPr>
          <p:spPr>
            <a:xfrm>
              <a:off x="9419655" y="1778336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8" name="ph9398"/>
            <p:cNvSpPr/>
            <p:nvPr/>
          </p:nvSpPr>
          <p:spPr>
            <a:xfrm>
              <a:off x="9419068" y="1775563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9" name="ph9399"/>
            <p:cNvSpPr/>
            <p:nvPr/>
          </p:nvSpPr>
          <p:spPr>
            <a:xfrm>
              <a:off x="9416404" y="1772494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0" name="ph9400"/>
            <p:cNvSpPr/>
            <p:nvPr/>
          </p:nvSpPr>
          <p:spPr>
            <a:xfrm>
              <a:off x="9415514" y="1773006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1" name="ph9401"/>
            <p:cNvSpPr/>
            <p:nvPr/>
          </p:nvSpPr>
          <p:spPr>
            <a:xfrm>
              <a:off x="9415590" y="177281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2" name="ph9402"/>
            <p:cNvSpPr/>
            <p:nvPr/>
          </p:nvSpPr>
          <p:spPr>
            <a:xfrm>
              <a:off x="9415201" y="1771915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3" name="ph9403"/>
            <p:cNvSpPr/>
            <p:nvPr/>
          </p:nvSpPr>
          <p:spPr>
            <a:xfrm>
              <a:off x="9416142" y="1771413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4" name="ph9404"/>
            <p:cNvSpPr/>
            <p:nvPr/>
          </p:nvSpPr>
          <p:spPr>
            <a:xfrm>
              <a:off x="9415196" y="1771131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5" name="ph9405"/>
            <p:cNvSpPr/>
            <p:nvPr/>
          </p:nvSpPr>
          <p:spPr>
            <a:xfrm>
              <a:off x="9417159" y="1771102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6" name="ph9406"/>
            <p:cNvSpPr/>
            <p:nvPr/>
          </p:nvSpPr>
          <p:spPr>
            <a:xfrm>
              <a:off x="9416127" y="1770861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7" name="ph9407"/>
            <p:cNvSpPr/>
            <p:nvPr/>
          </p:nvSpPr>
          <p:spPr>
            <a:xfrm>
              <a:off x="9421145" y="1770301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8" name="ph9408"/>
            <p:cNvSpPr/>
            <p:nvPr/>
          </p:nvSpPr>
          <p:spPr>
            <a:xfrm>
              <a:off x="9460395" y="1768156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9" name="ph9409"/>
            <p:cNvSpPr/>
            <p:nvPr/>
          </p:nvSpPr>
          <p:spPr>
            <a:xfrm>
              <a:off x="9416354" y="1764544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0" name="ph9410"/>
            <p:cNvSpPr/>
            <p:nvPr/>
          </p:nvSpPr>
          <p:spPr>
            <a:xfrm>
              <a:off x="9416047" y="1761337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1" name="ph9411"/>
            <p:cNvSpPr/>
            <p:nvPr/>
          </p:nvSpPr>
          <p:spPr>
            <a:xfrm>
              <a:off x="9415403" y="1761007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2" name="ph9412"/>
            <p:cNvSpPr/>
            <p:nvPr/>
          </p:nvSpPr>
          <p:spPr>
            <a:xfrm>
              <a:off x="9407999" y="1751973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3" name="ph9413"/>
            <p:cNvSpPr/>
            <p:nvPr/>
          </p:nvSpPr>
          <p:spPr>
            <a:xfrm>
              <a:off x="9412403" y="1707078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4" name="ph9414"/>
            <p:cNvSpPr/>
            <p:nvPr/>
          </p:nvSpPr>
          <p:spPr>
            <a:xfrm>
              <a:off x="8910100" y="1701907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5" name="ph9415"/>
            <p:cNvSpPr/>
            <p:nvPr/>
          </p:nvSpPr>
          <p:spPr>
            <a:xfrm>
              <a:off x="9416786" y="1706370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6" name="ph9416"/>
            <p:cNvSpPr/>
            <p:nvPr/>
          </p:nvSpPr>
          <p:spPr>
            <a:xfrm>
              <a:off x="9414812" y="1705151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7" name="ph9417"/>
            <p:cNvSpPr/>
            <p:nvPr/>
          </p:nvSpPr>
          <p:spPr>
            <a:xfrm>
              <a:off x="9418523" y="1705115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8" name="ph9418"/>
            <p:cNvSpPr/>
            <p:nvPr/>
          </p:nvSpPr>
          <p:spPr>
            <a:xfrm>
              <a:off x="9332770" y="1667197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9" name="ph9419"/>
            <p:cNvSpPr/>
            <p:nvPr/>
          </p:nvSpPr>
          <p:spPr>
            <a:xfrm>
              <a:off x="9186553" y="1656824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0" name="ph9420"/>
            <p:cNvSpPr/>
            <p:nvPr/>
          </p:nvSpPr>
          <p:spPr>
            <a:xfrm>
              <a:off x="9331006" y="1647148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1" name="ph9421"/>
            <p:cNvSpPr/>
            <p:nvPr/>
          </p:nvSpPr>
          <p:spPr>
            <a:xfrm>
              <a:off x="9334777" y="1646574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2" name="ph9422"/>
            <p:cNvSpPr/>
            <p:nvPr/>
          </p:nvSpPr>
          <p:spPr>
            <a:xfrm>
              <a:off x="9325719" y="1642489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3" name="ph9423"/>
            <p:cNvSpPr/>
            <p:nvPr/>
          </p:nvSpPr>
          <p:spPr>
            <a:xfrm>
              <a:off x="9324847" y="1638541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4" name="ph9424"/>
            <p:cNvSpPr/>
            <p:nvPr/>
          </p:nvSpPr>
          <p:spPr>
            <a:xfrm>
              <a:off x="9318772" y="1633303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5" name="ph9425"/>
            <p:cNvSpPr/>
            <p:nvPr/>
          </p:nvSpPr>
          <p:spPr>
            <a:xfrm>
              <a:off x="9311645" y="1628177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6" name="ph9426"/>
            <p:cNvSpPr/>
            <p:nvPr/>
          </p:nvSpPr>
          <p:spPr>
            <a:xfrm>
              <a:off x="9160655" y="1570104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7" name="ph9427"/>
            <p:cNvSpPr/>
            <p:nvPr/>
          </p:nvSpPr>
          <p:spPr>
            <a:xfrm>
              <a:off x="9322890" y="1433313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8" name="ph9428"/>
            <p:cNvSpPr/>
            <p:nvPr/>
          </p:nvSpPr>
          <p:spPr>
            <a:xfrm>
              <a:off x="9311114" y="1424953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9" name="ph9429"/>
            <p:cNvSpPr/>
            <p:nvPr/>
          </p:nvSpPr>
          <p:spPr>
            <a:xfrm>
              <a:off x="9107524" y="1406590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0" name="ph9430"/>
            <p:cNvSpPr/>
            <p:nvPr/>
          </p:nvSpPr>
          <p:spPr>
            <a:xfrm>
              <a:off x="9106211" y="1405669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1" name="ph9431"/>
            <p:cNvSpPr/>
            <p:nvPr/>
          </p:nvSpPr>
          <p:spPr>
            <a:xfrm>
              <a:off x="9069350" y="1329057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2" name="ph9432"/>
            <p:cNvSpPr/>
            <p:nvPr/>
          </p:nvSpPr>
          <p:spPr>
            <a:xfrm>
              <a:off x="9067943" y="1328307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3" name="ph9433"/>
            <p:cNvSpPr/>
            <p:nvPr/>
          </p:nvSpPr>
          <p:spPr>
            <a:xfrm>
              <a:off x="9064189" y="1324689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4" name="ph9434"/>
            <p:cNvSpPr/>
            <p:nvPr/>
          </p:nvSpPr>
          <p:spPr>
            <a:xfrm>
              <a:off x="10148021" y="2726739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5" name="ph9435"/>
            <p:cNvSpPr/>
            <p:nvPr/>
          </p:nvSpPr>
          <p:spPr>
            <a:xfrm>
              <a:off x="10124475" y="2707064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6" name="ph9436"/>
            <p:cNvSpPr/>
            <p:nvPr/>
          </p:nvSpPr>
          <p:spPr>
            <a:xfrm>
              <a:off x="10107623" y="2682743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7" name="ph9437"/>
            <p:cNvSpPr/>
            <p:nvPr/>
          </p:nvSpPr>
          <p:spPr>
            <a:xfrm>
              <a:off x="10104060" y="2672998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8" name="ph9438"/>
            <p:cNvSpPr/>
            <p:nvPr/>
          </p:nvSpPr>
          <p:spPr>
            <a:xfrm>
              <a:off x="10140749" y="2507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9" name="ph9439"/>
            <p:cNvSpPr/>
            <p:nvPr/>
          </p:nvSpPr>
          <p:spPr>
            <a:xfrm>
              <a:off x="10136734" y="2506345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0" name="ph9440"/>
            <p:cNvSpPr/>
            <p:nvPr/>
          </p:nvSpPr>
          <p:spPr>
            <a:xfrm>
              <a:off x="10133957" y="2501105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1" name="ph9441"/>
            <p:cNvSpPr/>
            <p:nvPr/>
          </p:nvSpPr>
          <p:spPr>
            <a:xfrm>
              <a:off x="10133552" y="2499990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2" name="ph9442"/>
            <p:cNvSpPr/>
            <p:nvPr/>
          </p:nvSpPr>
          <p:spPr>
            <a:xfrm>
              <a:off x="10132713" y="2497417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3" name="ph9443"/>
            <p:cNvSpPr/>
            <p:nvPr/>
          </p:nvSpPr>
          <p:spPr>
            <a:xfrm>
              <a:off x="9760282" y="2348340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4" name="ph9444"/>
            <p:cNvSpPr/>
            <p:nvPr/>
          </p:nvSpPr>
          <p:spPr>
            <a:xfrm>
              <a:off x="9716109" y="2356144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5" name="ph9445"/>
            <p:cNvSpPr/>
            <p:nvPr/>
          </p:nvSpPr>
          <p:spPr>
            <a:xfrm>
              <a:off x="9712580" y="2335913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6" name="ph9446"/>
            <p:cNvSpPr/>
            <p:nvPr/>
          </p:nvSpPr>
          <p:spPr>
            <a:xfrm>
              <a:off x="9711425" y="2327284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7" name="ph9447"/>
            <p:cNvSpPr/>
            <p:nvPr/>
          </p:nvSpPr>
          <p:spPr>
            <a:xfrm>
              <a:off x="9712243" y="2334832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8" name="ph9448"/>
            <p:cNvSpPr/>
            <p:nvPr/>
          </p:nvSpPr>
          <p:spPr>
            <a:xfrm>
              <a:off x="9710175" y="2332357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9" name="ph9449"/>
            <p:cNvSpPr/>
            <p:nvPr/>
          </p:nvSpPr>
          <p:spPr>
            <a:xfrm>
              <a:off x="9710000" y="2320071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0" name="ph9450"/>
            <p:cNvSpPr/>
            <p:nvPr/>
          </p:nvSpPr>
          <p:spPr>
            <a:xfrm>
              <a:off x="9711439" y="2318955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1" name="ph9451"/>
            <p:cNvSpPr/>
            <p:nvPr/>
          </p:nvSpPr>
          <p:spPr>
            <a:xfrm>
              <a:off x="9693268" y="2288844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2" name="ph9452"/>
            <p:cNvSpPr/>
            <p:nvPr/>
          </p:nvSpPr>
          <p:spPr>
            <a:xfrm>
              <a:off x="9694169" y="22876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3" name="ph9453"/>
            <p:cNvSpPr/>
            <p:nvPr/>
          </p:nvSpPr>
          <p:spPr>
            <a:xfrm>
              <a:off x="9691765" y="2284642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4" name="ph9454"/>
            <p:cNvSpPr/>
            <p:nvPr/>
          </p:nvSpPr>
          <p:spPr>
            <a:xfrm>
              <a:off x="9680792" y="2256920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5" name="ph9455"/>
            <p:cNvSpPr/>
            <p:nvPr/>
          </p:nvSpPr>
          <p:spPr>
            <a:xfrm>
              <a:off x="9934360" y="2262692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6" name="ph9456"/>
            <p:cNvSpPr/>
            <p:nvPr/>
          </p:nvSpPr>
          <p:spPr>
            <a:xfrm>
              <a:off x="9933622" y="2261059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7" name="ph9457"/>
            <p:cNvSpPr/>
            <p:nvPr/>
          </p:nvSpPr>
          <p:spPr>
            <a:xfrm>
              <a:off x="9934364" y="2260825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8" name="ph9458"/>
            <p:cNvSpPr/>
            <p:nvPr/>
          </p:nvSpPr>
          <p:spPr>
            <a:xfrm>
              <a:off x="9703446" y="2257008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9" name="ph9459"/>
            <p:cNvSpPr/>
            <p:nvPr/>
          </p:nvSpPr>
          <p:spPr>
            <a:xfrm>
              <a:off x="9683151" y="2245044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0" name="ph9460"/>
            <p:cNvSpPr/>
            <p:nvPr/>
          </p:nvSpPr>
          <p:spPr>
            <a:xfrm>
              <a:off x="9680445" y="2232512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1" name="ph9461"/>
            <p:cNvSpPr/>
            <p:nvPr/>
          </p:nvSpPr>
          <p:spPr>
            <a:xfrm>
              <a:off x="9675677" y="2184368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2" name="ph9462"/>
            <p:cNvSpPr/>
            <p:nvPr/>
          </p:nvSpPr>
          <p:spPr>
            <a:xfrm>
              <a:off x="9709172" y="1982925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3" name="ph9463"/>
            <p:cNvSpPr/>
            <p:nvPr/>
          </p:nvSpPr>
          <p:spPr>
            <a:xfrm>
              <a:off x="9685765" y="1925964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4" name="ph9464"/>
            <p:cNvSpPr/>
            <p:nvPr/>
          </p:nvSpPr>
          <p:spPr>
            <a:xfrm>
              <a:off x="9687409" y="1923751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5" name="ph9465"/>
            <p:cNvSpPr/>
            <p:nvPr/>
          </p:nvSpPr>
          <p:spPr>
            <a:xfrm>
              <a:off x="9684733" y="1922138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6" name="ph9466"/>
            <p:cNvSpPr/>
            <p:nvPr/>
          </p:nvSpPr>
          <p:spPr>
            <a:xfrm>
              <a:off x="9684026" y="1922247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7" name="ph9467"/>
            <p:cNvSpPr/>
            <p:nvPr/>
          </p:nvSpPr>
          <p:spPr>
            <a:xfrm>
              <a:off x="10342739" y="2996774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8" name="ph9468"/>
            <p:cNvSpPr/>
            <p:nvPr/>
          </p:nvSpPr>
          <p:spPr>
            <a:xfrm>
              <a:off x="10305850" y="2981291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9" name="ph9469"/>
            <p:cNvSpPr/>
            <p:nvPr/>
          </p:nvSpPr>
          <p:spPr>
            <a:xfrm>
              <a:off x="10306264" y="2980669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0" name="ph9470"/>
            <p:cNvSpPr/>
            <p:nvPr/>
          </p:nvSpPr>
          <p:spPr>
            <a:xfrm>
              <a:off x="10299304" y="29758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1" name="ph9471"/>
            <p:cNvSpPr/>
            <p:nvPr/>
          </p:nvSpPr>
          <p:spPr>
            <a:xfrm>
              <a:off x="10289882" y="29717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2" name="ph9472"/>
            <p:cNvSpPr/>
            <p:nvPr/>
          </p:nvSpPr>
          <p:spPr>
            <a:xfrm>
              <a:off x="10290269" y="29712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3" name="ph9473"/>
            <p:cNvSpPr/>
            <p:nvPr/>
          </p:nvSpPr>
          <p:spPr>
            <a:xfrm>
              <a:off x="10281486" y="2961502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4" name="ph9474"/>
            <p:cNvSpPr/>
            <p:nvPr/>
          </p:nvSpPr>
          <p:spPr>
            <a:xfrm>
              <a:off x="10281645" y="29557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5" name="ph9475"/>
            <p:cNvSpPr/>
            <p:nvPr/>
          </p:nvSpPr>
          <p:spPr>
            <a:xfrm>
              <a:off x="10278288" y="2951208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6" name="ph9476"/>
            <p:cNvSpPr/>
            <p:nvPr/>
          </p:nvSpPr>
          <p:spPr>
            <a:xfrm>
              <a:off x="10278047" y="2950919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7" name="ph9477"/>
            <p:cNvSpPr/>
            <p:nvPr/>
          </p:nvSpPr>
          <p:spPr>
            <a:xfrm>
              <a:off x="10276141" y="2945677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8" name="ph9478"/>
            <p:cNvSpPr/>
            <p:nvPr/>
          </p:nvSpPr>
          <p:spPr>
            <a:xfrm>
              <a:off x="10275070" y="2945220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9" name="ph9479"/>
            <p:cNvSpPr/>
            <p:nvPr/>
          </p:nvSpPr>
          <p:spPr>
            <a:xfrm>
              <a:off x="10275398" y="29447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0" name="ph9480"/>
            <p:cNvSpPr/>
            <p:nvPr/>
          </p:nvSpPr>
          <p:spPr>
            <a:xfrm>
              <a:off x="10275804" y="2944428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1" name="ph9481"/>
            <p:cNvSpPr/>
            <p:nvPr/>
          </p:nvSpPr>
          <p:spPr>
            <a:xfrm>
              <a:off x="10275800" y="2944081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2" name="ph9482"/>
            <p:cNvSpPr/>
            <p:nvPr/>
          </p:nvSpPr>
          <p:spPr>
            <a:xfrm>
              <a:off x="10275441" y="2944040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3" name="ph9483"/>
            <p:cNvSpPr/>
            <p:nvPr/>
          </p:nvSpPr>
          <p:spPr>
            <a:xfrm>
              <a:off x="10275190" y="2943552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4" name="ph9484"/>
            <p:cNvSpPr/>
            <p:nvPr/>
          </p:nvSpPr>
          <p:spPr>
            <a:xfrm>
              <a:off x="10273154" y="2942292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5" name="ph9485"/>
            <p:cNvSpPr/>
            <p:nvPr/>
          </p:nvSpPr>
          <p:spPr>
            <a:xfrm>
              <a:off x="10272854" y="2942567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6" name="ph9486"/>
            <p:cNvSpPr/>
            <p:nvPr/>
          </p:nvSpPr>
          <p:spPr>
            <a:xfrm>
              <a:off x="10273818" y="2941610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7" name="ph9487"/>
            <p:cNvSpPr/>
            <p:nvPr/>
          </p:nvSpPr>
          <p:spPr>
            <a:xfrm>
              <a:off x="10272743" y="2940980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8" name="ph9488"/>
            <p:cNvSpPr/>
            <p:nvPr/>
          </p:nvSpPr>
          <p:spPr>
            <a:xfrm>
              <a:off x="10271065" y="293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9" name="ph9489"/>
            <p:cNvSpPr/>
            <p:nvPr/>
          </p:nvSpPr>
          <p:spPr>
            <a:xfrm>
              <a:off x="10270562" y="2939334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0" name="ph9490"/>
            <p:cNvSpPr/>
            <p:nvPr/>
          </p:nvSpPr>
          <p:spPr>
            <a:xfrm>
              <a:off x="10269482" y="29388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1" name="ph9491"/>
            <p:cNvSpPr/>
            <p:nvPr/>
          </p:nvSpPr>
          <p:spPr>
            <a:xfrm>
              <a:off x="10269534" y="293865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2" name="ph9492"/>
            <p:cNvSpPr/>
            <p:nvPr/>
          </p:nvSpPr>
          <p:spPr>
            <a:xfrm>
              <a:off x="10255554" y="2823442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3" name="ph9493"/>
            <p:cNvSpPr/>
            <p:nvPr/>
          </p:nvSpPr>
          <p:spPr>
            <a:xfrm>
              <a:off x="10259082" y="2763490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4" name="ph9494"/>
            <p:cNvSpPr/>
            <p:nvPr/>
          </p:nvSpPr>
          <p:spPr>
            <a:xfrm>
              <a:off x="10192968" y="2666167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5" name="ph9495"/>
            <p:cNvSpPr/>
            <p:nvPr/>
          </p:nvSpPr>
          <p:spPr>
            <a:xfrm>
              <a:off x="10663619" y="3169189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6" name="ph9496"/>
            <p:cNvSpPr/>
            <p:nvPr/>
          </p:nvSpPr>
          <p:spPr>
            <a:xfrm>
              <a:off x="10864432" y="3269822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7" name="ph9497"/>
            <p:cNvSpPr/>
            <p:nvPr/>
          </p:nvSpPr>
          <p:spPr>
            <a:xfrm>
              <a:off x="11163219" y="3368822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8" name="ph9498"/>
            <p:cNvSpPr/>
            <p:nvPr/>
          </p:nvSpPr>
          <p:spPr>
            <a:xfrm>
              <a:off x="11155501" y="2708057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9" name="ph9499"/>
            <p:cNvSpPr/>
            <p:nvPr/>
          </p:nvSpPr>
          <p:spPr>
            <a:xfrm>
              <a:off x="11294414" y="3394032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0" name="ph9500"/>
            <p:cNvSpPr/>
            <p:nvPr/>
          </p:nvSpPr>
          <p:spPr>
            <a:xfrm>
              <a:off x="11295264" y="3393594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1" name="ph9501"/>
            <p:cNvSpPr/>
            <p:nvPr/>
          </p:nvSpPr>
          <p:spPr>
            <a:xfrm>
              <a:off x="11302104" y="3389709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2" name="ph9502"/>
            <p:cNvSpPr/>
            <p:nvPr/>
          </p:nvSpPr>
          <p:spPr>
            <a:xfrm>
              <a:off x="11307003" y="3386343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3" name="ph9503"/>
            <p:cNvSpPr/>
            <p:nvPr/>
          </p:nvSpPr>
          <p:spPr>
            <a:xfrm>
              <a:off x="11311053" y="3384074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4" name="ph9504"/>
            <p:cNvSpPr/>
            <p:nvPr/>
          </p:nvSpPr>
          <p:spPr>
            <a:xfrm>
              <a:off x="11368918" y="3360394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5" name="ph9505"/>
            <p:cNvSpPr/>
            <p:nvPr/>
          </p:nvSpPr>
          <p:spPr>
            <a:xfrm>
              <a:off x="11293332" y="2976813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6" name="ph9506"/>
            <p:cNvSpPr/>
            <p:nvPr/>
          </p:nvSpPr>
          <p:spPr>
            <a:xfrm>
              <a:off x="11714243" y="2746647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7" name="ph9507"/>
            <p:cNvSpPr/>
            <p:nvPr/>
          </p:nvSpPr>
          <p:spPr>
            <a:xfrm>
              <a:off x="11717246" y="2743983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8" name="ph9508"/>
            <p:cNvSpPr/>
            <p:nvPr/>
          </p:nvSpPr>
          <p:spPr>
            <a:xfrm>
              <a:off x="11719142" y="2744646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9" name="ph9509"/>
            <p:cNvSpPr/>
            <p:nvPr/>
          </p:nvSpPr>
          <p:spPr>
            <a:xfrm>
              <a:off x="11704707" y="2738252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0" name="ph9510"/>
            <p:cNvSpPr/>
            <p:nvPr/>
          </p:nvSpPr>
          <p:spPr>
            <a:xfrm>
              <a:off x="11752181" y="2829689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1" name="ph9511"/>
            <p:cNvSpPr/>
            <p:nvPr/>
          </p:nvSpPr>
          <p:spPr>
            <a:xfrm>
              <a:off x="11749900" y="2829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2" name="ph9512"/>
            <p:cNvSpPr/>
            <p:nvPr/>
          </p:nvSpPr>
          <p:spPr>
            <a:xfrm>
              <a:off x="11751537" y="2828686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3" name="ph9513"/>
            <p:cNvSpPr/>
            <p:nvPr/>
          </p:nvSpPr>
          <p:spPr>
            <a:xfrm>
              <a:off x="11914266" y="2799894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4" name="ph9514"/>
            <p:cNvSpPr/>
            <p:nvPr/>
          </p:nvSpPr>
          <p:spPr>
            <a:xfrm>
              <a:off x="11913936" y="2762996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5" name="ph9515"/>
            <p:cNvSpPr/>
            <p:nvPr/>
          </p:nvSpPr>
          <p:spPr>
            <a:xfrm>
              <a:off x="11914535" y="2762359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6" name="ph9516"/>
            <p:cNvSpPr/>
            <p:nvPr/>
          </p:nvSpPr>
          <p:spPr>
            <a:xfrm>
              <a:off x="11914666" y="2758073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7" name="ph9517"/>
            <p:cNvSpPr/>
            <p:nvPr/>
          </p:nvSpPr>
          <p:spPr>
            <a:xfrm>
              <a:off x="11724802" y="2635607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8" name="ph9518"/>
            <p:cNvSpPr/>
            <p:nvPr/>
          </p:nvSpPr>
          <p:spPr>
            <a:xfrm>
              <a:off x="11799255" y="2597842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9" name="ph9519"/>
            <p:cNvSpPr/>
            <p:nvPr/>
          </p:nvSpPr>
          <p:spPr>
            <a:xfrm>
              <a:off x="11799638" y="2597207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0" name="ph9520"/>
            <p:cNvSpPr/>
            <p:nvPr/>
          </p:nvSpPr>
          <p:spPr>
            <a:xfrm>
              <a:off x="11796792" y="2597225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1" name="ph9521"/>
            <p:cNvSpPr/>
            <p:nvPr/>
          </p:nvSpPr>
          <p:spPr>
            <a:xfrm>
              <a:off x="11797199" y="2597183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2" name="ph9522"/>
            <p:cNvSpPr/>
            <p:nvPr/>
          </p:nvSpPr>
          <p:spPr>
            <a:xfrm>
              <a:off x="11798917" y="2596531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3" name="ph9523"/>
            <p:cNvSpPr/>
            <p:nvPr/>
          </p:nvSpPr>
          <p:spPr>
            <a:xfrm>
              <a:off x="11985856" y="2551762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4" name="ph9524"/>
            <p:cNvSpPr/>
            <p:nvPr/>
          </p:nvSpPr>
          <p:spPr>
            <a:xfrm>
              <a:off x="11986895" y="2551877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5" name="ph9525"/>
            <p:cNvSpPr/>
            <p:nvPr/>
          </p:nvSpPr>
          <p:spPr>
            <a:xfrm>
              <a:off x="11985052" y="2550903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6" name="ph9526"/>
            <p:cNvSpPr/>
            <p:nvPr/>
          </p:nvSpPr>
          <p:spPr>
            <a:xfrm>
              <a:off x="11986468" y="2550869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7" name="ph9527"/>
            <p:cNvSpPr/>
            <p:nvPr/>
          </p:nvSpPr>
          <p:spPr>
            <a:xfrm>
              <a:off x="11984963" y="2550600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8" name="ph9528"/>
            <p:cNvSpPr/>
            <p:nvPr/>
          </p:nvSpPr>
          <p:spPr>
            <a:xfrm>
              <a:off x="11985009" y="2549837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9" name="ph9529"/>
            <p:cNvSpPr/>
            <p:nvPr/>
          </p:nvSpPr>
          <p:spPr>
            <a:xfrm>
              <a:off x="11985434" y="2549767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0" name="ph9530"/>
            <p:cNvSpPr/>
            <p:nvPr/>
          </p:nvSpPr>
          <p:spPr>
            <a:xfrm>
              <a:off x="11979191" y="2545755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1" name="ph9531"/>
            <p:cNvSpPr/>
            <p:nvPr/>
          </p:nvSpPr>
          <p:spPr>
            <a:xfrm>
              <a:off x="11980212" y="254579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2" name="ph9532"/>
            <p:cNvSpPr/>
            <p:nvPr/>
          </p:nvSpPr>
          <p:spPr>
            <a:xfrm>
              <a:off x="11978102" y="2545122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3" name="ph9533"/>
            <p:cNvSpPr/>
            <p:nvPr/>
          </p:nvSpPr>
          <p:spPr>
            <a:xfrm>
              <a:off x="11980127" y="2545245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4" name="ph9534"/>
            <p:cNvSpPr/>
            <p:nvPr/>
          </p:nvSpPr>
          <p:spPr>
            <a:xfrm>
              <a:off x="11977485" y="2544739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5" name="ph9535"/>
            <p:cNvSpPr/>
            <p:nvPr/>
          </p:nvSpPr>
          <p:spPr>
            <a:xfrm>
              <a:off x="11978572" y="2544321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6" name="ph9536"/>
            <p:cNvSpPr/>
            <p:nvPr/>
          </p:nvSpPr>
          <p:spPr>
            <a:xfrm>
              <a:off x="11979182" y="2544044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7" name="ph9537"/>
            <p:cNvSpPr/>
            <p:nvPr/>
          </p:nvSpPr>
          <p:spPr>
            <a:xfrm>
              <a:off x="11979386" y="2543691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8" name="ph9538"/>
            <p:cNvSpPr/>
            <p:nvPr/>
          </p:nvSpPr>
          <p:spPr>
            <a:xfrm>
              <a:off x="11975428" y="2539416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9" name="ph9539"/>
            <p:cNvSpPr/>
            <p:nvPr/>
          </p:nvSpPr>
          <p:spPr>
            <a:xfrm>
              <a:off x="11977050" y="2540288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0" name="ph9540"/>
            <p:cNvSpPr/>
            <p:nvPr/>
          </p:nvSpPr>
          <p:spPr>
            <a:xfrm>
              <a:off x="11970937" y="2527890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1" name="ph9541"/>
            <p:cNvSpPr/>
            <p:nvPr/>
          </p:nvSpPr>
          <p:spPr>
            <a:xfrm>
              <a:off x="11976104" y="2539041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2" name="ph9542"/>
            <p:cNvSpPr/>
            <p:nvPr/>
          </p:nvSpPr>
          <p:spPr>
            <a:xfrm>
              <a:off x="11975762" y="2538142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3" name="ph9543"/>
            <p:cNvSpPr/>
            <p:nvPr/>
          </p:nvSpPr>
          <p:spPr>
            <a:xfrm>
              <a:off x="11977676" y="2537191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4" name="ph9544"/>
            <p:cNvSpPr/>
            <p:nvPr/>
          </p:nvSpPr>
          <p:spPr>
            <a:xfrm>
              <a:off x="11972293" y="2536282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5" name="ph9545"/>
            <p:cNvSpPr/>
            <p:nvPr/>
          </p:nvSpPr>
          <p:spPr>
            <a:xfrm>
              <a:off x="11974881" y="2536435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6" name="ph9546"/>
            <p:cNvSpPr/>
            <p:nvPr/>
          </p:nvSpPr>
          <p:spPr>
            <a:xfrm>
              <a:off x="11977233" y="2535956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7" name="ph9547"/>
            <p:cNvSpPr/>
            <p:nvPr/>
          </p:nvSpPr>
          <p:spPr>
            <a:xfrm>
              <a:off x="11979313" y="2535940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8" name="ph9548"/>
            <p:cNvSpPr/>
            <p:nvPr/>
          </p:nvSpPr>
          <p:spPr>
            <a:xfrm>
              <a:off x="11976026" y="2535289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9" name="ph9549"/>
            <p:cNvSpPr/>
            <p:nvPr/>
          </p:nvSpPr>
          <p:spPr>
            <a:xfrm>
              <a:off x="11977542" y="2535266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0" name="ph9550"/>
            <p:cNvSpPr/>
            <p:nvPr/>
          </p:nvSpPr>
          <p:spPr>
            <a:xfrm>
              <a:off x="11975490" y="2534822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1" name="ph9551"/>
            <p:cNvSpPr/>
            <p:nvPr/>
          </p:nvSpPr>
          <p:spPr>
            <a:xfrm>
              <a:off x="11976886" y="2534057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2" name="ph9552"/>
            <p:cNvSpPr/>
            <p:nvPr/>
          </p:nvSpPr>
          <p:spPr>
            <a:xfrm>
              <a:off x="11975638" y="2534138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3" name="ph9553"/>
            <p:cNvSpPr/>
            <p:nvPr/>
          </p:nvSpPr>
          <p:spPr>
            <a:xfrm>
              <a:off x="11976886" y="2533620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4" name="ph9554"/>
            <p:cNvSpPr/>
            <p:nvPr/>
          </p:nvSpPr>
          <p:spPr>
            <a:xfrm>
              <a:off x="11976517" y="2532809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5" name="ph9555"/>
            <p:cNvSpPr/>
            <p:nvPr/>
          </p:nvSpPr>
          <p:spPr>
            <a:xfrm>
              <a:off x="11976706" y="2532548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6" name="ph9556"/>
            <p:cNvSpPr/>
            <p:nvPr/>
          </p:nvSpPr>
          <p:spPr>
            <a:xfrm>
              <a:off x="11972423" y="2530188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7" name="ph9557"/>
            <p:cNvSpPr/>
            <p:nvPr/>
          </p:nvSpPr>
          <p:spPr>
            <a:xfrm>
              <a:off x="11972137" y="2529877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8" name="ph9558"/>
            <p:cNvSpPr/>
            <p:nvPr/>
          </p:nvSpPr>
          <p:spPr>
            <a:xfrm>
              <a:off x="11974042" y="2530158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9" name="ph9559"/>
            <p:cNvSpPr/>
            <p:nvPr/>
          </p:nvSpPr>
          <p:spPr>
            <a:xfrm>
              <a:off x="11972449" y="2529595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0" name="ph9560"/>
            <p:cNvSpPr/>
            <p:nvPr/>
          </p:nvSpPr>
          <p:spPr>
            <a:xfrm>
              <a:off x="11972793" y="2529160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1" name="ph9561"/>
            <p:cNvSpPr/>
            <p:nvPr/>
          </p:nvSpPr>
          <p:spPr>
            <a:xfrm>
              <a:off x="11974605" y="2527746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2" name="ph9562"/>
            <p:cNvSpPr/>
            <p:nvPr/>
          </p:nvSpPr>
          <p:spPr>
            <a:xfrm>
              <a:off x="11973734" y="2527996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3" name="ph9563"/>
            <p:cNvSpPr/>
            <p:nvPr/>
          </p:nvSpPr>
          <p:spPr>
            <a:xfrm>
              <a:off x="11974167" y="2527829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4" name="ph9564"/>
            <p:cNvSpPr/>
            <p:nvPr/>
          </p:nvSpPr>
          <p:spPr>
            <a:xfrm>
              <a:off x="12285020" y="3000922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5" name="ph9565"/>
            <p:cNvSpPr/>
            <p:nvPr/>
          </p:nvSpPr>
          <p:spPr>
            <a:xfrm>
              <a:off x="12283303" y="2999973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6" name="ph9566"/>
            <p:cNvSpPr/>
            <p:nvPr/>
          </p:nvSpPr>
          <p:spPr>
            <a:xfrm>
              <a:off x="12281771" y="2998955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7" name="ph9567"/>
            <p:cNvSpPr/>
            <p:nvPr/>
          </p:nvSpPr>
          <p:spPr>
            <a:xfrm>
              <a:off x="12280658" y="2997919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8" name="ph9568"/>
            <p:cNvSpPr/>
            <p:nvPr/>
          </p:nvSpPr>
          <p:spPr>
            <a:xfrm>
              <a:off x="12279640" y="2996308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9" name="ph9569"/>
            <p:cNvSpPr/>
            <p:nvPr/>
          </p:nvSpPr>
          <p:spPr>
            <a:xfrm>
              <a:off x="12278408" y="2991787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0" name="ph9570"/>
            <p:cNvSpPr/>
            <p:nvPr/>
          </p:nvSpPr>
          <p:spPr>
            <a:xfrm>
              <a:off x="12286196" y="2979266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1" name="ph9571"/>
            <p:cNvSpPr/>
            <p:nvPr/>
          </p:nvSpPr>
          <p:spPr>
            <a:xfrm>
              <a:off x="12278148" y="2985088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2" name="ph9572"/>
            <p:cNvSpPr/>
            <p:nvPr/>
          </p:nvSpPr>
          <p:spPr>
            <a:xfrm>
              <a:off x="12277799" y="2979868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3" name="ph9573"/>
            <p:cNvSpPr/>
            <p:nvPr/>
          </p:nvSpPr>
          <p:spPr>
            <a:xfrm>
              <a:off x="12277468" y="2976616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4" name="ph9574"/>
            <p:cNvSpPr/>
            <p:nvPr/>
          </p:nvSpPr>
          <p:spPr>
            <a:xfrm>
              <a:off x="12288747" y="2973500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5" name="ph9575"/>
            <p:cNvSpPr/>
            <p:nvPr/>
          </p:nvSpPr>
          <p:spPr>
            <a:xfrm>
              <a:off x="12277056" y="2973861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6" name="ph9576"/>
            <p:cNvSpPr/>
            <p:nvPr/>
          </p:nvSpPr>
          <p:spPr>
            <a:xfrm>
              <a:off x="12277355" y="2968090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7" name="ph9577"/>
            <p:cNvSpPr/>
            <p:nvPr/>
          </p:nvSpPr>
          <p:spPr>
            <a:xfrm>
              <a:off x="12279588" y="2962750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8" name="ph9578"/>
            <p:cNvSpPr/>
            <p:nvPr/>
          </p:nvSpPr>
          <p:spPr>
            <a:xfrm>
              <a:off x="12293824" y="2956972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9" name="ph9579"/>
            <p:cNvSpPr/>
            <p:nvPr/>
          </p:nvSpPr>
          <p:spPr>
            <a:xfrm>
              <a:off x="12281315" y="2959987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0" name="ph9580"/>
            <p:cNvSpPr/>
            <p:nvPr/>
          </p:nvSpPr>
          <p:spPr>
            <a:xfrm>
              <a:off x="12281752" y="2958625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1" name="ph9581"/>
            <p:cNvSpPr/>
            <p:nvPr/>
          </p:nvSpPr>
          <p:spPr>
            <a:xfrm>
              <a:off x="12282308" y="2956503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2" name="ph9582"/>
            <p:cNvSpPr/>
            <p:nvPr/>
          </p:nvSpPr>
          <p:spPr>
            <a:xfrm>
              <a:off x="12290582" y="2957041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3" name="ph9583"/>
            <p:cNvSpPr/>
            <p:nvPr/>
          </p:nvSpPr>
          <p:spPr>
            <a:xfrm>
              <a:off x="12293492" y="2956560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4" name="ph9584"/>
            <p:cNvSpPr/>
            <p:nvPr/>
          </p:nvSpPr>
          <p:spPr>
            <a:xfrm>
              <a:off x="12289242" y="2956419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5" name="ph9585"/>
            <p:cNvSpPr/>
            <p:nvPr/>
          </p:nvSpPr>
          <p:spPr>
            <a:xfrm>
              <a:off x="12290911" y="2955899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6" name="ph9586"/>
            <p:cNvSpPr/>
            <p:nvPr/>
          </p:nvSpPr>
          <p:spPr>
            <a:xfrm>
              <a:off x="12288720" y="2955557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7" name="ph9587"/>
            <p:cNvSpPr/>
            <p:nvPr/>
          </p:nvSpPr>
          <p:spPr>
            <a:xfrm>
              <a:off x="12292275" y="2955369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8" name="ph9588"/>
            <p:cNvSpPr/>
            <p:nvPr/>
          </p:nvSpPr>
          <p:spPr>
            <a:xfrm>
              <a:off x="12287542" y="2954560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9" name="ph9589"/>
            <p:cNvSpPr/>
            <p:nvPr/>
          </p:nvSpPr>
          <p:spPr>
            <a:xfrm>
              <a:off x="12288641" y="2954794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0" name="ph9590"/>
            <p:cNvSpPr/>
            <p:nvPr/>
          </p:nvSpPr>
          <p:spPr>
            <a:xfrm>
              <a:off x="12284504" y="2954222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1" name="ph9591"/>
            <p:cNvSpPr/>
            <p:nvPr/>
          </p:nvSpPr>
          <p:spPr>
            <a:xfrm>
              <a:off x="12284065" y="2953839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2" name="ph9592"/>
            <p:cNvSpPr/>
            <p:nvPr/>
          </p:nvSpPr>
          <p:spPr>
            <a:xfrm>
              <a:off x="12288721" y="2953848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3" name="ph9593"/>
            <p:cNvSpPr/>
            <p:nvPr/>
          </p:nvSpPr>
          <p:spPr>
            <a:xfrm>
              <a:off x="12285308" y="2952195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4" name="ph9594"/>
            <p:cNvSpPr/>
            <p:nvPr/>
          </p:nvSpPr>
          <p:spPr>
            <a:xfrm>
              <a:off x="12246822" y="2908002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5" name="ph9595"/>
            <p:cNvSpPr/>
            <p:nvPr/>
          </p:nvSpPr>
          <p:spPr>
            <a:xfrm>
              <a:off x="12248215" y="2906816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6" name="ph9596"/>
            <p:cNvSpPr/>
            <p:nvPr/>
          </p:nvSpPr>
          <p:spPr>
            <a:xfrm>
              <a:off x="12248435" y="2905908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7" name="ph9597"/>
            <p:cNvSpPr/>
            <p:nvPr/>
          </p:nvSpPr>
          <p:spPr>
            <a:xfrm>
              <a:off x="12246135" y="2902007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8" name="ph9598"/>
            <p:cNvSpPr/>
            <p:nvPr/>
          </p:nvSpPr>
          <p:spPr>
            <a:xfrm>
              <a:off x="12250866" y="2901898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9" name="ph9599"/>
            <p:cNvSpPr/>
            <p:nvPr/>
          </p:nvSpPr>
          <p:spPr>
            <a:xfrm>
              <a:off x="12264840" y="2888664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0" name="ph9600"/>
            <p:cNvSpPr/>
            <p:nvPr/>
          </p:nvSpPr>
          <p:spPr>
            <a:xfrm>
              <a:off x="12259119" y="2884900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1" name="ph9601"/>
            <p:cNvSpPr/>
            <p:nvPr/>
          </p:nvSpPr>
          <p:spPr>
            <a:xfrm>
              <a:off x="12252698" y="2882290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2" name="ph9602"/>
            <p:cNvSpPr/>
            <p:nvPr/>
          </p:nvSpPr>
          <p:spPr>
            <a:xfrm>
              <a:off x="12254451" y="2880341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3" name="ph9603"/>
            <p:cNvSpPr/>
            <p:nvPr/>
          </p:nvSpPr>
          <p:spPr>
            <a:xfrm>
              <a:off x="12241375" y="2870296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4" name="ph9604"/>
            <p:cNvSpPr/>
            <p:nvPr/>
          </p:nvSpPr>
          <p:spPr>
            <a:xfrm>
              <a:off x="12241454" y="2869171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5" name="ph9605"/>
            <p:cNvSpPr/>
            <p:nvPr/>
          </p:nvSpPr>
          <p:spPr>
            <a:xfrm>
              <a:off x="12250303" y="2862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6" name="ph9606"/>
            <p:cNvSpPr/>
            <p:nvPr/>
          </p:nvSpPr>
          <p:spPr>
            <a:xfrm>
              <a:off x="12234614" y="2860898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7" name="ph9607"/>
            <p:cNvSpPr/>
            <p:nvPr/>
          </p:nvSpPr>
          <p:spPr>
            <a:xfrm>
              <a:off x="12251235" y="28609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8" name="ph9608"/>
            <p:cNvSpPr/>
            <p:nvPr/>
          </p:nvSpPr>
          <p:spPr>
            <a:xfrm>
              <a:off x="12241901" y="2860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9" name="ph9609"/>
            <p:cNvSpPr/>
            <p:nvPr/>
          </p:nvSpPr>
          <p:spPr>
            <a:xfrm>
              <a:off x="12242943" y="2860425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0" name="ph9610"/>
            <p:cNvSpPr/>
            <p:nvPr/>
          </p:nvSpPr>
          <p:spPr>
            <a:xfrm>
              <a:off x="12258580" y="2858422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1" name="ph9611"/>
            <p:cNvSpPr/>
            <p:nvPr/>
          </p:nvSpPr>
          <p:spPr>
            <a:xfrm>
              <a:off x="12259159" y="2857739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2" name="ph9612"/>
            <p:cNvSpPr/>
            <p:nvPr/>
          </p:nvSpPr>
          <p:spPr>
            <a:xfrm>
              <a:off x="12262533" y="2857345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3" name="ph9613"/>
            <p:cNvSpPr/>
            <p:nvPr/>
          </p:nvSpPr>
          <p:spPr>
            <a:xfrm>
              <a:off x="12263149" y="2857276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4" name="ph9614"/>
            <p:cNvSpPr/>
            <p:nvPr/>
          </p:nvSpPr>
          <p:spPr>
            <a:xfrm>
              <a:off x="12259214" y="2856906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5" name="ph9615"/>
            <p:cNvSpPr/>
            <p:nvPr/>
          </p:nvSpPr>
          <p:spPr>
            <a:xfrm>
              <a:off x="12261486" y="2857056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6" name="ph9616"/>
            <p:cNvSpPr/>
            <p:nvPr/>
          </p:nvSpPr>
          <p:spPr>
            <a:xfrm>
              <a:off x="12255634" y="2856276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7" name="ph9617"/>
            <p:cNvSpPr/>
            <p:nvPr/>
          </p:nvSpPr>
          <p:spPr>
            <a:xfrm>
              <a:off x="12258789" y="2856183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8" name="ph9618"/>
            <p:cNvSpPr/>
            <p:nvPr/>
          </p:nvSpPr>
          <p:spPr>
            <a:xfrm>
              <a:off x="12262067" y="2855608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9" name="ph9619"/>
            <p:cNvSpPr/>
            <p:nvPr/>
          </p:nvSpPr>
          <p:spPr>
            <a:xfrm>
              <a:off x="12255818" y="2854312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0" name="ph9620"/>
            <p:cNvSpPr/>
            <p:nvPr/>
          </p:nvSpPr>
          <p:spPr>
            <a:xfrm>
              <a:off x="12235479" y="2854346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1" name="ph9621"/>
            <p:cNvSpPr/>
            <p:nvPr/>
          </p:nvSpPr>
          <p:spPr>
            <a:xfrm>
              <a:off x="12237548" y="2854116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2" name="ph9622"/>
            <p:cNvSpPr/>
            <p:nvPr/>
          </p:nvSpPr>
          <p:spPr>
            <a:xfrm>
              <a:off x="12233868" y="2853999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3" name="ph9623"/>
            <p:cNvSpPr/>
            <p:nvPr/>
          </p:nvSpPr>
          <p:spPr>
            <a:xfrm>
              <a:off x="12261287" y="2845922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4" name="ph9624"/>
            <p:cNvSpPr/>
            <p:nvPr/>
          </p:nvSpPr>
          <p:spPr>
            <a:xfrm>
              <a:off x="12260803" y="2845509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5" name="ph9625"/>
            <p:cNvSpPr/>
            <p:nvPr/>
          </p:nvSpPr>
          <p:spPr>
            <a:xfrm>
              <a:off x="12259671" y="2844901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6" name="ph9626"/>
            <p:cNvSpPr/>
            <p:nvPr/>
          </p:nvSpPr>
          <p:spPr>
            <a:xfrm>
              <a:off x="12259464" y="2844860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7" name="ph9627"/>
            <p:cNvSpPr/>
            <p:nvPr/>
          </p:nvSpPr>
          <p:spPr>
            <a:xfrm>
              <a:off x="12256435" y="2844382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8" name="ph9628"/>
            <p:cNvSpPr/>
            <p:nvPr/>
          </p:nvSpPr>
          <p:spPr>
            <a:xfrm>
              <a:off x="12302408" y="2731093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9" name="ph9629"/>
            <p:cNvSpPr/>
            <p:nvPr/>
          </p:nvSpPr>
          <p:spPr>
            <a:xfrm>
              <a:off x="12317832" y="2737927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0" name="ph9630"/>
            <p:cNvSpPr/>
            <p:nvPr/>
          </p:nvSpPr>
          <p:spPr>
            <a:xfrm>
              <a:off x="12321332" y="2651754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1" name="ph9631"/>
            <p:cNvSpPr/>
            <p:nvPr/>
          </p:nvSpPr>
          <p:spPr>
            <a:xfrm>
              <a:off x="12304348" y="2632759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2" name="ph9632"/>
            <p:cNvSpPr/>
            <p:nvPr/>
          </p:nvSpPr>
          <p:spPr>
            <a:xfrm>
              <a:off x="12147914" y="2633564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3" name="ph9633"/>
            <p:cNvSpPr/>
            <p:nvPr/>
          </p:nvSpPr>
          <p:spPr>
            <a:xfrm>
              <a:off x="12301188" y="2629814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4" name="ph9634"/>
            <p:cNvSpPr/>
            <p:nvPr/>
          </p:nvSpPr>
          <p:spPr>
            <a:xfrm>
              <a:off x="12298322" y="2629075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5" name="ph9635"/>
            <p:cNvSpPr/>
            <p:nvPr/>
          </p:nvSpPr>
          <p:spPr>
            <a:xfrm>
              <a:off x="12299868" y="2628646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6" name="ph9636"/>
            <p:cNvSpPr/>
            <p:nvPr/>
          </p:nvSpPr>
          <p:spPr>
            <a:xfrm>
              <a:off x="12312264" y="2620872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7" name="ph9637"/>
            <p:cNvSpPr/>
            <p:nvPr/>
          </p:nvSpPr>
          <p:spPr>
            <a:xfrm>
              <a:off x="12246837" y="2615739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8" name="ph9638"/>
            <p:cNvSpPr/>
            <p:nvPr/>
          </p:nvSpPr>
          <p:spPr>
            <a:xfrm>
              <a:off x="12293188" y="2622577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9" name="ph9639"/>
            <p:cNvSpPr/>
            <p:nvPr/>
          </p:nvSpPr>
          <p:spPr>
            <a:xfrm>
              <a:off x="12289093" y="2618965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0" name="ph9640"/>
            <p:cNvSpPr/>
            <p:nvPr/>
          </p:nvSpPr>
          <p:spPr>
            <a:xfrm>
              <a:off x="12287509" y="2618457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1" name="ph9641"/>
            <p:cNvSpPr/>
            <p:nvPr/>
          </p:nvSpPr>
          <p:spPr>
            <a:xfrm>
              <a:off x="12285255" y="2617160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2" name="tx9642"/>
            <p:cNvSpPr/>
            <p:nvPr/>
          </p:nvSpPr>
          <p:spPr>
            <a:xfrm>
              <a:off x="9773585" y="3700771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9643" name="rc9643"/>
            <p:cNvSpPr/>
            <p:nvPr/>
          </p:nvSpPr>
          <p:spPr>
            <a:xfrm>
              <a:off x="9464854" y="385785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4" name="rc9644"/>
            <p:cNvSpPr/>
            <p:nvPr/>
          </p:nvSpPr>
          <p:spPr>
            <a:xfrm>
              <a:off x="9465574" y="3858571"/>
              <a:ext cx="142559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5" name="rc9645"/>
            <p:cNvSpPr/>
            <p:nvPr/>
          </p:nvSpPr>
          <p:spPr>
            <a:xfrm>
              <a:off x="9464854" y="4065114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6" name="rc9646"/>
            <p:cNvSpPr/>
            <p:nvPr/>
          </p:nvSpPr>
          <p:spPr>
            <a:xfrm>
              <a:off x="9465574" y="4065834"/>
              <a:ext cx="142559" cy="1425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7" name="tx9647"/>
            <p:cNvSpPr/>
            <p:nvPr/>
          </p:nvSpPr>
          <p:spPr>
            <a:xfrm>
              <a:off x="9672117" y="3898030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9672117" y="4105293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10804562" y="3700771"/>
              <a:ext cx="69878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Ancho IC95%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11052365" y="3824215"/>
              <a:ext cx="20317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(pp)</a:t>
              </a:r>
            </a:p>
          </p:txBody>
        </p:sp>
        <p:sp>
          <p:nvSpPr>
            <p:cNvPr id="9651" name="rc9651"/>
            <p:cNvSpPr/>
            <p:nvPr/>
          </p:nvSpPr>
          <p:spPr>
            <a:xfrm>
              <a:off x="10529549" y="3981295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2" name="rc9652"/>
            <p:cNvSpPr/>
            <p:nvPr/>
          </p:nvSpPr>
          <p:spPr>
            <a:xfrm>
              <a:off x="10533149" y="3984895"/>
              <a:ext cx="136800" cy="136799"/>
            </a:xfrm>
            <a:prstGeom prst="rect">
              <a:avLst/>
            </a:prstGeom>
            <a:solidFill>
              <a:srgbClr val="F7F7F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3" name="rc9653"/>
            <p:cNvSpPr/>
            <p:nvPr/>
          </p:nvSpPr>
          <p:spPr>
            <a:xfrm>
              <a:off x="11185586" y="3981295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4" name="rc9654"/>
            <p:cNvSpPr/>
            <p:nvPr/>
          </p:nvSpPr>
          <p:spPr>
            <a:xfrm>
              <a:off x="11189186" y="3984895"/>
              <a:ext cx="136800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5" name="rc9655"/>
            <p:cNvSpPr/>
            <p:nvPr/>
          </p:nvSpPr>
          <p:spPr>
            <a:xfrm>
              <a:off x="10529549" y="418855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6" name="rc9656"/>
            <p:cNvSpPr/>
            <p:nvPr/>
          </p:nvSpPr>
          <p:spPr>
            <a:xfrm>
              <a:off x="10533149" y="4192158"/>
              <a:ext cx="136800" cy="136799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7" name="rc9657"/>
            <p:cNvSpPr/>
            <p:nvPr/>
          </p:nvSpPr>
          <p:spPr>
            <a:xfrm>
              <a:off x="11185586" y="418855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8" name="rc9658"/>
            <p:cNvSpPr/>
            <p:nvPr/>
          </p:nvSpPr>
          <p:spPr>
            <a:xfrm>
              <a:off x="11189186" y="4192158"/>
              <a:ext cx="136800" cy="136799"/>
            </a:xfrm>
            <a:prstGeom prst="rect">
              <a:avLst/>
            </a:prstGeom>
            <a:solidFill>
              <a:srgbClr val="96969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9" name="rc9659"/>
            <p:cNvSpPr/>
            <p:nvPr/>
          </p:nvSpPr>
          <p:spPr>
            <a:xfrm>
              <a:off x="10529549" y="4395820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0" name="rc9660"/>
            <p:cNvSpPr/>
            <p:nvPr/>
          </p:nvSpPr>
          <p:spPr>
            <a:xfrm>
              <a:off x="10533149" y="4399420"/>
              <a:ext cx="136800" cy="136799"/>
            </a:xfrm>
            <a:prstGeom prst="rect">
              <a:avLst/>
            </a:prstGeom>
            <a:solidFill>
              <a:srgbClr val="636363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1" name="rc9661"/>
            <p:cNvSpPr/>
            <p:nvPr/>
          </p:nvSpPr>
          <p:spPr>
            <a:xfrm>
              <a:off x="11185586" y="4395820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2" name="rc9662"/>
            <p:cNvSpPr/>
            <p:nvPr/>
          </p:nvSpPr>
          <p:spPr>
            <a:xfrm>
              <a:off x="11189186" y="4399420"/>
              <a:ext cx="136800" cy="136799"/>
            </a:xfrm>
            <a:prstGeom prst="rect">
              <a:avLst/>
            </a:prstGeom>
            <a:solidFill>
              <a:srgbClr val="25252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3" name="rc9663"/>
            <p:cNvSpPr/>
            <p:nvPr/>
          </p:nvSpPr>
          <p:spPr>
            <a:xfrm>
              <a:off x="10529549" y="460308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4" name="rc9664"/>
            <p:cNvSpPr/>
            <p:nvPr/>
          </p:nvSpPr>
          <p:spPr>
            <a:xfrm>
              <a:off x="10533149" y="4606683"/>
              <a:ext cx="136800" cy="136799"/>
            </a:xfrm>
            <a:prstGeom prst="rect">
              <a:avLst/>
            </a:prstGeom>
            <a:solidFill>
              <a:srgbClr val="FDF0D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5" name="tx9665"/>
            <p:cNvSpPr/>
            <p:nvPr/>
          </p:nvSpPr>
          <p:spPr>
            <a:xfrm>
              <a:off x="10736812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16%-34%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11392849" y="4021474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34%-36%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10736812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36%-37%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11392849" y="4228737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37%-38%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10736812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38%-40%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11392849" y="4435999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40%-50%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10736812" y="4643262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10284010" y="1076899"/>
              <a:ext cx="67519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 Control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2026-08-17T14:20:34Z</dcterms:modified>
  <cp:category/>
</cp:coreProperties>
</file>