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8229600" cy="914400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8229600" cy="9144000"/>
            <a:chOff x="0" y="0"/>
            <a:chExt cx="8229600" cy="9144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82296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8229600" cy="9144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99796" y="704272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899796" y="1858818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899796" y="3013363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899796" y="4167909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899796" y="5322454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899796" y="6477000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899796" y="7631545"/>
              <a:ext cx="2588178" cy="808181"/>
            </a:xfrm>
            <a:prstGeom prst="rect">
              <a:avLst/>
            </a:prstGeom>
            <a:solidFill>
              <a:srgbClr val="E8F0FA">
                <a:alpha val="100000"/>
              </a:srgbClr>
            </a:solidFill>
            <a:ln w="16260" cap="flat">
              <a:solidFill>
                <a:srgbClr val="2166A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1827988" y="942150"/>
              <a:ext cx="73179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Entrevistados,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1424829" y="1067032"/>
              <a:ext cx="1538112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adultos ENSANUT 2021-2024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1923726" y="1191915"/>
              <a:ext cx="54031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45 011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668608" y="2034254"/>
              <a:ext cx="105055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 válida por lectura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523127" y="2159136"/>
              <a:ext cx="1341516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(PAS≥80, PAD≥50 mmHg;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378606" y="2284019"/>
              <a:ext cx="163055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28 lecturas invertidas anuladas)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923726" y="2408902"/>
              <a:ext cx="54031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25 411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667557" y="3313682"/>
              <a:ext cx="1052657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embarazo actual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919428" y="3438564"/>
              <a:ext cx="54891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25 090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1709208" y="4405786"/>
              <a:ext cx="969355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Base analítica final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1654664" y="4530669"/>
              <a:ext cx="107844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(con peso de diseño)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919428" y="4655551"/>
              <a:ext cx="54891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25 089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604600" y="5560332"/>
              <a:ext cx="1178570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Con HTA (criterio ESH: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658321" y="5685214"/>
              <a:ext cx="1071128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≥140/90 o Dx previo)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951524" y="5810097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7 756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799093" y="6777318"/>
              <a:ext cx="78958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Diagnosticados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51524" y="6902201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5 204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968212" y="7869422"/>
              <a:ext cx="451347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Tratados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622568" y="7994305"/>
              <a:ext cx="1142634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(entre diagnosticados)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1524" y="8119188"/>
              <a:ext cx="484723" cy="826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= 4 389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2193885" y="1512454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166885" y="1812052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193885" y="2667000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66885" y="2966598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193885" y="3821545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166885" y="4121143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193885" y="4976090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166885" y="5275689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193885" y="6130636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166885" y="6430234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193885" y="7285181"/>
              <a:ext cx="0" cy="346363"/>
            </a:xfrm>
            <a:custGeom>
              <a:avLst/>
              <a:pathLst>
                <a:path w="0" h="346363">
                  <a:moveTo>
                    <a:pt x="0" y="0"/>
                  </a:moveTo>
                  <a:lnTo>
                    <a:pt x="0" y="346363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166885" y="7584780"/>
              <a:ext cx="53999" cy="46765"/>
            </a:xfrm>
            <a:custGeom>
              <a:avLst/>
              <a:pathLst>
                <a:path w="53999" h="46765">
                  <a:moveTo>
                    <a:pt x="0" y="0"/>
                  </a:moveTo>
                  <a:lnTo>
                    <a:pt x="26999" y="46765"/>
                  </a:lnTo>
                  <a:lnTo>
                    <a:pt x="5399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193885" y="1685636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193885" y="2840181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193885" y="3994727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193885" y="6303818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193885" y="7458363"/>
              <a:ext cx="2022014" cy="0"/>
            </a:xfrm>
            <a:custGeom>
              <a:avLst/>
              <a:pathLst>
                <a:path w="2022014" h="0">
                  <a:moveTo>
                    <a:pt x="0" y="0"/>
                  </a:moveTo>
                  <a:lnTo>
                    <a:pt x="2022014" y="0"/>
                  </a:lnTo>
                </a:path>
              </a:pathLst>
            </a:custGeom>
            <a:ln w="10840" cap="flat">
              <a:solidFill>
                <a:srgbClr val="B218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215900" y="1362363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215900" y="2516909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215900" y="3671454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215900" y="5980545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215900" y="7135090"/>
              <a:ext cx="2830820" cy="646545"/>
            </a:xfrm>
            <a:prstGeom prst="rect">
              <a:avLst/>
            </a:prstGeom>
            <a:solidFill>
              <a:srgbClr val="FDECEC">
                <a:alpha val="100000"/>
              </a:srgbClr>
            </a:solidFill>
            <a:ln w="13550" cap="flat">
              <a:solidFill>
                <a:srgbClr val="B2182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tx54"/>
            <p:cNvSpPr/>
            <p:nvPr/>
          </p:nvSpPr>
          <p:spPr>
            <a:xfrm>
              <a:off x="5260887" y="1601298"/>
              <a:ext cx="740846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19 600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4904545" y="1702765"/>
              <a:ext cx="145353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PA válida (incl. lectura inválida)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5326130" y="2755844"/>
              <a:ext cx="610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321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5279175" y="2857311"/>
              <a:ext cx="70427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Embarazo actual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5378342" y="3910389"/>
              <a:ext cx="50593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1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32129" y="4011856"/>
              <a:ext cx="798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peso de diseño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5286993" y="6219480"/>
              <a:ext cx="68863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2 552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5245205" y="6320947"/>
              <a:ext cx="77221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diagnosticados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5326130" y="7374025"/>
              <a:ext cx="61036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Excluidos: 815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5388720" y="7475492"/>
              <a:ext cx="48518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tratados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2026-08-05T21:12:44Z</dcterms:modified>
  <cp:category/>
</cp:coreProperties>
</file>