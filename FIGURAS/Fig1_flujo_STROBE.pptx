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8229600" cy="9144000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0" y="0"/>
            <a:ext cx="8229600" cy="9144000"/>
            <a:chOff x="0" y="0"/>
            <a:chExt cx="8229600" cy="9144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8229600" cy="9144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8229600" cy="9144000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899796" y="704272"/>
              <a:ext cx="2588178" cy="808181"/>
            </a:xfrm>
            <a:prstGeom prst="rect">
              <a:avLst/>
            </a:prstGeom>
            <a:solidFill>
              <a:srgbClr val="E8F0FA">
                <a:alpha val="100000"/>
              </a:srgbClr>
            </a:solidFill>
            <a:ln w="16260" cap="flat">
              <a:solidFill>
                <a:srgbClr val="2166A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899796" y="1858818"/>
              <a:ext cx="2588178" cy="808181"/>
            </a:xfrm>
            <a:prstGeom prst="rect">
              <a:avLst/>
            </a:prstGeom>
            <a:solidFill>
              <a:srgbClr val="E8F0FA">
                <a:alpha val="100000"/>
              </a:srgbClr>
            </a:solidFill>
            <a:ln w="16260" cap="flat">
              <a:solidFill>
                <a:srgbClr val="2166A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899796" y="3013363"/>
              <a:ext cx="2588178" cy="808181"/>
            </a:xfrm>
            <a:prstGeom prst="rect">
              <a:avLst/>
            </a:prstGeom>
            <a:solidFill>
              <a:srgbClr val="E8F0FA">
                <a:alpha val="100000"/>
              </a:srgbClr>
            </a:solidFill>
            <a:ln w="16260" cap="flat">
              <a:solidFill>
                <a:srgbClr val="2166A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899796" y="4167909"/>
              <a:ext cx="2588178" cy="808181"/>
            </a:xfrm>
            <a:prstGeom prst="rect">
              <a:avLst/>
            </a:prstGeom>
            <a:solidFill>
              <a:srgbClr val="E8F0FA">
                <a:alpha val="100000"/>
              </a:srgbClr>
            </a:solidFill>
            <a:ln w="16260" cap="flat">
              <a:solidFill>
                <a:srgbClr val="2166A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899796" y="5322454"/>
              <a:ext cx="2588178" cy="808181"/>
            </a:xfrm>
            <a:prstGeom prst="rect">
              <a:avLst/>
            </a:prstGeom>
            <a:solidFill>
              <a:srgbClr val="E8F0FA">
                <a:alpha val="100000"/>
              </a:srgbClr>
            </a:solidFill>
            <a:ln w="16260" cap="flat">
              <a:solidFill>
                <a:srgbClr val="2166A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899796" y="6477000"/>
              <a:ext cx="2588178" cy="808181"/>
            </a:xfrm>
            <a:prstGeom prst="rect">
              <a:avLst/>
            </a:prstGeom>
            <a:solidFill>
              <a:srgbClr val="E8F0FA">
                <a:alpha val="100000"/>
              </a:srgbClr>
            </a:solidFill>
            <a:ln w="16260" cap="flat">
              <a:solidFill>
                <a:srgbClr val="2166A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899796" y="7631545"/>
              <a:ext cx="2588178" cy="808181"/>
            </a:xfrm>
            <a:prstGeom prst="rect">
              <a:avLst/>
            </a:prstGeom>
            <a:solidFill>
              <a:srgbClr val="E8F0FA">
                <a:alpha val="100000"/>
              </a:srgbClr>
            </a:solidFill>
            <a:ln w="16260" cap="flat">
              <a:solidFill>
                <a:srgbClr val="2166A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tx12"/>
            <p:cNvSpPr/>
            <p:nvPr/>
          </p:nvSpPr>
          <p:spPr>
            <a:xfrm>
              <a:off x="1827988" y="942150"/>
              <a:ext cx="731794" cy="826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Entrevistados,</a:t>
              </a:r>
            </a:p>
          </p:txBody>
        </p:sp>
        <p:sp>
          <p:nvSpPr>
            <p:cNvPr id="13" name="tx13"/>
            <p:cNvSpPr/>
            <p:nvPr/>
          </p:nvSpPr>
          <p:spPr>
            <a:xfrm>
              <a:off x="1424829" y="1067032"/>
              <a:ext cx="1538112" cy="826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adultos ENSANUT 2021-2024</a:t>
              </a:r>
            </a:p>
          </p:txBody>
        </p:sp>
        <p:sp>
          <p:nvSpPr>
            <p:cNvPr id="14" name="tx14"/>
            <p:cNvSpPr/>
            <p:nvPr/>
          </p:nvSpPr>
          <p:spPr>
            <a:xfrm>
              <a:off x="1923726" y="1191915"/>
              <a:ext cx="540318" cy="826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 = 45 011</a:t>
              </a:r>
            </a:p>
          </p:txBody>
        </p:sp>
        <p:sp>
          <p:nvSpPr>
            <p:cNvPr id="15" name="tx15"/>
            <p:cNvSpPr/>
            <p:nvPr/>
          </p:nvSpPr>
          <p:spPr>
            <a:xfrm>
              <a:off x="1668608" y="2034254"/>
              <a:ext cx="1050554" cy="826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PA válida por lectura</a:t>
              </a:r>
            </a:p>
          </p:txBody>
        </p:sp>
        <p:sp>
          <p:nvSpPr>
            <p:cNvPr id="16" name="tx16"/>
            <p:cNvSpPr/>
            <p:nvPr/>
          </p:nvSpPr>
          <p:spPr>
            <a:xfrm>
              <a:off x="1523127" y="2159136"/>
              <a:ext cx="1341516" cy="826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(PAS≥80, PAD≥50 mmHg;</a:t>
              </a:r>
            </a:p>
          </p:txBody>
        </p:sp>
        <p:sp>
          <p:nvSpPr>
            <p:cNvPr id="17" name="tx17"/>
            <p:cNvSpPr/>
            <p:nvPr/>
          </p:nvSpPr>
          <p:spPr>
            <a:xfrm>
              <a:off x="1378606" y="2284019"/>
              <a:ext cx="1630558" cy="826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28 lecturas invertidas anuladas)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1919428" y="2408902"/>
              <a:ext cx="548914" cy="826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 = 25 410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1667557" y="3313682"/>
              <a:ext cx="1052657" cy="826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Sin embarazo actual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1919428" y="3438564"/>
              <a:ext cx="548914" cy="826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 = 25 089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1709208" y="4405786"/>
              <a:ext cx="969355" cy="826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Base analítica final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1654664" y="4530669"/>
              <a:ext cx="1078443" cy="826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(con peso de diseño)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1919428" y="4655551"/>
              <a:ext cx="548914" cy="826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 = 25 088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1604600" y="5560332"/>
              <a:ext cx="1178570" cy="826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Con HTA (criterio ESH: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1658321" y="5685214"/>
              <a:ext cx="1071128" cy="826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≥140/90 o Dx previo)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1951524" y="5810097"/>
              <a:ext cx="484723" cy="826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 = 7 735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1799093" y="6777318"/>
              <a:ext cx="789584" cy="826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Diagnosticados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1951524" y="6902201"/>
              <a:ext cx="484723" cy="826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 = 5 203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1968212" y="7869422"/>
              <a:ext cx="451347" cy="826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Tratados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1622568" y="7994305"/>
              <a:ext cx="1142634" cy="826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(entre diagnosticados)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1951524" y="8119188"/>
              <a:ext cx="484723" cy="826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 = 4 388</a:t>
              </a:r>
            </a:p>
          </p:txBody>
        </p:sp>
        <p:sp>
          <p:nvSpPr>
            <p:cNvPr id="32" name="pl32"/>
            <p:cNvSpPr/>
            <p:nvPr/>
          </p:nvSpPr>
          <p:spPr>
            <a:xfrm>
              <a:off x="2193885" y="1512454"/>
              <a:ext cx="0" cy="346363"/>
            </a:xfrm>
            <a:custGeom>
              <a:avLst/>
              <a:pathLst>
                <a:path w="0" h="346363">
                  <a:moveTo>
                    <a:pt x="0" y="0"/>
                  </a:moveTo>
                  <a:lnTo>
                    <a:pt x="0" y="346363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166885" y="1812052"/>
              <a:ext cx="53999" cy="46765"/>
            </a:xfrm>
            <a:custGeom>
              <a:avLst/>
              <a:pathLst>
                <a:path w="53999" h="46765">
                  <a:moveTo>
                    <a:pt x="0" y="0"/>
                  </a:moveTo>
                  <a:lnTo>
                    <a:pt x="26999" y="46765"/>
                  </a:lnTo>
                  <a:lnTo>
                    <a:pt x="5399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193885" y="2667000"/>
              <a:ext cx="0" cy="346363"/>
            </a:xfrm>
            <a:custGeom>
              <a:avLst/>
              <a:pathLst>
                <a:path w="0" h="346363">
                  <a:moveTo>
                    <a:pt x="0" y="0"/>
                  </a:moveTo>
                  <a:lnTo>
                    <a:pt x="0" y="346363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166885" y="2966598"/>
              <a:ext cx="53999" cy="46765"/>
            </a:xfrm>
            <a:custGeom>
              <a:avLst/>
              <a:pathLst>
                <a:path w="53999" h="46765">
                  <a:moveTo>
                    <a:pt x="0" y="0"/>
                  </a:moveTo>
                  <a:lnTo>
                    <a:pt x="26999" y="46765"/>
                  </a:lnTo>
                  <a:lnTo>
                    <a:pt x="5399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193885" y="3821545"/>
              <a:ext cx="0" cy="346363"/>
            </a:xfrm>
            <a:custGeom>
              <a:avLst/>
              <a:pathLst>
                <a:path w="0" h="346363">
                  <a:moveTo>
                    <a:pt x="0" y="0"/>
                  </a:moveTo>
                  <a:lnTo>
                    <a:pt x="0" y="346363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166885" y="4121143"/>
              <a:ext cx="53999" cy="46765"/>
            </a:xfrm>
            <a:custGeom>
              <a:avLst/>
              <a:pathLst>
                <a:path w="53999" h="46765">
                  <a:moveTo>
                    <a:pt x="0" y="0"/>
                  </a:moveTo>
                  <a:lnTo>
                    <a:pt x="26999" y="46765"/>
                  </a:lnTo>
                  <a:lnTo>
                    <a:pt x="5399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193885" y="4976090"/>
              <a:ext cx="0" cy="346363"/>
            </a:xfrm>
            <a:custGeom>
              <a:avLst/>
              <a:pathLst>
                <a:path w="0" h="346363">
                  <a:moveTo>
                    <a:pt x="0" y="0"/>
                  </a:moveTo>
                  <a:lnTo>
                    <a:pt x="0" y="346363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166885" y="5275689"/>
              <a:ext cx="53999" cy="46765"/>
            </a:xfrm>
            <a:custGeom>
              <a:avLst/>
              <a:pathLst>
                <a:path w="53999" h="46765">
                  <a:moveTo>
                    <a:pt x="0" y="0"/>
                  </a:moveTo>
                  <a:lnTo>
                    <a:pt x="26999" y="46765"/>
                  </a:lnTo>
                  <a:lnTo>
                    <a:pt x="5399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193885" y="6130636"/>
              <a:ext cx="0" cy="346363"/>
            </a:xfrm>
            <a:custGeom>
              <a:avLst/>
              <a:pathLst>
                <a:path w="0" h="346363">
                  <a:moveTo>
                    <a:pt x="0" y="0"/>
                  </a:moveTo>
                  <a:lnTo>
                    <a:pt x="0" y="346363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166885" y="6430234"/>
              <a:ext cx="53999" cy="46765"/>
            </a:xfrm>
            <a:custGeom>
              <a:avLst/>
              <a:pathLst>
                <a:path w="53999" h="46765">
                  <a:moveTo>
                    <a:pt x="0" y="0"/>
                  </a:moveTo>
                  <a:lnTo>
                    <a:pt x="26999" y="46765"/>
                  </a:lnTo>
                  <a:lnTo>
                    <a:pt x="5399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193885" y="7285181"/>
              <a:ext cx="0" cy="346363"/>
            </a:xfrm>
            <a:custGeom>
              <a:avLst/>
              <a:pathLst>
                <a:path w="0" h="346363">
                  <a:moveTo>
                    <a:pt x="0" y="0"/>
                  </a:moveTo>
                  <a:lnTo>
                    <a:pt x="0" y="346363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166885" y="7584780"/>
              <a:ext cx="53999" cy="46765"/>
            </a:xfrm>
            <a:custGeom>
              <a:avLst/>
              <a:pathLst>
                <a:path w="53999" h="46765">
                  <a:moveTo>
                    <a:pt x="0" y="0"/>
                  </a:moveTo>
                  <a:lnTo>
                    <a:pt x="26999" y="46765"/>
                  </a:lnTo>
                  <a:lnTo>
                    <a:pt x="5399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193885" y="1685636"/>
              <a:ext cx="2022014" cy="0"/>
            </a:xfrm>
            <a:custGeom>
              <a:avLst/>
              <a:pathLst>
                <a:path w="2022014" h="0">
                  <a:moveTo>
                    <a:pt x="0" y="0"/>
                  </a:moveTo>
                  <a:lnTo>
                    <a:pt x="2022014" y="0"/>
                  </a:lnTo>
                </a:path>
              </a:pathLst>
            </a:custGeom>
            <a:ln w="10840" cap="flat">
              <a:solidFill>
                <a:srgbClr val="B2182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193885" y="2840181"/>
              <a:ext cx="2022014" cy="0"/>
            </a:xfrm>
            <a:custGeom>
              <a:avLst/>
              <a:pathLst>
                <a:path w="2022014" h="0">
                  <a:moveTo>
                    <a:pt x="0" y="0"/>
                  </a:moveTo>
                  <a:lnTo>
                    <a:pt x="2022014" y="0"/>
                  </a:lnTo>
                </a:path>
              </a:pathLst>
            </a:custGeom>
            <a:ln w="10840" cap="flat">
              <a:solidFill>
                <a:srgbClr val="B2182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193885" y="3994727"/>
              <a:ext cx="2022014" cy="0"/>
            </a:xfrm>
            <a:custGeom>
              <a:avLst/>
              <a:pathLst>
                <a:path w="2022014" h="0">
                  <a:moveTo>
                    <a:pt x="0" y="0"/>
                  </a:moveTo>
                  <a:lnTo>
                    <a:pt x="2022014" y="0"/>
                  </a:lnTo>
                </a:path>
              </a:pathLst>
            </a:custGeom>
            <a:ln w="10840" cap="flat">
              <a:solidFill>
                <a:srgbClr val="B2182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193885" y="6303818"/>
              <a:ext cx="2022014" cy="0"/>
            </a:xfrm>
            <a:custGeom>
              <a:avLst/>
              <a:pathLst>
                <a:path w="2022014" h="0">
                  <a:moveTo>
                    <a:pt x="0" y="0"/>
                  </a:moveTo>
                  <a:lnTo>
                    <a:pt x="2022014" y="0"/>
                  </a:lnTo>
                </a:path>
              </a:pathLst>
            </a:custGeom>
            <a:ln w="10840" cap="flat">
              <a:solidFill>
                <a:srgbClr val="B2182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193885" y="7458363"/>
              <a:ext cx="2022014" cy="0"/>
            </a:xfrm>
            <a:custGeom>
              <a:avLst/>
              <a:pathLst>
                <a:path w="2022014" h="0">
                  <a:moveTo>
                    <a:pt x="0" y="0"/>
                  </a:moveTo>
                  <a:lnTo>
                    <a:pt x="2022014" y="0"/>
                  </a:lnTo>
                </a:path>
              </a:pathLst>
            </a:custGeom>
            <a:ln w="10840" cap="flat">
              <a:solidFill>
                <a:srgbClr val="B2182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4215900" y="1362363"/>
              <a:ext cx="2830820" cy="646545"/>
            </a:xfrm>
            <a:prstGeom prst="rect">
              <a:avLst/>
            </a:prstGeom>
            <a:solidFill>
              <a:srgbClr val="FDECEC">
                <a:alpha val="100000"/>
              </a:srgbClr>
            </a:solidFill>
            <a:ln w="13550" cap="flat">
              <a:solidFill>
                <a:srgbClr val="B2182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4215900" y="2516909"/>
              <a:ext cx="2830820" cy="646545"/>
            </a:xfrm>
            <a:prstGeom prst="rect">
              <a:avLst/>
            </a:prstGeom>
            <a:solidFill>
              <a:srgbClr val="FDECEC">
                <a:alpha val="100000"/>
              </a:srgbClr>
            </a:solidFill>
            <a:ln w="13550" cap="flat">
              <a:solidFill>
                <a:srgbClr val="B2182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4215900" y="3671454"/>
              <a:ext cx="2830820" cy="646545"/>
            </a:xfrm>
            <a:prstGeom prst="rect">
              <a:avLst/>
            </a:prstGeom>
            <a:solidFill>
              <a:srgbClr val="FDECEC">
                <a:alpha val="100000"/>
              </a:srgbClr>
            </a:solidFill>
            <a:ln w="13550" cap="flat">
              <a:solidFill>
                <a:srgbClr val="B2182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4215900" y="5980545"/>
              <a:ext cx="2830820" cy="646545"/>
            </a:xfrm>
            <a:prstGeom prst="rect">
              <a:avLst/>
            </a:prstGeom>
            <a:solidFill>
              <a:srgbClr val="FDECEC">
                <a:alpha val="100000"/>
              </a:srgbClr>
            </a:solidFill>
            <a:ln w="13550" cap="flat">
              <a:solidFill>
                <a:srgbClr val="B2182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4215900" y="7135090"/>
              <a:ext cx="2830820" cy="646545"/>
            </a:xfrm>
            <a:prstGeom prst="rect">
              <a:avLst/>
            </a:prstGeom>
            <a:solidFill>
              <a:srgbClr val="FDECEC">
                <a:alpha val="100000"/>
              </a:srgbClr>
            </a:solidFill>
            <a:ln w="13550" cap="flat">
              <a:solidFill>
                <a:srgbClr val="B2182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4" name="tx54"/>
            <p:cNvSpPr/>
            <p:nvPr/>
          </p:nvSpPr>
          <p:spPr>
            <a:xfrm>
              <a:off x="5260887" y="1601298"/>
              <a:ext cx="740846" cy="672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Excluidos: 19 601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4904545" y="1702765"/>
              <a:ext cx="1453530" cy="672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Sin PA válida (incl. lectura inválida)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5326130" y="2755844"/>
              <a:ext cx="610362" cy="672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Excluidos: 321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5279175" y="2857311"/>
              <a:ext cx="704270" cy="672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Embarazo actual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5378342" y="3910389"/>
              <a:ext cx="505937" cy="672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Excluidos: 1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5232129" y="4011856"/>
              <a:ext cx="798362" cy="672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Sin peso de diseño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5286993" y="6219480"/>
              <a:ext cx="688634" cy="672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Excluidos: 2 532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5245205" y="6320947"/>
              <a:ext cx="772210" cy="672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 diagnosticados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5326130" y="7374025"/>
              <a:ext cx="610362" cy="672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Excluidos: 815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5388720" y="7475492"/>
              <a:ext cx="485180" cy="672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 tratados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2026-08-06T21:56:34Z</dcterms:modified>
  <cp:category/>
</cp:coreProperties>
</file>