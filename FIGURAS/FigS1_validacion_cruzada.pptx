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0972800" cy="82296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0972800" cy="8229600"/>
            <a:chOff x="0" y="0"/>
            <a:chExt cx="10972800" cy="82296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0972800" cy="8229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10972799" cy="8229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10833621" cy="40962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4165870"/>
              <a:ext cx="10833621" cy="37334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674047" y="1305836"/>
              <a:ext cx="1711497" cy="171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674047" y="274505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74047" y="2356073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4047" y="1967096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4047" y="157812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6331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335308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724284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113261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74047" y="293953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74047" y="2550562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74047" y="2161585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047" y="177260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4047" y="1383631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184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40819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29796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1877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07750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74047" y="1305836"/>
              <a:ext cx="1711497" cy="1711497"/>
            </a:xfrm>
            <a:custGeom>
              <a:avLst/>
              <a:pathLst>
                <a:path w="1711497" h="1711497">
                  <a:moveTo>
                    <a:pt x="0" y="1711497"/>
                  </a:move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75253" y="171812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003656" y="1760353"/>
              <a:ext cx="68119" cy="6811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256618" y="199922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772259" y="180448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1823759" y="191804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897753" y="1894039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096793" y="188983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657582" y="1885800"/>
              <a:ext cx="55609" cy="556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596639" y="1879730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515263" y="198164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673847" y="1972883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69425" y="184032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571438" y="1928613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669932" y="1936454"/>
              <a:ext cx="53136" cy="531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805005" y="1817897"/>
              <a:ext cx="61456" cy="6145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045912" y="1874195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937082" y="1879699"/>
              <a:ext cx="49821" cy="498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904239" y="186495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464699" y="2030954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902305" y="196173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700112" y="1904841"/>
              <a:ext cx="61456" cy="6145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737982" y="213662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400160" y="1882716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030543" y="2070480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180335" y="204552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948712" y="1882999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069425" y="172458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1779561" y="1803794"/>
              <a:ext cx="47139" cy="47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823759" y="190491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296883" y="191050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096793" y="208058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292649" y="182910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62175" y="1853337"/>
              <a:ext cx="46424" cy="464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571438" y="1954517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1426502" y="179671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254878" y="202412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050179" y="1804223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775253" y="179080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516813" y="179559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904239" y="181524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296883" y="197379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1638435" y="1815506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899706" y="1952395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896118" y="1812211"/>
              <a:ext cx="45309" cy="453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1841337" y="1794828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624880" y="192486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515263" y="203310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047923" y="209575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318840" y="201222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096793" y="191640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733568" y="1911908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958062" y="197787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296883" y="200816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02607" y="198370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738859" y="219866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513328" y="211769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294766" y="192416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1670286" y="212444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293216" y="181479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1256618" y="207175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36242" y="218112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118016" y="201692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296883" y="196750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513328" y="202109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724404" y="2047810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289023" y="2094341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773513" y="191537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291697" y="188028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847152" y="184447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515263" y="190717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256618" y="180044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515263" y="196517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1620597" y="1938774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256618" y="185548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740976" y="208958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1775253" y="169264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515263" y="202849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054268" y="1838176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847152" y="194109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514195" y="184334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296883" y="181021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1770326" y="1859379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296883" y="159419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1516813" y="191604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290895" y="177896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816997" y="1808361"/>
              <a:ext cx="53421" cy="534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402607" y="203248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1873535" y="1840376"/>
              <a:ext cx="56651" cy="5665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134941" y="169178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1810808" y="1866617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1752207" y="1920296"/>
              <a:ext cx="48514" cy="4851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1977780" y="1853183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1996951" y="1777702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1911311" y="1847021"/>
              <a:ext cx="71296" cy="7129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075012" y="1843572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1972480" y="1787533"/>
              <a:ext cx="48177" cy="481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1830795" y="1774703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1810808" y="177236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293889" y="174091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1872863" y="1769347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916961" y="1852827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507928" y="1910370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911676" y="1817299"/>
              <a:ext cx="57413" cy="5741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1933566" y="1769001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679282" y="1835997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599381" y="176965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169864" y="1876594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1922319" y="1844996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847152" y="180982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1126286" y="174670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1606199" y="1860308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293889" y="178810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290895" y="193175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1884507" y="1862218"/>
              <a:ext cx="58159" cy="5815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71225" y="1937470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124724" y="1806255"/>
              <a:ext cx="44139" cy="44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624880" y="184422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134941" y="173634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904239" y="181045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1775253" y="182122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24404" y="196846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1877485" y="1887536"/>
              <a:ext cx="78228" cy="7822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1747714" y="1941381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148742" y="187393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1739271" y="2030551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030543" y="1879109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1180335" y="189469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1724404" y="188641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139233" y="1881595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007296" y="187774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820882" y="1920803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772119" y="1863843"/>
              <a:ext cx="52850" cy="5285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539675" y="1905162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294766" y="189097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294766" y="168879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1772259" y="189904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771225" y="185221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775253" y="184414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1772259" y="186233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294766" y="227295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1511296" y="1856387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1451753" y="1932823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1850857" y="1834709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1768779" y="1926292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294766" y="178065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562871" y="1909809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1773513" y="190433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1847152" y="197529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622432" y="1945524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050179" y="186296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1855957" y="1851172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296883" y="163853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1945138" y="190426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1963768" y="1862239"/>
              <a:ext cx="44139" cy="44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582957" y="194335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1787916" y="1835590"/>
              <a:ext cx="54258" cy="542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007296" y="1939794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1516813" y="193719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96883" y="184921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1772259" y="203961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069425" y="189381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1775253" y="193487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118016" y="204500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1691123" y="1970125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945138" y="188472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945138" y="182031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516813" y="203688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1685406" y="1918714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069425" y="182451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1772259" y="179682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256618" y="196801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10808" y="1733465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902305" y="184253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126286" y="181716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865850" y="186069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1356987" y="204804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069425" y="160177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292149" y="177377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1515263" y="185446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1201397" y="186501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1773513" y="177617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293889" y="186911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290188" y="1847204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293216" y="176400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292149" y="178185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1773513" y="168831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1587496" y="1881514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02305" y="182687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1516813" y="179592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293889" y="173650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1512578" y="189175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1810808" y="177393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1624880" y="199208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582957" y="193010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1256618" y="168979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1705218" y="1864830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1515263" y="193120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737309" y="196853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1256618" y="172967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607974" y="1998076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632782" y="1869118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096793" y="194272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1596639" y="1824244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1820882" y="1823834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1359105" y="210667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1904239" y="188847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995560" y="193588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1781339" y="1851437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126286" y="177435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514195" y="172213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945138" y="192733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738859" y="192945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1775253" y="186271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402607" y="173641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1624880" y="187325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296883" y="201129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1770326" y="1891730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1512578" y="189026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1904239" y="178866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1670286" y="202084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1899706" y="2026008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93216" y="169639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069425" y="192525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900884" y="1896391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1930493" y="191392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032831" y="187477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14195" y="188000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1781339" y="1789496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1707816" y="198046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069425" y="174525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1773513" y="191571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1981467" y="183718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775253" y="199852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254878" y="200146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1256618" y="199365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69425" y="190799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007296" y="190585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792119" y="1893624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995560" y="207309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1981467" y="177975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1516813" y="195344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1981467" y="185024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1813416" y="1889966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796561" y="1831131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977780" y="1820729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1514195" y="195409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292649" y="177601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291697" y="188843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293889" y="188984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1733568" y="1910531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1900884" y="189859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1670286" y="182002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170835" y="1832899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1707816" y="189349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1823759" y="186334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1080745" y="199569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1945138" y="192091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293216" y="194914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828697" y="1885511"/>
              <a:ext cx="52850" cy="5285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2030543" y="1895341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1772259" y="190303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1666598" y="1902688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670286" y="176623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670286" y="195733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118016" y="196038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293216" y="192103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624880" y="198245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45138" y="178862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1771225" y="196367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294766" y="188827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904239" y="180937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1514195" y="186816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1977780" y="1901605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1563496" y="1895933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1624880" y="180035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703264" y="1894166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318840" y="189051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1047923" y="208990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292649" y="187360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670286" y="189753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032831" y="200097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293889" y="184494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294766" y="168685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1180335" y="185624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1847152" y="185024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1902305" y="182976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1515263" y="180562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1842870" y="1906070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34941" y="203003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1810808" y="195328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1514195" y="199441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1047923" y="187893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294766" y="173175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1599381" y="196941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096793" y="177806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30543" y="1899514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1254878" y="195995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1987084" y="1893150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296883" y="174747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1847152" y="191360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1810808" y="190414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294766" y="181636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599381" y="179183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1725301" y="1907100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126286" y="197609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770326" y="1899511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1359105" y="201591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1902305" y="178181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647991" y="1828538"/>
              <a:ext cx="55343" cy="553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1253623" y="176156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670286" y="185050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2118016" y="177657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16961" y="1838598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296883" y="176745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1930493" y="1794412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1562871" y="1831473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515263" y="175399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1724404" y="184719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318840" y="184106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1508776" y="1846994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981467" y="197052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1624880" y="190717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291697" y="175275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07296" y="182795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511296" y="1951403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1530527" y="1918670"/>
              <a:ext cx="45686" cy="4568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1047923" y="213552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1861248" y="1762342"/>
              <a:ext cx="60773" cy="6077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1821613" y="1807155"/>
              <a:ext cx="47139" cy="47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296883" y="156680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10657" y="1912803"/>
              <a:ext cx="51070" cy="510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1962582" y="1918618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1954568" y="1807242"/>
              <a:ext cx="56134" cy="5613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847152" y="183201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1587496" y="1958762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1710657" y="1848318"/>
              <a:ext cx="51070" cy="510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738859" y="168295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1516813" y="205621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290895" y="187426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582957" y="1777544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515263" y="215134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41511" y="1901454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1773513" y="193469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738859" y="186040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293216" y="171409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290532" y="187825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032831" y="184250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1847152" y="220642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1647747" y="1778792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1847152" y="190809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1979350" y="204350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740976" y="171798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1902305" y="181296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180335" y="202717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293216" y="204840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737982" y="231935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16813" y="188977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1359105" y="194616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1599381" y="185234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256618" y="197843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2293216" y="187288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1513328" y="185492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1668169" y="201234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293889" y="194695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1515263" y="179873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1847152" y="179520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1904239" y="184479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296883" y="157925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293889" y="186163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292649" y="183830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293216" y="174803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69864" y="191386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1691123" y="208218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514195" y="194200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1359105" y="196796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75253" y="189361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1775253" y="193771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71225" y="1842002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1773513" y="209311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1281651" y="1968707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1515263" y="188162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1904239" y="198830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1426502" y="200978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1180335" y="186924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1707816" y="174787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296883" y="186734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738859" y="179771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294766" y="193764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68169" y="189634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773513" y="196661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1674632" y="1828340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902305" y="198310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359105" y="191021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830795" y="1969473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1724404" y="177720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1514195" y="204679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75253" y="170828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1047923" y="206538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2032831" y="193465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1902305" y="206782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1945138" y="165527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1469002" y="1867566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1359105" y="204358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628886" y="1865111"/>
              <a:ext cx="47490" cy="474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1515263" y="179800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691123" y="1790654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921539" y="1827516"/>
              <a:ext cx="60078" cy="6007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1904239" y="185117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066977" y="1794340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1670286" y="190548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1788621" y="2067301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1618768" y="1950969"/>
              <a:ext cx="52560" cy="5256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1927242" y="1921579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2050179" y="1939363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1775253" y="177277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1515263" y="214156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1773513" y="209988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1668169" y="181270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1904239" y="192602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291697" y="178227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037566" y="1833389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294766" y="164605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1739271" y="1761723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1396792" y="2031409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006233" y="1824824"/>
              <a:ext cx="49821" cy="498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1510730" y="1929341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201397" y="1875205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1691123" y="1877143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1844705" y="2071526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296883" y="188181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514195" y="204004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60202" y="1858779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1847152" y="180970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1830795" y="1798105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2011377" y="1841218"/>
              <a:ext cx="48177" cy="481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1900884" y="1787005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1691123" y="1846776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1902305" y="193433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1945138" y="198493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1775319" y="1808217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293889" y="174244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1825078" y="1874276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1803537" y="1874697"/>
              <a:ext cx="54805" cy="548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707816" y="186673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1805916" y="1789595"/>
              <a:ext cx="51070" cy="510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1773513" y="202751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1773513" y="171841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037566" y="1851448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096793" y="183011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607974" y="1787349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1469002" y="1919891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1694688" y="1892650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1563591" y="1809392"/>
              <a:ext cx="60542" cy="6054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96883" y="164686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1624880" y="191167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1426502" y="194448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1991051" y="1864718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652199" y="2070443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1515263" y="195779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890215" y="190986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1788621" y="1971112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1904239" y="189619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1670286" y="191190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691123" y="1891454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852161" y="1958462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1819062" y="1861893"/>
              <a:ext cx="50452" cy="504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1767452" y="1861354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1977780" y="1827288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046927" y="1906518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1904239" y="190264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1426502" y="206061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291697" y="198326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1687871" y="1982478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296883" y="240277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556749" y="1947698"/>
              <a:ext cx="49821" cy="498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249458" y="1871299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1842870" y="1882487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292149" y="176953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1705218" y="1855404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995560" y="208202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1847152" y="195537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856464" y="1951709"/>
              <a:ext cx="44139" cy="44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1516813" y="176446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1510730" y="1944777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1256618" y="191597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1332068" y="194473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118016" y="175638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1823759" y="194483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293216" y="173410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1977780" y="1699813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293889" y="190535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1670286" y="179822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032831" y="202357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1707816" y="206470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1571438" y="1945280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1981467" y="189658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1599381" y="193320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1775253" y="198128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1773513" y="186065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1513328" y="180625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1515263" y="192584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293889" y="184909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1770326" y="1969973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96561" y="1872561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1318840" y="165374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294766" y="179568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1624880" y="198546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296883" y="174266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296883" y="166198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1707816" y="205860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48742" y="1840814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1773513" y="177602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296883" y="186793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256618" y="200410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738859" y="192698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624880" y="192026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069425" y="201088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2294766" y="175740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1318840" y="219076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1775253" y="180952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1515263" y="205675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1469002" y="1982655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1516813" y="213460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1254878" y="207363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292649" y="165038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516813" y="180053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1514195" y="210055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1670286" y="191968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293889" y="184673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1981467" y="177970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1945138" y="200475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1775253" y="199123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096793" y="174409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1904239" y="193176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032831" y="174571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1513328" y="203365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294766" y="175931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1773513" y="179664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028836" y="1879243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1773513" y="192470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1904239" y="188253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1981467" y="175733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096793" y="198726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1902305" y="173724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007296" y="1824284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1441511" y="205340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1359105" y="217189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1587496" y="1982769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24404" y="1987016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1772259" y="194462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1775253" y="180572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89700" y="1850805"/>
              <a:ext cx="53421" cy="534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707816" y="189346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1670286" y="186727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1979350" y="203607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624880" y="218671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1316241" y="2059994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1300065" y="194199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958062" y="199008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126286" y="210128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1256618" y="195588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737982" y="203186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1582957" y="2030328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1512578" y="200243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1373175" y="2035695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1582957" y="208652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1426502" y="205994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294766" y="165800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1332068" y="2030960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294766" y="203211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823759" y="202192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007296" y="184548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768779" y="1903983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1904239" y="185268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1515263" y="189079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10808" y="189247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775253" y="178256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1733191" y="1848753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066977" y="1829447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683079" y="1830245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1510730" y="1955762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069425" y="200826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1771225" y="2004118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1902305" y="191813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772259" y="198436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2069425" y="168484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118016" y="190394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rc614"/>
            <p:cNvSpPr/>
            <p:nvPr/>
          </p:nvSpPr>
          <p:spPr>
            <a:xfrm>
              <a:off x="674047" y="1305836"/>
              <a:ext cx="1711497" cy="1711497"/>
            </a:xfrm>
            <a:prstGeom prst="rect">
              <a:avLst/>
            </a:prstGeom>
            <a:noFill/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rc615"/>
            <p:cNvSpPr/>
            <p:nvPr/>
          </p:nvSpPr>
          <p:spPr>
            <a:xfrm>
              <a:off x="2448808" y="1305836"/>
              <a:ext cx="1711497" cy="171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2448808" y="274505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2448808" y="2356073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2448808" y="1967096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2448808" y="157812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2721092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3110068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3499045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3888022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2448808" y="293953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2448808" y="2550562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2448808" y="2161585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2448808" y="177260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2448808" y="1383631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252660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2915580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3304557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369353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4082510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2448808" y="1305836"/>
              <a:ext cx="1711497" cy="1711497"/>
            </a:xfrm>
            <a:custGeom>
              <a:avLst/>
              <a:pathLst>
                <a:path w="1711497" h="1711497">
                  <a:moveTo>
                    <a:pt x="0" y="1711497"/>
                  </a:move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899112" y="223734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449308" y="2108889"/>
              <a:ext cx="75463" cy="7546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822684" y="239739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174920" y="2195396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3416327" y="225504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407570" y="2206214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416327" y="2203044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095360" y="2263893"/>
              <a:ext cx="64078" cy="6407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2961194" y="2238281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820566" y="232513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102971" y="2315314"/>
              <a:ext cx="57413" cy="5741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3844185" y="219885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001096" y="2321117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83550" y="2261943"/>
              <a:ext cx="61681" cy="6168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3239583" y="2168186"/>
              <a:ext cx="69641" cy="6964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447062" y="2176880"/>
              <a:ext cx="55343" cy="553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336595" y="2209326"/>
              <a:ext cx="55609" cy="556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177368" y="202457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830417" y="2334818"/>
              <a:ext cx="47490" cy="474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286668" y="2120774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218730" y="2176739"/>
              <a:ext cx="67926" cy="67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511502" y="247030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2815516" y="2295844"/>
              <a:ext cx="44536" cy="445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060416" y="2401214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2768033" y="235471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3220796" y="2228876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442929" y="207216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088026" y="2130722"/>
              <a:ext cx="55872" cy="558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286056" y="2288444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901046" y="225915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416327" y="251443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807592" y="212291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3116960" y="2201354"/>
              <a:ext cx="52268" cy="5226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3079983" y="2352896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027350" y="2124434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2730375" y="2421563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163419" y="2325211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290023" y="202901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901046" y="209079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445047" y="219686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071644" y="230813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108286" y="2185021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354711" y="2231678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179119" y="2194524"/>
              <a:ext cx="52850" cy="5285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225693" y="2176584"/>
              <a:ext cx="49175" cy="491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131748" y="221718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3029638" y="229856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704623" y="247009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8996" y="2331716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6327" y="2312251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441359" y="2205570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2664976" y="218189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291573" y="224798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33380" y="229902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12743" y="244972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2922723" y="2417666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069527" y="214195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897691" y="233823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56228" y="217057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031378" y="232235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509041" y="251579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754111" y="233874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2822684" y="235671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952648" y="2291116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051075" y="2441706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2916203" y="2420979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201263" y="225100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19898" y="223707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2512070" y="235000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3287339" y="220691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3290023" y="220896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22684" y="202787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3029638" y="226851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3354711" y="2203511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901046" y="215033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513620" y="209297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290023" y="200945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899112" y="244277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484586" y="2040589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06828" y="228140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3093600" y="214447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2901046" y="229182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247176" y="2164782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291573" y="192136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291573" y="235156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065655" y="195570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3246399" y="2120916"/>
              <a:ext cx="60078" cy="6007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3093600" y="220837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754" y="2230436"/>
              <a:ext cx="64499" cy="644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08329" y="2102087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3441359" y="2070111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250204" y="2274973"/>
              <a:ext cx="53136" cy="531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3440052" y="2179910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54081" y="2070263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06322" y="2197787"/>
              <a:ext cx="81618" cy="8161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48026" y="2248150"/>
              <a:ext cx="46424" cy="464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64784" y="2091224"/>
              <a:ext cx="55609" cy="556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3171553" y="2184097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206666" y="2165659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88956" y="213515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406613" y="2056840"/>
              <a:ext cx="49175" cy="491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393825" y="2169192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3008590" y="2231413"/>
              <a:ext cx="49175" cy="491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359170" y="2162457"/>
              <a:ext cx="63652" cy="636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449393" y="2118637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3171941" y="2154217"/>
              <a:ext cx="51675" cy="516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063784" y="2122318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841738" y="2182503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348366" y="2188684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287339" y="221562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770320" y="209239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11600" y="2157647"/>
              <a:ext cx="55872" cy="558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679000" y="218483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441359" y="2336788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3348682" y="2229801"/>
              <a:ext cx="64289" cy="6428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397193" y="2231837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3489019" y="2169431"/>
              <a:ext cx="48514" cy="4851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201263" y="220450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3508329" y="2052119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3445047" y="216928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2899112" y="229477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3286056" y="2266439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3293112" y="2205216"/>
              <a:ext cx="89485" cy="8948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3198922" y="2251731"/>
              <a:ext cx="47490" cy="474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3805304" y="213893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3138829" y="2349298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4461" y="2226188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2791934" y="229418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346199" y="2273007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523921" y="2215670"/>
              <a:ext cx="44139" cy="44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330983" y="2262428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255661" y="2252933"/>
              <a:ext cx="44139" cy="44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121285" y="2215009"/>
              <a:ext cx="62127" cy="6212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972406" y="2227630"/>
              <a:ext cx="49175" cy="491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3290023" y="235245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069527" y="194272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226513" y="2233457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128871" y="2178069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133865" y="238770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91002" y="2208889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4069527" y="256047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2979343" y="2169120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091002" y="2272196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85427" y="2179301"/>
              <a:ext cx="48514" cy="4851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376672" y="2180535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899112" y="245878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098995" y="2266277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131748" y="229181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026450" y="2309519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003255" y="2247819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577223" y="2174976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54081" y="2193677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1644" y="175895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346199" y="219073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397161" y="2248483"/>
              <a:ext cx="48177" cy="481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226513" y="2207680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246828" y="2180597"/>
              <a:ext cx="60542" cy="6054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243763" y="2341245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3031378" y="217628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4071644" y="205845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3174920" y="2361535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442929" y="2371065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820566" y="228585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465884" y="2353254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198521" y="2289162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3499164" y="216097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346199" y="2244624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822684" y="240279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111497" y="2286352"/>
              <a:ext cx="54533" cy="5453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677065" y="225467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226513" y="2185362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770320" y="226555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441359" y="2054039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3442929" y="217772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22684" y="203936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198521" y="2216364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744521" y="2379914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3357718" y="1981725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844185" y="206125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3133865" y="223275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2799269" y="2172862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288089" y="193474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028384" y="218849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3457839" y="2157878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548274" y="220828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44185" y="210537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3548274" y="190810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006956" y="2212601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950813" y="2235378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031378" y="222518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068650" y="182299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106828" y="2196437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284961" y="2120953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3074826" y="2209004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130178" y="2243652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2822684" y="200924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3213265" y="2172235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791934" y="217044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2512070" y="238571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901046" y="221296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511502" y="250798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928098" y="2405113"/>
              <a:ext cx="45686" cy="4568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189964" y="2204755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6199" y="2312676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3081203" y="2150930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3206808" y="2201171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2791934" y="2416204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679000" y="213139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2619239" y="2253247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296934" y="2164857"/>
              <a:ext cx="49821" cy="498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770320" y="212528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093600" y="201061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499164" y="217685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2512070" y="218890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290023" y="209909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897691" y="213064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131748" y="213095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3031378" y="224522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3325653" y="2228070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2993758" y="2286942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3177368" y="217646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028384" y="237573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196455" y="2392241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067977" y="191521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7065" y="221932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173085" y="2213541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153877" y="2280418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157009" y="2415954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028384" y="225662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279487" y="2129086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63784" y="2315636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44185" y="206173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2852764" y="2264390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399640" y="212148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3133865" y="235691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820566" y="232758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732823" y="237234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286668" y="224005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82734" y="2296262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09313" y="2288446"/>
              <a:ext cx="44139" cy="44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650488" y="244791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399640" y="220188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031378" y="234180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288089" y="215832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07189" y="2267535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283104" y="2174570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3223261" y="2189913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177368" y="226558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3621913" y="218055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188246" y="2328866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445047" y="230499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142542" y="2243589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330983" y="2275350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88956" y="216604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474956" y="2142881"/>
              <a:ext cx="48177" cy="481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157009" y="220032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346199" y="2220235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2730375" y="2382720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499164" y="234833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756228" y="236847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329009" y="2178269"/>
              <a:ext cx="57663" cy="5766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3325653" y="2181457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91002" y="2230504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089048" y="2250433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177368" y="216300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093600" y="225828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285490" y="2270676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3548274" y="217976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3288089" y="220895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3499164" y="207109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9459" y="2287475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550014" y="212959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028384" y="221645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288956" y="210779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440052" y="2233940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044774" y="2246110"/>
              <a:ext cx="49175" cy="491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399640" y="193582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210990" y="2230642"/>
              <a:ext cx="45686" cy="4568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897691" y="231389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628088" y="2444457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482577" y="208784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976157" y="227353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374141" y="239447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3288956" y="221496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3290023" y="206291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768033" y="2318279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216272" y="2245714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3357718" y="221860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029638" y="224640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133806" y="2274169"/>
              <a:ext cx="47139" cy="47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3675645" y="2401905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206666" y="2314310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093600" y="229463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682627" y="225814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069527" y="192539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063784" y="2376858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3719898" y="211854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3182287" y="2176038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820566" y="2378395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3558142" y="2288314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901046" y="239498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3026450" y="2355252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114639" y="2278688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023" y="201271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026450" y="2206801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170401" y="2252231"/>
              <a:ext cx="53702" cy="5370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04623" y="236235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3041053" y="2222243"/>
              <a:ext cx="44139" cy="44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9112" y="233115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056411" y="2188986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104522" y="2149573"/>
              <a:ext cx="63222" cy="6322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2867458" y="206030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177368" y="226195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3239459" y="2239169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3235766" y="2176872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901046" y="224103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3284461" y="2130443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3071819" y="2219867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3029638" y="206918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3147935" y="2204391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2799269" y="2188670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007652" y="2206769"/>
              <a:ext cx="47139" cy="47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548274" y="220379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515737" y="230814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027350" y="2299862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3871554" y="195749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508329" y="2153639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051075" y="2252359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009278" y="2309314"/>
              <a:ext cx="51973" cy="5197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2664976" y="242357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251644" y="2062270"/>
              <a:ext cx="69641" cy="6964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3442796" y="2051400"/>
              <a:ext cx="49175" cy="491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4071644" y="170301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2512743" y="244167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3218433" y="2251711"/>
              <a:ext cx="56134" cy="5613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3280812" y="2239737"/>
              <a:ext cx="47490" cy="474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3490095" y="2070579"/>
              <a:ext cx="60078" cy="6007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3482577" y="211918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3115984" y="2362247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3177362" y="2203270"/>
              <a:ext cx="57161" cy="5716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2511502" y="217192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3291573" y="227769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4065655" y="215462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3174920" y="2146379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2791934" y="2542560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3063784" y="2313093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3131748" y="232850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2512743" y="217284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3201263" y="200439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3705254" y="220920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3216272" y="217536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3374141" y="246511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3213265" y="2090800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3216272" y="232784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2949280" y="2378901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2513620" y="210506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3442929" y="218079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2768033" y="225922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3288089" y="217053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2512070" y="252479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2770320" y="224949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2955096" y="216944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3063784" y="2237160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2822684" y="229657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3288089" y="224077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2922723" y="2224934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3286668" y="235997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3445047" y="228168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3133865" y="214693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3287339" y="220809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3288956" y="219602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2770320" y="200462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3093600" y="226867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3216272" y="233921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3548274" y="212140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3489432" y="2245746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3285490" y="2396759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2933380" y="241480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2820566" y="216003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2955096" y="233402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3133865" y="222825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3128871" y="2227831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3131748" y="233076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2864206" y="2355490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2515737" y="221981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3290023" y="216488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3177368" y="235580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3027350" y="2332622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2768033" y="2254958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3063784" y="2102447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2901046" y="217341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2510551" y="214026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4069527" y="232182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3442929" y="223332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2513620" y="228852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3201263" y="237542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3102999" y="2122922"/>
              <a:ext cx="49500" cy="495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3547020" y="227194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2820566" y="232420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3223261" y="2350187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3188246" y="2188002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3028384" y="229760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3290023" y="204072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2704623" y="235095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3216272" y="2269480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3130178" y="2444970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1"/>
            <p:cNvSpPr/>
            <p:nvPr/>
          </p:nvSpPr>
          <p:spPr>
            <a:xfrm>
              <a:off x="3051075" y="2089472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2"/>
            <p:cNvSpPr/>
            <p:nvPr/>
          </p:nvSpPr>
          <p:spPr>
            <a:xfrm>
              <a:off x="3023577" y="2217751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3"/>
            <p:cNvSpPr/>
            <p:nvPr/>
          </p:nvSpPr>
          <p:spPr>
            <a:xfrm>
              <a:off x="2899112" y="229999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4"/>
            <p:cNvSpPr/>
            <p:nvPr/>
          </p:nvSpPr>
          <p:spPr>
            <a:xfrm>
              <a:off x="3134211" y="2219906"/>
              <a:ext cx="52560" cy="5256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5"/>
            <p:cNvSpPr/>
            <p:nvPr/>
          </p:nvSpPr>
          <p:spPr>
            <a:xfrm>
              <a:off x="3133865" y="207535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6"/>
            <p:cNvSpPr/>
            <p:nvPr/>
          </p:nvSpPr>
          <p:spPr>
            <a:xfrm>
              <a:off x="2949280" y="2233606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7"/>
            <p:cNvSpPr/>
            <p:nvPr/>
          </p:nvSpPr>
          <p:spPr>
            <a:xfrm>
              <a:off x="3276050" y="2170644"/>
              <a:ext cx="69265" cy="692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8"/>
            <p:cNvSpPr/>
            <p:nvPr/>
          </p:nvSpPr>
          <p:spPr>
            <a:xfrm>
              <a:off x="2867458" y="2318670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9"/>
            <p:cNvSpPr/>
            <p:nvPr/>
          </p:nvSpPr>
          <p:spPr>
            <a:xfrm>
              <a:off x="3354711" y="2204327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50"/>
            <p:cNvSpPr/>
            <p:nvPr/>
          </p:nvSpPr>
          <p:spPr>
            <a:xfrm>
              <a:off x="3288956" y="214930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1"/>
            <p:cNvSpPr/>
            <p:nvPr/>
          </p:nvSpPr>
          <p:spPr>
            <a:xfrm>
              <a:off x="3281528" y="2297894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2"/>
            <p:cNvSpPr/>
            <p:nvPr/>
          </p:nvSpPr>
          <p:spPr>
            <a:xfrm>
              <a:off x="3037820" y="2289325"/>
              <a:ext cx="61456" cy="6145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3"/>
            <p:cNvSpPr/>
            <p:nvPr/>
          </p:nvSpPr>
          <p:spPr>
            <a:xfrm>
              <a:off x="3367604" y="2269674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4"/>
            <p:cNvSpPr/>
            <p:nvPr/>
          </p:nvSpPr>
          <p:spPr>
            <a:xfrm>
              <a:off x="3094705" y="2319395"/>
              <a:ext cx="44139" cy="44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5"/>
            <p:cNvSpPr/>
            <p:nvPr/>
          </p:nvSpPr>
          <p:spPr>
            <a:xfrm>
              <a:off x="3029638" y="236592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6"/>
            <p:cNvSpPr/>
            <p:nvPr/>
          </p:nvSpPr>
          <p:spPr>
            <a:xfrm>
              <a:off x="2855505" y="239140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7"/>
            <p:cNvSpPr/>
            <p:nvPr/>
          </p:nvSpPr>
          <p:spPr>
            <a:xfrm>
              <a:off x="3201263" y="240518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8"/>
            <p:cNvSpPr/>
            <p:nvPr/>
          </p:nvSpPr>
          <p:spPr>
            <a:xfrm>
              <a:off x="2998093" y="2188102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9"/>
            <p:cNvSpPr/>
            <p:nvPr/>
          </p:nvSpPr>
          <p:spPr>
            <a:xfrm>
              <a:off x="3288956" y="209585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60"/>
            <p:cNvSpPr/>
            <p:nvPr/>
          </p:nvSpPr>
          <p:spPr>
            <a:xfrm>
              <a:off x="3871554" y="210031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1"/>
            <p:cNvSpPr/>
            <p:nvPr/>
          </p:nvSpPr>
          <p:spPr>
            <a:xfrm>
              <a:off x="3593470" y="2118179"/>
              <a:ext cx="44536" cy="445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2"/>
            <p:cNvSpPr/>
            <p:nvPr/>
          </p:nvSpPr>
          <p:spPr>
            <a:xfrm>
              <a:off x="3133865" y="208627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3"/>
            <p:cNvSpPr/>
            <p:nvPr/>
          </p:nvSpPr>
          <p:spPr>
            <a:xfrm>
              <a:off x="3321267" y="2023066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4"/>
            <p:cNvSpPr/>
            <p:nvPr/>
          </p:nvSpPr>
          <p:spPr>
            <a:xfrm>
              <a:off x="2946725" y="2327115"/>
              <a:ext cx="48846" cy="4884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5"/>
            <p:cNvSpPr/>
            <p:nvPr/>
          </p:nvSpPr>
          <p:spPr>
            <a:xfrm>
              <a:off x="3384469" y="2122012"/>
              <a:ext cx="55609" cy="556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6"/>
            <p:cNvSpPr/>
            <p:nvPr/>
          </p:nvSpPr>
          <p:spPr>
            <a:xfrm>
              <a:off x="2905664" y="2280583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7"/>
            <p:cNvSpPr/>
            <p:nvPr/>
          </p:nvSpPr>
          <p:spPr>
            <a:xfrm>
              <a:off x="2867458" y="2198165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8"/>
            <p:cNvSpPr/>
            <p:nvPr/>
          </p:nvSpPr>
          <p:spPr>
            <a:xfrm>
              <a:off x="3239459" y="2191728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9"/>
            <p:cNvSpPr/>
            <p:nvPr/>
          </p:nvSpPr>
          <p:spPr>
            <a:xfrm>
              <a:off x="3422507" y="2415878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70"/>
            <p:cNvSpPr/>
            <p:nvPr/>
          </p:nvSpPr>
          <p:spPr>
            <a:xfrm>
              <a:off x="2901046" y="211881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1"/>
            <p:cNvSpPr/>
            <p:nvPr/>
          </p:nvSpPr>
          <p:spPr>
            <a:xfrm>
              <a:off x="2933380" y="244268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2"/>
            <p:cNvSpPr/>
            <p:nvPr/>
          </p:nvSpPr>
          <p:spPr>
            <a:xfrm>
              <a:off x="3514031" y="2245777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3"/>
            <p:cNvSpPr/>
            <p:nvPr/>
          </p:nvSpPr>
          <p:spPr>
            <a:xfrm>
              <a:off x="3106828" y="2197087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4"/>
            <p:cNvSpPr/>
            <p:nvPr/>
          </p:nvSpPr>
          <p:spPr>
            <a:xfrm>
              <a:off x="3440052" y="2026700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5"/>
            <p:cNvSpPr/>
            <p:nvPr/>
          </p:nvSpPr>
          <p:spPr>
            <a:xfrm>
              <a:off x="3507529" y="2138336"/>
              <a:ext cx="51675" cy="516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6"/>
            <p:cNvSpPr/>
            <p:nvPr/>
          </p:nvSpPr>
          <p:spPr>
            <a:xfrm>
              <a:off x="3585569" y="2008086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7"/>
            <p:cNvSpPr/>
            <p:nvPr/>
          </p:nvSpPr>
          <p:spPr>
            <a:xfrm>
              <a:off x="3285490" y="2032952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8"/>
            <p:cNvSpPr/>
            <p:nvPr/>
          </p:nvSpPr>
          <p:spPr>
            <a:xfrm>
              <a:off x="3286668" y="2243982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9"/>
            <p:cNvSpPr/>
            <p:nvPr/>
          </p:nvSpPr>
          <p:spPr>
            <a:xfrm>
              <a:off x="3499164" y="232346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80"/>
            <p:cNvSpPr/>
            <p:nvPr/>
          </p:nvSpPr>
          <p:spPr>
            <a:xfrm>
              <a:off x="3207717" y="2147155"/>
              <a:ext cx="56393" cy="5639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1"/>
            <p:cNvSpPr/>
            <p:nvPr/>
          </p:nvSpPr>
          <p:spPr>
            <a:xfrm>
              <a:off x="3679000" y="203661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2"/>
            <p:cNvSpPr/>
            <p:nvPr/>
          </p:nvSpPr>
          <p:spPr>
            <a:xfrm>
              <a:off x="3158631" y="2214172"/>
              <a:ext cx="49821" cy="498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3"/>
            <p:cNvSpPr/>
            <p:nvPr/>
          </p:nvSpPr>
          <p:spPr>
            <a:xfrm>
              <a:off x="3230859" y="2215555"/>
              <a:ext cx="61905" cy="61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4"/>
            <p:cNvSpPr/>
            <p:nvPr/>
          </p:nvSpPr>
          <p:spPr>
            <a:xfrm>
              <a:off x="3157009" y="224322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5"/>
            <p:cNvSpPr/>
            <p:nvPr/>
          </p:nvSpPr>
          <p:spPr>
            <a:xfrm>
              <a:off x="3212523" y="2106434"/>
              <a:ext cx="57912" cy="5791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6"/>
            <p:cNvSpPr/>
            <p:nvPr/>
          </p:nvSpPr>
          <p:spPr>
            <a:xfrm>
              <a:off x="3201263" y="234359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7"/>
            <p:cNvSpPr/>
            <p:nvPr/>
          </p:nvSpPr>
          <p:spPr>
            <a:xfrm>
              <a:off x="3288089" y="192960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8"/>
            <p:cNvSpPr/>
            <p:nvPr/>
          </p:nvSpPr>
          <p:spPr>
            <a:xfrm>
              <a:off x="3227782" y="2144177"/>
              <a:ext cx="49821" cy="498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9"/>
            <p:cNvSpPr/>
            <p:nvPr/>
          </p:nvSpPr>
          <p:spPr>
            <a:xfrm>
              <a:off x="3598520" y="212844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90"/>
            <p:cNvSpPr/>
            <p:nvPr/>
          </p:nvSpPr>
          <p:spPr>
            <a:xfrm>
              <a:off x="3114639" y="2115160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1"/>
            <p:cNvSpPr/>
            <p:nvPr/>
          </p:nvSpPr>
          <p:spPr>
            <a:xfrm>
              <a:off x="3004848" y="2302122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2"/>
            <p:cNvSpPr/>
            <p:nvPr/>
          </p:nvSpPr>
          <p:spPr>
            <a:xfrm>
              <a:off x="3227121" y="2196123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3"/>
            <p:cNvSpPr/>
            <p:nvPr/>
          </p:nvSpPr>
          <p:spPr>
            <a:xfrm>
              <a:off x="3099375" y="2149315"/>
              <a:ext cx="67536" cy="675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4"/>
            <p:cNvSpPr/>
            <p:nvPr/>
          </p:nvSpPr>
          <p:spPr>
            <a:xfrm>
              <a:off x="4071644" y="182700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5"/>
            <p:cNvSpPr/>
            <p:nvPr/>
          </p:nvSpPr>
          <p:spPr>
            <a:xfrm>
              <a:off x="3131748" y="226527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6"/>
            <p:cNvSpPr/>
            <p:nvPr/>
          </p:nvSpPr>
          <p:spPr>
            <a:xfrm>
              <a:off x="3027350" y="2310101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7"/>
            <p:cNvSpPr/>
            <p:nvPr/>
          </p:nvSpPr>
          <p:spPr>
            <a:xfrm>
              <a:off x="3449393" y="2195603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8"/>
            <p:cNvSpPr/>
            <p:nvPr/>
          </p:nvSpPr>
          <p:spPr>
            <a:xfrm>
              <a:off x="3281902" y="2261097"/>
              <a:ext cx="45309" cy="453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9"/>
            <p:cNvSpPr/>
            <p:nvPr/>
          </p:nvSpPr>
          <p:spPr>
            <a:xfrm>
              <a:off x="2820566" y="244589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100"/>
            <p:cNvSpPr/>
            <p:nvPr/>
          </p:nvSpPr>
          <p:spPr>
            <a:xfrm>
              <a:off x="2619239" y="2303451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1"/>
            <p:cNvSpPr/>
            <p:nvPr/>
          </p:nvSpPr>
          <p:spPr>
            <a:xfrm>
              <a:off x="3237945" y="2273185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2"/>
            <p:cNvSpPr/>
            <p:nvPr/>
          </p:nvSpPr>
          <p:spPr>
            <a:xfrm>
              <a:off x="3288956" y="221926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3"/>
            <p:cNvSpPr/>
            <p:nvPr/>
          </p:nvSpPr>
          <p:spPr>
            <a:xfrm>
              <a:off x="2976157" y="236032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4"/>
            <p:cNvSpPr/>
            <p:nvPr/>
          </p:nvSpPr>
          <p:spPr>
            <a:xfrm>
              <a:off x="3285490" y="2250304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5"/>
            <p:cNvSpPr/>
            <p:nvPr/>
          </p:nvSpPr>
          <p:spPr>
            <a:xfrm>
              <a:off x="3421253" y="2293661"/>
              <a:ext cx="49500" cy="495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6"/>
            <p:cNvSpPr/>
            <p:nvPr/>
          </p:nvSpPr>
          <p:spPr>
            <a:xfrm>
              <a:off x="3451155" y="2198566"/>
              <a:ext cx="52560" cy="5256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7"/>
            <p:cNvSpPr/>
            <p:nvPr/>
          </p:nvSpPr>
          <p:spPr>
            <a:xfrm>
              <a:off x="3220796" y="2205097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8"/>
            <p:cNvSpPr/>
            <p:nvPr/>
          </p:nvSpPr>
          <p:spPr>
            <a:xfrm>
              <a:off x="3317584" y="2233030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9"/>
            <p:cNvSpPr/>
            <p:nvPr/>
          </p:nvSpPr>
          <p:spPr>
            <a:xfrm>
              <a:off x="3541031" y="2193363"/>
              <a:ext cx="45686" cy="4568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10"/>
            <p:cNvSpPr/>
            <p:nvPr/>
          </p:nvSpPr>
          <p:spPr>
            <a:xfrm>
              <a:off x="3177368" y="226144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1"/>
            <p:cNvSpPr/>
            <p:nvPr/>
          </p:nvSpPr>
          <p:spPr>
            <a:xfrm>
              <a:off x="3027350" y="2389625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2"/>
            <p:cNvSpPr/>
            <p:nvPr/>
          </p:nvSpPr>
          <p:spPr>
            <a:xfrm>
              <a:off x="3286056" y="2288830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3"/>
            <p:cNvSpPr/>
            <p:nvPr/>
          </p:nvSpPr>
          <p:spPr>
            <a:xfrm>
              <a:off x="3141006" y="2371354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4"/>
            <p:cNvSpPr/>
            <p:nvPr/>
          </p:nvSpPr>
          <p:spPr>
            <a:xfrm>
              <a:off x="4071644" y="269579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5"/>
            <p:cNvSpPr/>
            <p:nvPr/>
          </p:nvSpPr>
          <p:spPr>
            <a:xfrm>
              <a:off x="2952069" y="2310284"/>
              <a:ext cx="59843" cy="598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6"/>
            <p:cNvSpPr/>
            <p:nvPr/>
          </p:nvSpPr>
          <p:spPr>
            <a:xfrm>
              <a:off x="2869670" y="2195205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7"/>
            <p:cNvSpPr/>
            <p:nvPr/>
          </p:nvSpPr>
          <p:spPr>
            <a:xfrm>
              <a:off x="3282289" y="2199521"/>
              <a:ext cx="44536" cy="445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8"/>
            <p:cNvSpPr/>
            <p:nvPr/>
          </p:nvSpPr>
          <p:spPr>
            <a:xfrm>
              <a:off x="3844185" y="205776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9"/>
            <p:cNvSpPr/>
            <p:nvPr/>
          </p:nvSpPr>
          <p:spPr>
            <a:xfrm>
              <a:off x="3153877" y="2268711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20"/>
            <p:cNvSpPr/>
            <p:nvPr/>
          </p:nvSpPr>
          <p:spPr>
            <a:xfrm>
              <a:off x="2664976" y="244620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1"/>
            <p:cNvSpPr/>
            <p:nvPr/>
          </p:nvSpPr>
          <p:spPr>
            <a:xfrm>
              <a:off x="3621913" y="218003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2"/>
            <p:cNvSpPr/>
            <p:nvPr/>
          </p:nvSpPr>
          <p:spPr>
            <a:xfrm>
              <a:off x="3386116" y="2268769"/>
              <a:ext cx="47139" cy="47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3"/>
            <p:cNvSpPr/>
            <p:nvPr/>
          </p:nvSpPr>
          <p:spPr>
            <a:xfrm>
              <a:off x="3291573" y="206658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4"/>
            <p:cNvSpPr/>
            <p:nvPr/>
          </p:nvSpPr>
          <p:spPr>
            <a:xfrm>
              <a:off x="3098995" y="2175116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5"/>
            <p:cNvSpPr/>
            <p:nvPr/>
          </p:nvSpPr>
          <p:spPr>
            <a:xfrm>
              <a:off x="3031378" y="219408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6"/>
            <p:cNvSpPr/>
            <p:nvPr/>
          </p:nvSpPr>
          <p:spPr>
            <a:xfrm>
              <a:off x="2939204" y="2313749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7"/>
            <p:cNvSpPr/>
            <p:nvPr/>
          </p:nvSpPr>
          <p:spPr>
            <a:xfrm>
              <a:off x="3285490" y="2131965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8"/>
            <p:cNvSpPr/>
            <p:nvPr/>
          </p:nvSpPr>
          <p:spPr>
            <a:xfrm>
              <a:off x="3233905" y="2310234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9"/>
            <p:cNvSpPr/>
            <p:nvPr/>
          </p:nvSpPr>
          <p:spPr>
            <a:xfrm>
              <a:off x="3548274" y="214290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30"/>
            <p:cNvSpPr/>
            <p:nvPr/>
          </p:nvSpPr>
          <p:spPr>
            <a:xfrm>
              <a:off x="3395358" y="2063670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1"/>
            <p:cNvSpPr/>
            <p:nvPr/>
          </p:nvSpPr>
          <p:spPr>
            <a:xfrm>
              <a:off x="3093600" y="237691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2"/>
            <p:cNvSpPr/>
            <p:nvPr/>
          </p:nvSpPr>
          <p:spPr>
            <a:xfrm>
              <a:off x="3093600" y="208537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3"/>
            <p:cNvSpPr/>
            <p:nvPr/>
          </p:nvSpPr>
          <p:spPr>
            <a:xfrm>
              <a:off x="3063784" y="2215124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4"/>
            <p:cNvSpPr/>
            <p:nvPr/>
          </p:nvSpPr>
          <p:spPr>
            <a:xfrm>
              <a:off x="3106828" y="235856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5"/>
            <p:cNvSpPr/>
            <p:nvPr/>
          </p:nvSpPr>
          <p:spPr>
            <a:xfrm>
              <a:off x="3188246" y="2256734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3548274" y="228815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3157009" y="2275820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3133865" y="241246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3548274" y="217818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3131748" y="217781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3133865" y="228599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3445047" y="231906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3284461" y="2291386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3065066" y="2242299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2976157" y="196430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3550014" y="225192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2852764" y="2350267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2901046" y="229253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3031378" y="236704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2916203" y="2367946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3479979" y="2150752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3288089" y="207991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4071644" y="232976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3031378" y="231662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2512743" y="225886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3399640" y="222957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3286668" y="231178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3133865" y="226402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2818996" y="2488270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2955096" y="213550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3133865" y="233698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3004848" y="2269784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2822684" y="240547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2791934" y="2389726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4067409" y="189844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2901046" y="205091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3093600" y="246558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3093600" y="235972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4068650" y="220905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2952648" y="2235931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3346199" y="2371350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3290023" y="235119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3286056" y="2192542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3177368" y="230614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3374141" y="218276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3201263" y="230511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3133865" y="218860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3548274" y="205401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3566880" y="2126021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3288089" y="224765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3679000" y="218646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3399640" y="220395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3871554" y="238417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3091002" y="2135685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3675645" y="211629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2964888" y="2376203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2820566" y="246666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3218707" y="2269706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3147935" y="2315721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3226513" y="239482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3290023" y="217833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3236686" y="2210067"/>
              <a:ext cx="59843" cy="598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3216272" y="213470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3177368" y="233492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3465884" y="2316444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3027350" y="2433391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2998093" y="2295268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2852764" y="2232342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2664976" y="248267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2682627" y="246867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2704623" y="231342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2511003" y="237596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2998093" y="2402157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3106828" y="235552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2908324" y="2328025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3130178" y="2310154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2873364" y="2401026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2515737" y="244532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3290023" y="189185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2939204" y="2305829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3550014" y="226443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3051075" y="2356328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3382734" y="2217665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3091755" y="2262793"/>
              <a:ext cx="47139" cy="47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3445047" y="219373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3029638" y="219705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3382734" y="2184918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3029638" y="218289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3076585" y="2203662"/>
              <a:ext cx="52560" cy="5256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3674467" y="2128681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3189964" y="2133896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3071819" y="2261145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3226513" y="2364444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3239459" y="2306224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3442929" y="224611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3174920" y="2371428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3286668" y="2013529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3754111" y="218716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rc1229"/>
            <p:cNvSpPr/>
            <p:nvPr/>
          </p:nvSpPr>
          <p:spPr>
            <a:xfrm>
              <a:off x="2448808" y="1305836"/>
              <a:ext cx="1711497" cy="1711497"/>
            </a:xfrm>
            <a:prstGeom prst="rect">
              <a:avLst/>
            </a:prstGeom>
            <a:noFill/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rc1230"/>
            <p:cNvSpPr/>
            <p:nvPr/>
          </p:nvSpPr>
          <p:spPr>
            <a:xfrm>
              <a:off x="4223568" y="1305836"/>
              <a:ext cx="1711497" cy="171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4223568" y="274505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4223568" y="2356073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4223568" y="1967096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4223568" y="157812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4495852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4884829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5273806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5662782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4223568" y="293953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4223568" y="2550562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4223568" y="2161585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4223568" y="177260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223568" y="1383631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4301364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4690341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5079317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5468294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5857271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4223568" y="1305836"/>
              <a:ext cx="1711497" cy="1711497"/>
            </a:xfrm>
            <a:custGeom>
              <a:avLst/>
              <a:pathLst>
                <a:path w="1711497" h="1711497">
                  <a:moveTo>
                    <a:pt x="0" y="1711497"/>
                  </a:moveTo>
                  <a:lnTo>
                    <a:pt x="0" y="1711497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50" name="pt1250"/>
            <p:cNvSpPr/>
            <p:nvPr/>
          </p:nvSpPr>
          <p:spPr>
            <a:xfrm>
              <a:off x="5066334" y="165345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1"/>
            <p:cNvSpPr/>
            <p:nvPr/>
          </p:nvSpPr>
          <p:spPr>
            <a:xfrm>
              <a:off x="5638629" y="1572222"/>
              <a:ext cx="63865" cy="638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2"/>
            <p:cNvSpPr/>
            <p:nvPr/>
          </p:nvSpPr>
          <p:spPr>
            <a:xfrm>
              <a:off x="5846405" y="168803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3"/>
            <p:cNvSpPr/>
            <p:nvPr/>
          </p:nvSpPr>
          <p:spPr>
            <a:xfrm>
              <a:off x="5841670" y="159070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4"/>
            <p:cNvSpPr/>
            <p:nvPr/>
          </p:nvSpPr>
          <p:spPr>
            <a:xfrm>
              <a:off x="5841218" y="171680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5"/>
            <p:cNvSpPr/>
            <p:nvPr/>
          </p:nvSpPr>
          <p:spPr>
            <a:xfrm>
              <a:off x="5751236" y="1644475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6"/>
            <p:cNvSpPr/>
            <p:nvPr/>
          </p:nvSpPr>
          <p:spPr>
            <a:xfrm>
              <a:off x="5841218" y="151265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7"/>
            <p:cNvSpPr/>
            <p:nvPr/>
          </p:nvSpPr>
          <p:spPr>
            <a:xfrm>
              <a:off x="5554087" y="1532391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8"/>
            <p:cNvSpPr/>
            <p:nvPr/>
          </p:nvSpPr>
          <p:spPr>
            <a:xfrm>
              <a:off x="5840053" y="154391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9"/>
            <p:cNvSpPr/>
            <p:nvPr/>
          </p:nvSpPr>
          <p:spPr>
            <a:xfrm>
              <a:off x="5844287" y="144131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60"/>
            <p:cNvSpPr/>
            <p:nvPr/>
          </p:nvSpPr>
          <p:spPr>
            <a:xfrm>
              <a:off x="5779835" y="1505642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1"/>
            <p:cNvSpPr/>
            <p:nvPr/>
          </p:nvSpPr>
          <p:spPr>
            <a:xfrm>
              <a:off x="5323035" y="150844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2"/>
            <p:cNvSpPr/>
            <p:nvPr/>
          </p:nvSpPr>
          <p:spPr>
            <a:xfrm>
              <a:off x="5618946" y="163995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3"/>
            <p:cNvSpPr/>
            <p:nvPr/>
          </p:nvSpPr>
          <p:spPr>
            <a:xfrm>
              <a:off x="5468146" y="1571213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4"/>
            <p:cNvSpPr/>
            <p:nvPr/>
          </p:nvSpPr>
          <p:spPr>
            <a:xfrm>
              <a:off x="5704392" y="1538981"/>
              <a:ext cx="54805" cy="548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5"/>
            <p:cNvSpPr/>
            <p:nvPr/>
          </p:nvSpPr>
          <p:spPr>
            <a:xfrm>
              <a:off x="5713668" y="1531294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6"/>
            <p:cNvSpPr/>
            <p:nvPr/>
          </p:nvSpPr>
          <p:spPr>
            <a:xfrm>
              <a:off x="5656241" y="1700336"/>
              <a:ext cx="46424" cy="464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7"/>
            <p:cNvSpPr/>
            <p:nvPr/>
          </p:nvSpPr>
          <p:spPr>
            <a:xfrm>
              <a:off x="5843410" y="172067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8"/>
            <p:cNvSpPr/>
            <p:nvPr/>
          </p:nvSpPr>
          <p:spPr>
            <a:xfrm>
              <a:off x="5840803" y="155085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9"/>
            <p:cNvSpPr/>
            <p:nvPr/>
          </p:nvSpPr>
          <p:spPr>
            <a:xfrm>
              <a:off x="5841670" y="153846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70"/>
            <p:cNvSpPr/>
            <p:nvPr/>
          </p:nvSpPr>
          <p:spPr>
            <a:xfrm>
              <a:off x="5066334" y="160872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1"/>
            <p:cNvSpPr/>
            <p:nvPr/>
          </p:nvSpPr>
          <p:spPr>
            <a:xfrm>
              <a:off x="5663998" y="1596692"/>
              <a:ext cx="53136" cy="531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2"/>
            <p:cNvSpPr/>
            <p:nvPr/>
          </p:nvSpPr>
          <p:spPr>
            <a:xfrm>
              <a:off x="5582352" y="148614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3"/>
            <p:cNvSpPr/>
            <p:nvPr/>
          </p:nvSpPr>
          <p:spPr>
            <a:xfrm>
              <a:off x="5528871" y="175179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4"/>
            <p:cNvSpPr/>
            <p:nvPr/>
          </p:nvSpPr>
          <p:spPr>
            <a:xfrm>
              <a:off x="5844287" y="159587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5"/>
            <p:cNvSpPr/>
            <p:nvPr/>
          </p:nvSpPr>
          <p:spPr>
            <a:xfrm>
              <a:off x="5751236" y="1580481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6"/>
            <p:cNvSpPr/>
            <p:nvPr/>
          </p:nvSpPr>
          <p:spPr>
            <a:xfrm>
              <a:off x="5841670" y="143557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7"/>
            <p:cNvSpPr/>
            <p:nvPr/>
          </p:nvSpPr>
          <p:spPr>
            <a:xfrm>
              <a:off x="5711560" y="1542313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8"/>
            <p:cNvSpPr/>
            <p:nvPr/>
          </p:nvSpPr>
          <p:spPr>
            <a:xfrm>
              <a:off x="5841218" y="164023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9"/>
            <p:cNvSpPr/>
            <p:nvPr/>
          </p:nvSpPr>
          <p:spPr>
            <a:xfrm>
              <a:off x="5846405" y="145618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80"/>
            <p:cNvSpPr/>
            <p:nvPr/>
          </p:nvSpPr>
          <p:spPr>
            <a:xfrm>
              <a:off x="5396673" y="188849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1"/>
            <p:cNvSpPr/>
            <p:nvPr/>
          </p:nvSpPr>
          <p:spPr>
            <a:xfrm>
              <a:off x="5219807" y="156522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2"/>
            <p:cNvSpPr/>
            <p:nvPr/>
          </p:nvSpPr>
          <p:spPr>
            <a:xfrm>
              <a:off x="5614663" y="1590280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3"/>
            <p:cNvSpPr/>
            <p:nvPr/>
          </p:nvSpPr>
          <p:spPr>
            <a:xfrm>
              <a:off x="5174401" y="165723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4"/>
            <p:cNvSpPr/>
            <p:nvPr/>
          </p:nvSpPr>
          <p:spPr>
            <a:xfrm>
              <a:off x="5453761" y="160450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5"/>
            <p:cNvSpPr/>
            <p:nvPr/>
          </p:nvSpPr>
          <p:spPr>
            <a:xfrm>
              <a:off x="5844287" y="171735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6"/>
            <p:cNvSpPr/>
            <p:nvPr/>
          </p:nvSpPr>
          <p:spPr>
            <a:xfrm>
              <a:off x="5556817" y="1624096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7"/>
            <p:cNvSpPr/>
            <p:nvPr/>
          </p:nvSpPr>
          <p:spPr>
            <a:xfrm>
              <a:off x="5844287" y="146617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8"/>
            <p:cNvSpPr/>
            <p:nvPr/>
          </p:nvSpPr>
          <p:spPr>
            <a:xfrm>
              <a:off x="5846405" y="144761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9"/>
            <p:cNvSpPr/>
            <p:nvPr/>
          </p:nvSpPr>
          <p:spPr>
            <a:xfrm>
              <a:off x="5324775" y="161376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90"/>
            <p:cNvSpPr/>
            <p:nvPr/>
          </p:nvSpPr>
          <p:spPr>
            <a:xfrm>
              <a:off x="5846405" y="177293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1"/>
            <p:cNvSpPr/>
            <p:nvPr/>
          </p:nvSpPr>
          <p:spPr>
            <a:xfrm>
              <a:off x="5616498" y="1605440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2"/>
            <p:cNvSpPr/>
            <p:nvPr/>
          </p:nvSpPr>
          <p:spPr>
            <a:xfrm>
              <a:off x="5709723" y="1534210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3"/>
            <p:cNvSpPr/>
            <p:nvPr/>
          </p:nvSpPr>
          <p:spPr>
            <a:xfrm>
              <a:off x="5771421" y="1600131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4"/>
            <p:cNvSpPr/>
            <p:nvPr/>
          </p:nvSpPr>
          <p:spPr>
            <a:xfrm>
              <a:off x="5448199" y="1541651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5"/>
            <p:cNvSpPr/>
            <p:nvPr/>
          </p:nvSpPr>
          <p:spPr>
            <a:xfrm>
              <a:off x="5842737" y="161719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6"/>
            <p:cNvSpPr/>
            <p:nvPr/>
          </p:nvSpPr>
          <p:spPr>
            <a:xfrm>
              <a:off x="5066334" y="162682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7"/>
            <p:cNvSpPr/>
            <p:nvPr/>
          </p:nvSpPr>
          <p:spPr>
            <a:xfrm>
              <a:off x="5846405" y="146045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8"/>
            <p:cNvSpPr/>
            <p:nvPr/>
          </p:nvSpPr>
          <p:spPr>
            <a:xfrm>
              <a:off x="5324775" y="176339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9"/>
            <p:cNvSpPr/>
            <p:nvPr/>
          </p:nvSpPr>
          <p:spPr>
            <a:xfrm>
              <a:off x="4952129" y="192882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300"/>
            <p:cNvSpPr/>
            <p:nvPr/>
          </p:nvSpPr>
          <p:spPr>
            <a:xfrm>
              <a:off x="5840416" y="168541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1"/>
            <p:cNvSpPr/>
            <p:nvPr/>
          </p:nvSpPr>
          <p:spPr>
            <a:xfrm>
              <a:off x="5846405" y="146813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2"/>
            <p:cNvSpPr/>
            <p:nvPr/>
          </p:nvSpPr>
          <p:spPr>
            <a:xfrm>
              <a:off x="5846405" y="150938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3"/>
            <p:cNvSpPr/>
            <p:nvPr/>
          </p:nvSpPr>
          <p:spPr>
            <a:xfrm>
              <a:off x="4287503" y="218990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4"/>
            <p:cNvSpPr/>
            <p:nvPr/>
          </p:nvSpPr>
          <p:spPr>
            <a:xfrm>
              <a:off x="5453761" y="172505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5"/>
            <p:cNvSpPr/>
            <p:nvPr/>
          </p:nvSpPr>
          <p:spPr>
            <a:xfrm>
              <a:off x="4288380" y="182017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6"/>
            <p:cNvSpPr/>
            <p:nvPr/>
          </p:nvSpPr>
          <p:spPr>
            <a:xfrm>
              <a:off x="5324775" y="179175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7"/>
            <p:cNvSpPr/>
            <p:nvPr/>
          </p:nvSpPr>
          <p:spPr>
            <a:xfrm>
              <a:off x="5453761" y="170689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8"/>
            <p:cNvSpPr/>
            <p:nvPr/>
          </p:nvSpPr>
          <p:spPr>
            <a:xfrm>
              <a:off x="5846405" y="146290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9"/>
            <p:cNvSpPr/>
            <p:nvPr/>
          </p:nvSpPr>
          <p:spPr>
            <a:xfrm>
              <a:off x="5451826" y="183021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10"/>
            <p:cNvSpPr/>
            <p:nvPr/>
          </p:nvSpPr>
          <p:spPr>
            <a:xfrm>
              <a:off x="4290498" y="170985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1"/>
            <p:cNvSpPr/>
            <p:nvPr/>
          </p:nvSpPr>
          <p:spPr>
            <a:xfrm>
              <a:off x="5453761" y="184776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2"/>
            <p:cNvSpPr/>
            <p:nvPr/>
          </p:nvSpPr>
          <p:spPr>
            <a:xfrm>
              <a:off x="5174401" y="167338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3"/>
            <p:cNvSpPr/>
            <p:nvPr/>
          </p:nvSpPr>
          <p:spPr>
            <a:xfrm>
              <a:off x="5219807" y="206941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4"/>
            <p:cNvSpPr/>
            <p:nvPr/>
          </p:nvSpPr>
          <p:spPr>
            <a:xfrm>
              <a:off x="4675807" y="179047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5"/>
            <p:cNvSpPr/>
            <p:nvPr/>
          </p:nvSpPr>
          <p:spPr>
            <a:xfrm>
              <a:off x="5396673" y="179546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6"/>
            <p:cNvSpPr/>
            <p:nvPr/>
          </p:nvSpPr>
          <p:spPr>
            <a:xfrm>
              <a:off x="4908626" y="166835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7"/>
            <p:cNvSpPr/>
            <p:nvPr/>
          </p:nvSpPr>
          <p:spPr>
            <a:xfrm>
              <a:off x="4288380" y="202305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8"/>
            <p:cNvSpPr/>
            <p:nvPr/>
          </p:nvSpPr>
          <p:spPr>
            <a:xfrm>
              <a:off x="5846405" y="145572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9"/>
            <p:cNvSpPr/>
            <p:nvPr/>
          </p:nvSpPr>
          <p:spPr>
            <a:xfrm>
              <a:off x="5844287" y="181597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20"/>
            <p:cNvSpPr/>
            <p:nvPr/>
          </p:nvSpPr>
          <p:spPr>
            <a:xfrm>
              <a:off x="5709723" y="1566100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1"/>
            <p:cNvSpPr/>
            <p:nvPr/>
          </p:nvSpPr>
          <p:spPr>
            <a:xfrm>
              <a:off x="5846405" y="144986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2"/>
            <p:cNvSpPr/>
            <p:nvPr/>
          </p:nvSpPr>
          <p:spPr>
            <a:xfrm>
              <a:off x="5844287" y="141197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3"/>
            <p:cNvSpPr/>
            <p:nvPr/>
          </p:nvSpPr>
          <p:spPr>
            <a:xfrm>
              <a:off x="5066334" y="191107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4"/>
            <p:cNvSpPr/>
            <p:nvPr/>
          </p:nvSpPr>
          <p:spPr>
            <a:xfrm>
              <a:off x="5563364" y="1482698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5"/>
            <p:cNvSpPr/>
            <p:nvPr/>
          </p:nvSpPr>
          <p:spPr>
            <a:xfrm>
              <a:off x="5219807" y="167935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6"/>
            <p:cNvSpPr/>
            <p:nvPr/>
          </p:nvSpPr>
          <p:spPr>
            <a:xfrm>
              <a:off x="5324775" y="165161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7"/>
            <p:cNvSpPr/>
            <p:nvPr/>
          </p:nvSpPr>
          <p:spPr>
            <a:xfrm>
              <a:off x="5846405" y="153571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8"/>
            <p:cNvSpPr/>
            <p:nvPr/>
          </p:nvSpPr>
          <p:spPr>
            <a:xfrm>
              <a:off x="5684462" y="152050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9"/>
            <p:cNvSpPr/>
            <p:nvPr/>
          </p:nvSpPr>
          <p:spPr>
            <a:xfrm>
              <a:off x="5846405" y="144005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30"/>
            <p:cNvSpPr/>
            <p:nvPr/>
          </p:nvSpPr>
          <p:spPr>
            <a:xfrm>
              <a:off x="4290498" y="188457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1"/>
            <p:cNvSpPr/>
            <p:nvPr/>
          </p:nvSpPr>
          <p:spPr>
            <a:xfrm>
              <a:off x="5840416" y="144338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2"/>
            <p:cNvSpPr/>
            <p:nvPr/>
          </p:nvSpPr>
          <p:spPr>
            <a:xfrm>
              <a:off x="5599796" y="1529382"/>
              <a:ext cx="48177" cy="481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3"/>
            <p:cNvSpPr/>
            <p:nvPr/>
          </p:nvSpPr>
          <p:spPr>
            <a:xfrm>
              <a:off x="5843410" y="142048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4"/>
            <p:cNvSpPr/>
            <p:nvPr/>
          </p:nvSpPr>
          <p:spPr>
            <a:xfrm>
              <a:off x="5739909" y="1610806"/>
              <a:ext cx="51675" cy="516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5"/>
            <p:cNvSpPr/>
            <p:nvPr/>
          </p:nvSpPr>
          <p:spPr>
            <a:xfrm>
              <a:off x="5840416" y="150442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6"/>
            <p:cNvSpPr/>
            <p:nvPr/>
          </p:nvSpPr>
          <p:spPr>
            <a:xfrm>
              <a:off x="5667537" y="148968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7"/>
            <p:cNvSpPr/>
            <p:nvPr/>
          </p:nvSpPr>
          <p:spPr>
            <a:xfrm>
              <a:off x="5374599" y="1686763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8"/>
            <p:cNvSpPr/>
            <p:nvPr/>
          </p:nvSpPr>
          <p:spPr>
            <a:xfrm>
              <a:off x="5580065" y="1716028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9"/>
            <p:cNvSpPr/>
            <p:nvPr/>
          </p:nvSpPr>
          <p:spPr>
            <a:xfrm>
              <a:off x="5599700" y="1598080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40"/>
            <p:cNvSpPr/>
            <p:nvPr/>
          </p:nvSpPr>
          <p:spPr>
            <a:xfrm>
              <a:off x="5589855" y="1624513"/>
              <a:ext cx="65123" cy="6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1"/>
            <p:cNvSpPr/>
            <p:nvPr/>
          </p:nvSpPr>
          <p:spPr>
            <a:xfrm>
              <a:off x="5673642" y="1699576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2"/>
            <p:cNvSpPr/>
            <p:nvPr/>
          </p:nvSpPr>
          <p:spPr>
            <a:xfrm>
              <a:off x="5640128" y="1546421"/>
              <a:ext cx="45309" cy="453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3"/>
            <p:cNvSpPr/>
            <p:nvPr/>
          </p:nvSpPr>
          <p:spPr>
            <a:xfrm>
              <a:off x="5450406" y="156186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4"/>
            <p:cNvSpPr/>
            <p:nvPr/>
          </p:nvSpPr>
          <p:spPr>
            <a:xfrm>
              <a:off x="5667537" y="162634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5"/>
            <p:cNvSpPr/>
            <p:nvPr/>
          </p:nvSpPr>
          <p:spPr>
            <a:xfrm>
              <a:off x="5843410" y="163541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6"/>
            <p:cNvSpPr/>
            <p:nvPr/>
          </p:nvSpPr>
          <p:spPr>
            <a:xfrm>
              <a:off x="5462614" y="1564950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7"/>
            <p:cNvSpPr/>
            <p:nvPr/>
          </p:nvSpPr>
          <p:spPr>
            <a:xfrm>
              <a:off x="5449228" y="1753346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8"/>
            <p:cNvSpPr/>
            <p:nvPr/>
          </p:nvSpPr>
          <p:spPr>
            <a:xfrm>
              <a:off x="5505362" y="1670352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9"/>
            <p:cNvSpPr/>
            <p:nvPr/>
          </p:nvSpPr>
          <p:spPr>
            <a:xfrm>
              <a:off x="5576243" y="1595327"/>
              <a:ext cx="52850" cy="5285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50"/>
            <p:cNvSpPr/>
            <p:nvPr/>
          </p:nvSpPr>
          <p:spPr>
            <a:xfrm>
              <a:off x="5380316" y="1589338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1"/>
            <p:cNvSpPr/>
            <p:nvPr/>
          </p:nvSpPr>
          <p:spPr>
            <a:xfrm>
              <a:off x="5765979" y="1577180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2"/>
            <p:cNvSpPr/>
            <p:nvPr/>
          </p:nvSpPr>
          <p:spPr>
            <a:xfrm>
              <a:off x="5530989" y="165809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3"/>
            <p:cNvSpPr/>
            <p:nvPr/>
          </p:nvSpPr>
          <p:spPr>
            <a:xfrm>
              <a:off x="5709723" y="1639878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4"/>
            <p:cNvSpPr/>
            <p:nvPr/>
          </p:nvSpPr>
          <p:spPr>
            <a:xfrm>
              <a:off x="5599700" y="149385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5"/>
            <p:cNvSpPr/>
            <p:nvPr/>
          </p:nvSpPr>
          <p:spPr>
            <a:xfrm>
              <a:off x="5530989" y="151737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6"/>
            <p:cNvSpPr/>
            <p:nvPr/>
          </p:nvSpPr>
          <p:spPr>
            <a:xfrm>
              <a:off x="5846405" y="143146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7"/>
            <p:cNvSpPr/>
            <p:nvPr/>
          </p:nvSpPr>
          <p:spPr>
            <a:xfrm>
              <a:off x="5716133" y="1542828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8"/>
            <p:cNvSpPr/>
            <p:nvPr/>
          </p:nvSpPr>
          <p:spPr>
            <a:xfrm>
              <a:off x="5843410" y="159171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9"/>
            <p:cNvSpPr/>
            <p:nvPr/>
          </p:nvSpPr>
          <p:spPr>
            <a:xfrm>
              <a:off x="5494659" y="155547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60"/>
            <p:cNvSpPr/>
            <p:nvPr/>
          </p:nvSpPr>
          <p:spPr>
            <a:xfrm>
              <a:off x="5691782" y="1561695"/>
              <a:ext cx="53136" cy="531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1"/>
            <p:cNvSpPr/>
            <p:nvPr/>
          </p:nvSpPr>
          <p:spPr>
            <a:xfrm>
              <a:off x="5451826" y="151708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2"/>
            <p:cNvSpPr/>
            <p:nvPr/>
          </p:nvSpPr>
          <p:spPr>
            <a:xfrm>
              <a:off x="5835818" y="1529849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3"/>
            <p:cNvSpPr/>
            <p:nvPr/>
          </p:nvSpPr>
          <p:spPr>
            <a:xfrm>
              <a:off x="5453761" y="176873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4"/>
            <p:cNvSpPr/>
            <p:nvPr/>
          </p:nvSpPr>
          <p:spPr>
            <a:xfrm>
              <a:off x="5667537" y="153824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5"/>
            <p:cNvSpPr/>
            <p:nvPr/>
          </p:nvSpPr>
          <p:spPr>
            <a:xfrm>
              <a:off x="5843410" y="154038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6"/>
            <p:cNvSpPr/>
            <p:nvPr/>
          </p:nvSpPr>
          <p:spPr>
            <a:xfrm>
              <a:off x="5066334" y="168202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7"/>
            <p:cNvSpPr/>
            <p:nvPr/>
          </p:nvSpPr>
          <p:spPr>
            <a:xfrm>
              <a:off x="5841218" y="168319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8"/>
            <p:cNvSpPr/>
            <p:nvPr/>
          </p:nvSpPr>
          <p:spPr>
            <a:xfrm>
              <a:off x="5543317" y="1594063"/>
              <a:ext cx="70567" cy="705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9"/>
            <p:cNvSpPr/>
            <p:nvPr/>
          </p:nvSpPr>
          <p:spPr>
            <a:xfrm>
              <a:off x="5380316" y="1634783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70"/>
            <p:cNvSpPr/>
            <p:nvPr/>
          </p:nvSpPr>
          <p:spPr>
            <a:xfrm>
              <a:off x="5684462" y="152280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1"/>
            <p:cNvSpPr/>
            <p:nvPr/>
          </p:nvSpPr>
          <p:spPr>
            <a:xfrm>
              <a:off x="5132479" y="1750706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2"/>
            <p:cNvSpPr/>
            <p:nvPr/>
          </p:nvSpPr>
          <p:spPr>
            <a:xfrm>
              <a:off x="5528871" y="155297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3"/>
            <p:cNvSpPr/>
            <p:nvPr/>
          </p:nvSpPr>
          <p:spPr>
            <a:xfrm>
              <a:off x="5844287" y="145383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4"/>
            <p:cNvSpPr/>
            <p:nvPr/>
          </p:nvSpPr>
          <p:spPr>
            <a:xfrm>
              <a:off x="5618946" y="166661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5"/>
            <p:cNvSpPr/>
            <p:nvPr/>
          </p:nvSpPr>
          <p:spPr>
            <a:xfrm>
              <a:off x="5427973" y="1588174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6"/>
            <p:cNvSpPr/>
            <p:nvPr/>
          </p:nvSpPr>
          <p:spPr>
            <a:xfrm>
              <a:off x="5840416" y="162678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7"/>
            <p:cNvSpPr/>
            <p:nvPr/>
          </p:nvSpPr>
          <p:spPr>
            <a:xfrm>
              <a:off x="5505362" y="1599489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8"/>
            <p:cNvSpPr/>
            <p:nvPr/>
          </p:nvSpPr>
          <p:spPr>
            <a:xfrm>
              <a:off x="5665495" y="1587770"/>
              <a:ext cx="47139" cy="47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9"/>
            <p:cNvSpPr/>
            <p:nvPr/>
          </p:nvSpPr>
          <p:spPr>
            <a:xfrm>
              <a:off x="5480015" y="1598430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80"/>
            <p:cNvSpPr/>
            <p:nvPr/>
          </p:nvSpPr>
          <p:spPr>
            <a:xfrm>
              <a:off x="5844287" y="161927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1"/>
            <p:cNvSpPr/>
            <p:nvPr/>
          </p:nvSpPr>
          <p:spPr>
            <a:xfrm>
              <a:off x="5844287" y="155432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2"/>
            <p:cNvSpPr/>
            <p:nvPr/>
          </p:nvSpPr>
          <p:spPr>
            <a:xfrm>
              <a:off x="5582352" y="161969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3"/>
            <p:cNvSpPr/>
            <p:nvPr/>
          </p:nvSpPr>
          <p:spPr>
            <a:xfrm>
              <a:off x="5646314" y="167057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4"/>
            <p:cNvSpPr/>
            <p:nvPr/>
          </p:nvSpPr>
          <p:spPr>
            <a:xfrm>
              <a:off x="5844287" y="161694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5"/>
            <p:cNvSpPr/>
            <p:nvPr/>
          </p:nvSpPr>
          <p:spPr>
            <a:xfrm>
              <a:off x="5323035" y="161710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6"/>
            <p:cNvSpPr/>
            <p:nvPr/>
          </p:nvSpPr>
          <p:spPr>
            <a:xfrm>
              <a:off x="5844287" y="221929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7"/>
            <p:cNvSpPr/>
            <p:nvPr/>
          </p:nvSpPr>
          <p:spPr>
            <a:xfrm>
              <a:off x="5174401" y="168702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8"/>
            <p:cNvSpPr/>
            <p:nvPr/>
          </p:nvSpPr>
          <p:spPr>
            <a:xfrm>
              <a:off x="5323035" y="157524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9"/>
            <p:cNvSpPr/>
            <p:nvPr/>
          </p:nvSpPr>
          <p:spPr>
            <a:xfrm>
              <a:off x="5491918" y="1548290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90"/>
            <p:cNvSpPr/>
            <p:nvPr/>
          </p:nvSpPr>
          <p:spPr>
            <a:xfrm>
              <a:off x="5727634" y="1605477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1"/>
            <p:cNvSpPr/>
            <p:nvPr/>
          </p:nvSpPr>
          <p:spPr>
            <a:xfrm>
              <a:off x="5066334" y="170399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2"/>
            <p:cNvSpPr/>
            <p:nvPr/>
          </p:nvSpPr>
          <p:spPr>
            <a:xfrm>
              <a:off x="5646314" y="169916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3"/>
            <p:cNvSpPr/>
            <p:nvPr/>
          </p:nvSpPr>
          <p:spPr>
            <a:xfrm>
              <a:off x="5453761" y="169347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4"/>
            <p:cNvSpPr/>
            <p:nvPr/>
          </p:nvSpPr>
          <p:spPr>
            <a:xfrm>
              <a:off x="5530989" y="157052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5"/>
            <p:cNvSpPr/>
            <p:nvPr/>
          </p:nvSpPr>
          <p:spPr>
            <a:xfrm>
              <a:off x="5646314" y="155050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6"/>
            <p:cNvSpPr/>
            <p:nvPr/>
          </p:nvSpPr>
          <p:spPr>
            <a:xfrm>
              <a:off x="5698263" y="154914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7"/>
            <p:cNvSpPr/>
            <p:nvPr/>
          </p:nvSpPr>
          <p:spPr>
            <a:xfrm>
              <a:off x="5839070" y="1630054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8"/>
            <p:cNvSpPr/>
            <p:nvPr/>
          </p:nvSpPr>
          <p:spPr>
            <a:xfrm>
              <a:off x="5846405" y="145283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9"/>
            <p:cNvSpPr/>
            <p:nvPr/>
          </p:nvSpPr>
          <p:spPr>
            <a:xfrm>
              <a:off x="5618946" y="161006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400"/>
            <p:cNvSpPr/>
            <p:nvPr/>
          </p:nvSpPr>
          <p:spPr>
            <a:xfrm>
              <a:off x="5498233" y="1645352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1"/>
            <p:cNvSpPr/>
            <p:nvPr/>
          </p:nvSpPr>
          <p:spPr>
            <a:xfrm>
              <a:off x="5841670" y="148402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2"/>
            <p:cNvSpPr/>
            <p:nvPr/>
          </p:nvSpPr>
          <p:spPr>
            <a:xfrm>
              <a:off x="5491473" y="1590892"/>
              <a:ext cx="48514" cy="4851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3"/>
            <p:cNvSpPr/>
            <p:nvPr/>
          </p:nvSpPr>
          <p:spPr>
            <a:xfrm>
              <a:off x="5667537" y="162257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4"/>
            <p:cNvSpPr/>
            <p:nvPr/>
          </p:nvSpPr>
          <p:spPr>
            <a:xfrm>
              <a:off x="5846405" y="152233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5"/>
            <p:cNvSpPr/>
            <p:nvPr/>
          </p:nvSpPr>
          <p:spPr>
            <a:xfrm>
              <a:off x="5846405" y="154591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6"/>
            <p:cNvSpPr/>
            <p:nvPr/>
          </p:nvSpPr>
          <p:spPr>
            <a:xfrm>
              <a:off x="5582352" y="165128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7"/>
            <p:cNvSpPr/>
            <p:nvPr/>
          </p:nvSpPr>
          <p:spPr>
            <a:xfrm>
              <a:off x="5323035" y="178536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8"/>
            <p:cNvSpPr/>
            <p:nvPr/>
          </p:nvSpPr>
          <p:spPr>
            <a:xfrm>
              <a:off x="5844287" y="152626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9"/>
            <p:cNvSpPr/>
            <p:nvPr/>
          </p:nvSpPr>
          <p:spPr>
            <a:xfrm>
              <a:off x="5451826" y="172411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10"/>
            <p:cNvSpPr/>
            <p:nvPr/>
          </p:nvSpPr>
          <p:spPr>
            <a:xfrm>
              <a:off x="5257338" y="189253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1"/>
            <p:cNvSpPr/>
            <p:nvPr/>
          </p:nvSpPr>
          <p:spPr>
            <a:xfrm>
              <a:off x="5618946" y="175399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2"/>
            <p:cNvSpPr/>
            <p:nvPr/>
          </p:nvSpPr>
          <p:spPr>
            <a:xfrm>
              <a:off x="5841218" y="160128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3"/>
            <p:cNvSpPr/>
            <p:nvPr/>
          </p:nvSpPr>
          <p:spPr>
            <a:xfrm>
              <a:off x="4290498" y="172182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4"/>
            <p:cNvSpPr/>
            <p:nvPr/>
          </p:nvSpPr>
          <p:spPr>
            <a:xfrm>
              <a:off x="5252785" y="1747196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5"/>
            <p:cNvSpPr/>
            <p:nvPr/>
          </p:nvSpPr>
          <p:spPr>
            <a:xfrm>
              <a:off x="5323035" y="171937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6"/>
            <p:cNvSpPr/>
            <p:nvPr/>
          </p:nvSpPr>
          <p:spPr>
            <a:xfrm>
              <a:off x="5323035" y="160737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7"/>
            <p:cNvSpPr/>
            <p:nvPr/>
          </p:nvSpPr>
          <p:spPr>
            <a:xfrm>
              <a:off x="5846405" y="143410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8"/>
            <p:cNvSpPr/>
            <p:nvPr/>
          </p:nvSpPr>
          <p:spPr>
            <a:xfrm>
              <a:off x="5840416" y="157336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9"/>
            <p:cNvSpPr/>
            <p:nvPr/>
          </p:nvSpPr>
          <p:spPr>
            <a:xfrm>
              <a:off x="5582352" y="156840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20"/>
            <p:cNvSpPr/>
            <p:nvPr/>
          </p:nvSpPr>
          <p:spPr>
            <a:xfrm>
              <a:off x="5846405" y="153084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1"/>
            <p:cNvSpPr/>
            <p:nvPr/>
          </p:nvSpPr>
          <p:spPr>
            <a:xfrm>
              <a:off x="5646314" y="154801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2"/>
            <p:cNvSpPr/>
            <p:nvPr/>
          </p:nvSpPr>
          <p:spPr>
            <a:xfrm>
              <a:off x="5453761" y="178683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3"/>
            <p:cNvSpPr/>
            <p:nvPr/>
          </p:nvSpPr>
          <p:spPr>
            <a:xfrm>
              <a:off x="5841670" y="149657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4"/>
            <p:cNvSpPr/>
            <p:nvPr/>
          </p:nvSpPr>
          <p:spPr>
            <a:xfrm>
              <a:off x="5841670" y="159135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5"/>
            <p:cNvSpPr/>
            <p:nvPr/>
          </p:nvSpPr>
          <p:spPr>
            <a:xfrm>
              <a:off x="5844287" y="153885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6"/>
            <p:cNvSpPr/>
            <p:nvPr/>
          </p:nvSpPr>
          <p:spPr>
            <a:xfrm>
              <a:off x="4806139" y="158149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7"/>
            <p:cNvSpPr/>
            <p:nvPr/>
          </p:nvSpPr>
          <p:spPr>
            <a:xfrm>
              <a:off x="5842737" y="151360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8"/>
            <p:cNvSpPr/>
            <p:nvPr/>
          </p:nvSpPr>
          <p:spPr>
            <a:xfrm>
              <a:off x="5324775" y="173300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9"/>
            <p:cNvSpPr/>
            <p:nvPr/>
          </p:nvSpPr>
          <p:spPr>
            <a:xfrm>
              <a:off x="5839709" y="160078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30"/>
            <p:cNvSpPr/>
            <p:nvPr/>
          </p:nvSpPr>
          <p:spPr>
            <a:xfrm>
              <a:off x="5453761" y="168744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1"/>
            <p:cNvSpPr/>
            <p:nvPr/>
          </p:nvSpPr>
          <p:spPr>
            <a:xfrm>
              <a:off x="5063717" y="160863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2"/>
            <p:cNvSpPr/>
            <p:nvPr/>
          </p:nvSpPr>
          <p:spPr>
            <a:xfrm>
              <a:off x="5842737" y="165740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3"/>
            <p:cNvSpPr/>
            <p:nvPr/>
          </p:nvSpPr>
          <p:spPr>
            <a:xfrm>
              <a:off x="5698263" y="161962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4"/>
            <p:cNvSpPr/>
            <p:nvPr/>
          </p:nvSpPr>
          <p:spPr>
            <a:xfrm>
              <a:off x="5841670" y="162637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5"/>
            <p:cNvSpPr/>
            <p:nvPr/>
          </p:nvSpPr>
          <p:spPr>
            <a:xfrm>
              <a:off x="5846405" y="173052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6"/>
            <p:cNvSpPr/>
            <p:nvPr/>
          </p:nvSpPr>
          <p:spPr>
            <a:xfrm>
              <a:off x="5843410" y="146028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7"/>
            <p:cNvSpPr/>
            <p:nvPr/>
          </p:nvSpPr>
          <p:spPr>
            <a:xfrm>
              <a:off x="5842170" y="164609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8"/>
            <p:cNvSpPr/>
            <p:nvPr/>
          </p:nvSpPr>
          <p:spPr>
            <a:xfrm>
              <a:off x="5667537" y="158387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9"/>
            <p:cNvSpPr/>
            <p:nvPr/>
          </p:nvSpPr>
          <p:spPr>
            <a:xfrm>
              <a:off x="5842737" y="151153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40"/>
            <p:cNvSpPr/>
            <p:nvPr/>
          </p:nvSpPr>
          <p:spPr>
            <a:xfrm>
              <a:off x="5582352" y="163857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1"/>
            <p:cNvSpPr/>
            <p:nvPr/>
          </p:nvSpPr>
          <p:spPr>
            <a:xfrm>
              <a:off x="5846405" y="155017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2"/>
            <p:cNvSpPr/>
            <p:nvPr/>
          </p:nvSpPr>
          <p:spPr>
            <a:xfrm>
              <a:off x="5684462" y="151637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3"/>
            <p:cNvSpPr/>
            <p:nvPr/>
          </p:nvSpPr>
          <p:spPr>
            <a:xfrm>
              <a:off x="5066334" y="175340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4"/>
            <p:cNvSpPr/>
            <p:nvPr/>
          </p:nvSpPr>
          <p:spPr>
            <a:xfrm>
              <a:off x="5846405" y="154489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5"/>
            <p:cNvSpPr/>
            <p:nvPr/>
          </p:nvSpPr>
          <p:spPr>
            <a:xfrm>
              <a:off x="5494659" y="192104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6"/>
            <p:cNvSpPr/>
            <p:nvPr/>
          </p:nvSpPr>
          <p:spPr>
            <a:xfrm>
              <a:off x="5415371" y="1639818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7"/>
            <p:cNvSpPr/>
            <p:nvPr/>
          </p:nvSpPr>
          <p:spPr>
            <a:xfrm>
              <a:off x="5396673" y="169089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8"/>
            <p:cNvSpPr/>
            <p:nvPr/>
          </p:nvSpPr>
          <p:spPr>
            <a:xfrm>
              <a:off x="5528871" y="153736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9"/>
            <p:cNvSpPr/>
            <p:nvPr/>
          </p:nvSpPr>
          <p:spPr>
            <a:xfrm>
              <a:off x="5616498" y="1573692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50"/>
            <p:cNvSpPr/>
            <p:nvPr/>
          </p:nvSpPr>
          <p:spPr>
            <a:xfrm>
              <a:off x="5066334" y="218459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1"/>
            <p:cNvSpPr/>
            <p:nvPr/>
          </p:nvSpPr>
          <p:spPr>
            <a:xfrm>
              <a:off x="5843410" y="150029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2"/>
            <p:cNvSpPr/>
            <p:nvPr/>
          </p:nvSpPr>
          <p:spPr>
            <a:xfrm>
              <a:off x="5846405" y="184351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3"/>
            <p:cNvSpPr/>
            <p:nvPr/>
          </p:nvSpPr>
          <p:spPr>
            <a:xfrm>
              <a:off x="5633529" y="1560384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4"/>
            <p:cNvSpPr/>
            <p:nvPr/>
          </p:nvSpPr>
          <p:spPr>
            <a:xfrm>
              <a:off x="5846405" y="166970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5"/>
            <p:cNvSpPr/>
            <p:nvPr/>
          </p:nvSpPr>
          <p:spPr>
            <a:xfrm>
              <a:off x="5324775" y="164596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6"/>
            <p:cNvSpPr/>
            <p:nvPr/>
          </p:nvSpPr>
          <p:spPr>
            <a:xfrm>
              <a:off x="5396673" y="154497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7"/>
            <p:cNvSpPr/>
            <p:nvPr/>
          </p:nvSpPr>
          <p:spPr>
            <a:xfrm>
              <a:off x="5066334" y="166208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8"/>
            <p:cNvSpPr/>
            <p:nvPr/>
          </p:nvSpPr>
          <p:spPr>
            <a:xfrm>
              <a:off x="5843410" y="146165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9"/>
            <p:cNvSpPr/>
            <p:nvPr/>
          </p:nvSpPr>
          <p:spPr>
            <a:xfrm>
              <a:off x="5842737" y="161297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60"/>
            <p:cNvSpPr/>
            <p:nvPr/>
          </p:nvSpPr>
          <p:spPr>
            <a:xfrm>
              <a:off x="5846405" y="191877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1"/>
            <p:cNvSpPr/>
            <p:nvPr/>
          </p:nvSpPr>
          <p:spPr>
            <a:xfrm>
              <a:off x="4906509" y="173538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2"/>
            <p:cNvSpPr/>
            <p:nvPr/>
          </p:nvSpPr>
          <p:spPr>
            <a:xfrm>
              <a:off x="5842170" y="158921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3"/>
            <p:cNvSpPr/>
            <p:nvPr/>
          </p:nvSpPr>
          <p:spPr>
            <a:xfrm>
              <a:off x="5843410" y="160638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4"/>
            <p:cNvSpPr/>
            <p:nvPr/>
          </p:nvSpPr>
          <p:spPr>
            <a:xfrm>
              <a:off x="4806139" y="188723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5"/>
            <p:cNvSpPr/>
            <p:nvPr/>
          </p:nvSpPr>
          <p:spPr>
            <a:xfrm>
              <a:off x="5191088" y="183550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6"/>
            <p:cNvSpPr/>
            <p:nvPr/>
          </p:nvSpPr>
          <p:spPr>
            <a:xfrm>
              <a:off x="5064784" y="153281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7"/>
            <p:cNvSpPr/>
            <p:nvPr/>
          </p:nvSpPr>
          <p:spPr>
            <a:xfrm>
              <a:off x="5323035" y="165774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8"/>
            <p:cNvSpPr/>
            <p:nvPr/>
          </p:nvSpPr>
          <p:spPr>
            <a:xfrm>
              <a:off x="5840416" y="157951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9"/>
            <p:cNvSpPr/>
            <p:nvPr/>
          </p:nvSpPr>
          <p:spPr>
            <a:xfrm>
              <a:off x="5528871" y="165627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70"/>
            <p:cNvSpPr/>
            <p:nvPr/>
          </p:nvSpPr>
          <p:spPr>
            <a:xfrm>
              <a:off x="5219807" y="177070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1"/>
            <p:cNvSpPr/>
            <p:nvPr/>
          </p:nvSpPr>
          <p:spPr>
            <a:xfrm>
              <a:off x="4806139" y="173275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2"/>
            <p:cNvSpPr/>
            <p:nvPr/>
          </p:nvSpPr>
          <p:spPr>
            <a:xfrm>
              <a:off x="5768826" y="1628303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3"/>
            <p:cNvSpPr/>
            <p:nvPr/>
          </p:nvSpPr>
          <p:spPr>
            <a:xfrm>
              <a:off x="5219807" y="175280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4"/>
            <p:cNvSpPr/>
            <p:nvPr/>
          </p:nvSpPr>
          <p:spPr>
            <a:xfrm>
              <a:off x="5841670" y="162665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5"/>
            <p:cNvSpPr/>
            <p:nvPr/>
          </p:nvSpPr>
          <p:spPr>
            <a:xfrm>
              <a:off x="5064784" y="158783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6"/>
            <p:cNvSpPr/>
            <p:nvPr/>
          </p:nvSpPr>
          <p:spPr>
            <a:xfrm>
              <a:off x="5842737" y="155185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7"/>
            <p:cNvSpPr/>
            <p:nvPr/>
          </p:nvSpPr>
          <p:spPr>
            <a:xfrm>
              <a:off x="5066334" y="168743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8"/>
            <p:cNvSpPr/>
            <p:nvPr/>
          </p:nvSpPr>
          <p:spPr>
            <a:xfrm>
              <a:off x="5066334" y="195770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9"/>
            <p:cNvSpPr/>
            <p:nvPr/>
          </p:nvSpPr>
          <p:spPr>
            <a:xfrm>
              <a:off x="4290498" y="169677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80"/>
            <p:cNvSpPr/>
            <p:nvPr/>
          </p:nvSpPr>
          <p:spPr>
            <a:xfrm>
              <a:off x="5582352" y="174031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1"/>
            <p:cNvSpPr/>
            <p:nvPr/>
          </p:nvSpPr>
          <p:spPr>
            <a:xfrm>
              <a:off x="5840416" y="160892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2"/>
            <p:cNvSpPr/>
            <p:nvPr/>
          </p:nvSpPr>
          <p:spPr>
            <a:xfrm>
              <a:off x="5631028" y="1785625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3"/>
            <p:cNvSpPr/>
            <p:nvPr/>
          </p:nvSpPr>
          <p:spPr>
            <a:xfrm>
              <a:off x="4290498" y="189634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4"/>
            <p:cNvSpPr/>
            <p:nvPr/>
          </p:nvSpPr>
          <p:spPr>
            <a:xfrm>
              <a:off x="5842737" y="156374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5"/>
            <p:cNvSpPr/>
            <p:nvPr/>
          </p:nvSpPr>
          <p:spPr>
            <a:xfrm>
              <a:off x="4290498" y="202575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6"/>
            <p:cNvSpPr/>
            <p:nvPr/>
          </p:nvSpPr>
          <p:spPr>
            <a:xfrm>
              <a:off x="5453761" y="162987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7"/>
            <p:cNvSpPr/>
            <p:nvPr/>
          </p:nvSpPr>
          <p:spPr>
            <a:xfrm>
              <a:off x="5351983" y="1704738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8"/>
            <p:cNvSpPr/>
            <p:nvPr/>
          </p:nvSpPr>
          <p:spPr>
            <a:xfrm>
              <a:off x="5599700" y="1604135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9"/>
            <p:cNvSpPr/>
            <p:nvPr/>
          </p:nvSpPr>
          <p:spPr>
            <a:xfrm>
              <a:off x="5839382" y="157994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90"/>
            <p:cNvSpPr/>
            <p:nvPr/>
          </p:nvSpPr>
          <p:spPr>
            <a:xfrm>
              <a:off x="4806139" y="162714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1"/>
            <p:cNvSpPr/>
            <p:nvPr/>
          </p:nvSpPr>
          <p:spPr>
            <a:xfrm>
              <a:off x="5842170" y="166175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2"/>
            <p:cNvSpPr/>
            <p:nvPr/>
          </p:nvSpPr>
          <p:spPr>
            <a:xfrm>
              <a:off x="5396673" y="160449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3"/>
            <p:cNvSpPr/>
            <p:nvPr/>
          </p:nvSpPr>
          <p:spPr>
            <a:xfrm>
              <a:off x="5843410" y="163302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4"/>
            <p:cNvSpPr/>
            <p:nvPr/>
          </p:nvSpPr>
          <p:spPr>
            <a:xfrm>
              <a:off x="5494659" y="162017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5"/>
            <p:cNvSpPr/>
            <p:nvPr/>
          </p:nvSpPr>
          <p:spPr>
            <a:xfrm>
              <a:off x="5667537" y="158327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6"/>
            <p:cNvSpPr/>
            <p:nvPr/>
          </p:nvSpPr>
          <p:spPr>
            <a:xfrm>
              <a:off x="5324775" y="155690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7"/>
            <p:cNvSpPr/>
            <p:nvPr/>
          </p:nvSpPr>
          <p:spPr>
            <a:xfrm>
              <a:off x="5711560" y="1689090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8"/>
            <p:cNvSpPr/>
            <p:nvPr/>
          </p:nvSpPr>
          <p:spPr>
            <a:xfrm>
              <a:off x="5219807" y="159021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9"/>
            <p:cNvSpPr/>
            <p:nvPr/>
          </p:nvSpPr>
          <p:spPr>
            <a:xfrm>
              <a:off x="5618946" y="174812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500"/>
            <p:cNvSpPr/>
            <p:nvPr/>
          </p:nvSpPr>
          <p:spPr>
            <a:xfrm>
              <a:off x="5066334" y="194445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1"/>
            <p:cNvSpPr/>
            <p:nvPr/>
          </p:nvSpPr>
          <p:spPr>
            <a:xfrm>
              <a:off x="4952129" y="176851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2"/>
            <p:cNvSpPr/>
            <p:nvPr/>
          </p:nvSpPr>
          <p:spPr>
            <a:xfrm>
              <a:off x="5453761" y="202825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3"/>
            <p:cNvSpPr/>
            <p:nvPr/>
          </p:nvSpPr>
          <p:spPr>
            <a:xfrm>
              <a:off x="5514192" y="1620994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4"/>
            <p:cNvSpPr/>
            <p:nvPr/>
          </p:nvSpPr>
          <p:spPr>
            <a:xfrm>
              <a:off x="5684462" y="164631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5"/>
            <p:cNvSpPr/>
            <p:nvPr/>
          </p:nvSpPr>
          <p:spPr>
            <a:xfrm>
              <a:off x="5582352" y="169993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6"/>
            <p:cNvSpPr/>
            <p:nvPr/>
          </p:nvSpPr>
          <p:spPr>
            <a:xfrm>
              <a:off x="5667537" y="150512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7"/>
            <p:cNvSpPr/>
            <p:nvPr/>
          </p:nvSpPr>
          <p:spPr>
            <a:xfrm>
              <a:off x="5324775" y="153151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8"/>
            <p:cNvSpPr/>
            <p:nvPr/>
          </p:nvSpPr>
          <p:spPr>
            <a:xfrm>
              <a:off x="5843410" y="159367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9"/>
            <p:cNvSpPr/>
            <p:nvPr/>
          </p:nvSpPr>
          <p:spPr>
            <a:xfrm>
              <a:off x="5646314" y="158637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10"/>
            <p:cNvSpPr/>
            <p:nvPr/>
          </p:nvSpPr>
          <p:spPr>
            <a:xfrm>
              <a:off x="5842737" y="170433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1"/>
            <p:cNvSpPr/>
            <p:nvPr/>
          </p:nvSpPr>
          <p:spPr>
            <a:xfrm>
              <a:off x="5453761" y="149517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2"/>
            <p:cNvSpPr/>
            <p:nvPr/>
          </p:nvSpPr>
          <p:spPr>
            <a:xfrm>
              <a:off x="5618946" y="159878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3"/>
            <p:cNvSpPr/>
            <p:nvPr/>
          </p:nvSpPr>
          <p:spPr>
            <a:xfrm>
              <a:off x="5840803" y="159956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4"/>
            <p:cNvSpPr/>
            <p:nvPr/>
          </p:nvSpPr>
          <p:spPr>
            <a:xfrm>
              <a:off x="5844287" y="157049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5"/>
            <p:cNvSpPr/>
            <p:nvPr/>
          </p:nvSpPr>
          <p:spPr>
            <a:xfrm>
              <a:off x="5843410" y="155431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6"/>
            <p:cNvSpPr/>
            <p:nvPr/>
          </p:nvSpPr>
          <p:spPr>
            <a:xfrm>
              <a:off x="5843410" y="153642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7"/>
            <p:cNvSpPr/>
            <p:nvPr/>
          </p:nvSpPr>
          <p:spPr>
            <a:xfrm>
              <a:off x="5580065" y="162772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8"/>
            <p:cNvSpPr/>
            <p:nvPr/>
          </p:nvSpPr>
          <p:spPr>
            <a:xfrm>
              <a:off x="5838482" y="1572971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9"/>
            <p:cNvSpPr/>
            <p:nvPr/>
          </p:nvSpPr>
          <p:spPr>
            <a:xfrm>
              <a:off x="5842737" y="151758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20"/>
            <p:cNvSpPr/>
            <p:nvPr/>
          </p:nvSpPr>
          <p:spPr>
            <a:xfrm>
              <a:off x="5631028" y="1590990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1"/>
            <p:cNvSpPr/>
            <p:nvPr/>
          </p:nvSpPr>
          <p:spPr>
            <a:xfrm>
              <a:off x="5843410" y="177197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2"/>
            <p:cNvSpPr/>
            <p:nvPr/>
          </p:nvSpPr>
          <p:spPr>
            <a:xfrm>
              <a:off x="5846405" y="160240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3"/>
            <p:cNvSpPr/>
            <p:nvPr/>
          </p:nvSpPr>
          <p:spPr>
            <a:xfrm>
              <a:off x="5842170" y="161101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4"/>
            <p:cNvSpPr/>
            <p:nvPr/>
          </p:nvSpPr>
          <p:spPr>
            <a:xfrm>
              <a:off x="5843410" y="152812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5"/>
            <p:cNvSpPr/>
            <p:nvPr/>
          </p:nvSpPr>
          <p:spPr>
            <a:xfrm>
              <a:off x="5842170" y="170689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6"/>
            <p:cNvSpPr/>
            <p:nvPr/>
          </p:nvSpPr>
          <p:spPr>
            <a:xfrm>
              <a:off x="5843410" y="149740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7"/>
            <p:cNvSpPr/>
            <p:nvPr/>
          </p:nvSpPr>
          <p:spPr>
            <a:xfrm>
              <a:off x="5844287" y="145059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8"/>
            <p:cNvSpPr/>
            <p:nvPr/>
          </p:nvSpPr>
          <p:spPr>
            <a:xfrm>
              <a:off x="4288380" y="149200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9"/>
            <p:cNvSpPr/>
            <p:nvPr/>
          </p:nvSpPr>
          <p:spPr>
            <a:xfrm>
              <a:off x="5530989" y="181039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30"/>
            <p:cNvSpPr/>
            <p:nvPr/>
          </p:nvSpPr>
          <p:spPr>
            <a:xfrm>
              <a:off x="5841670" y="163969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1"/>
            <p:cNvSpPr/>
            <p:nvPr/>
          </p:nvSpPr>
          <p:spPr>
            <a:xfrm>
              <a:off x="5844287" y="160475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2"/>
            <p:cNvSpPr/>
            <p:nvPr/>
          </p:nvSpPr>
          <p:spPr>
            <a:xfrm>
              <a:off x="5631028" y="1722863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3"/>
            <p:cNvSpPr/>
            <p:nvPr/>
          </p:nvSpPr>
          <p:spPr>
            <a:xfrm>
              <a:off x="5148902" y="203332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4"/>
            <p:cNvSpPr/>
            <p:nvPr/>
          </p:nvSpPr>
          <p:spPr>
            <a:xfrm>
              <a:off x="5494659" y="171649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5"/>
            <p:cNvSpPr/>
            <p:nvPr/>
          </p:nvSpPr>
          <p:spPr>
            <a:xfrm>
              <a:off x="4806139" y="184590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6"/>
            <p:cNvSpPr/>
            <p:nvPr/>
          </p:nvSpPr>
          <p:spPr>
            <a:xfrm>
              <a:off x="5846405" y="160948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7"/>
            <p:cNvSpPr/>
            <p:nvPr/>
          </p:nvSpPr>
          <p:spPr>
            <a:xfrm>
              <a:off x="5844287" y="156641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8"/>
            <p:cNvSpPr/>
            <p:nvPr/>
          </p:nvSpPr>
          <p:spPr>
            <a:xfrm>
              <a:off x="5530989" y="192457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9"/>
            <p:cNvSpPr/>
            <p:nvPr/>
          </p:nvSpPr>
          <p:spPr>
            <a:xfrm>
              <a:off x="5396673" y="161800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40"/>
            <p:cNvSpPr/>
            <p:nvPr/>
          </p:nvSpPr>
          <p:spPr>
            <a:xfrm>
              <a:off x="5684462" y="1582585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1"/>
            <p:cNvSpPr/>
            <p:nvPr/>
          </p:nvSpPr>
          <p:spPr>
            <a:xfrm>
              <a:off x="5844287" y="165041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2"/>
            <p:cNvSpPr/>
            <p:nvPr/>
          </p:nvSpPr>
          <p:spPr>
            <a:xfrm>
              <a:off x="5540573" y="1670577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3"/>
            <p:cNvSpPr/>
            <p:nvPr/>
          </p:nvSpPr>
          <p:spPr>
            <a:xfrm>
              <a:off x="5846405" y="159383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4"/>
            <p:cNvSpPr/>
            <p:nvPr/>
          </p:nvSpPr>
          <p:spPr>
            <a:xfrm>
              <a:off x="5219807" y="164392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5"/>
            <p:cNvSpPr/>
            <p:nvPr/>
          </p:nvSpPr>
          <p:spPr>
            <a:xfrm>
              <a:off x="5494659" y="170013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6"/>
            <p:cNvSpPr/>
            <p:nvPr/>
          </p:nvSpPr>
          <p:spPr>
            <a:xfrm>
              <a:off x="5844287" y="194479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7"/>
            <p:cNvSpPr/>
            <p:nvPr/>
          </p:nvSpPr>
          <p:spPr>
            <a:xfrm>
              <a:off x="5530989" y="161940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8"/>
            <p:cNvSpPr/>
            <p:nvPr/>
          </p:nvSpPr>
          <p:spPr>
            <a:xfrm>
              <a:off x="5524851" y="1684017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9"/>
            <p:cNvSpPr/>
            <p:nvPr/>
          </p:nvSpPr>
          <p:spPr>
            <a:xfrm>
              <a:off x="5846405" y="219779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50"/>
            <p:cNvSpPr/>
            <p:nvPr/>
          </p:nvSpPr>
          <p:spPr>
            <a:xfrm>
              <a:off x="5528871" y="169085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1"/>
            <p:cNvSpPr/>
            <p:nvPr/>
          </p:nvSpPr>
          <p:spPr>
            <a:xfrm>
              <a:off x="5844287" y="162388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2"/>
            <p:cNvSpPr/>
            <p:nvPr/>
          </p:nvSpPr>
          <p:spPr>
            <a:xfrm>
              <a:off x="5841670" y="159293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3"/>
            <p:cNvSpPr/>
            <p:nvPr/>
          </p:nvSpPr>
          <p:spPr>
            <a:xfrm>
              <a:off x="5710691" y="1515323"/>
              <a:ext cx="47490" cy="474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4"/>
            <p:cNvSpPr/>
            <p:nvPr/>
          </p:nvSpPr>
          <p:spPr>
            <a:xfrm>
              <a:off x="5843410" y="156143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5"/>
            <p:cNvSpPr/>
            <p:nvPr/>
          </p:nvSpPr>
          <p:spPr>
            <a:xfrm>
              <a:off x="5843410" y="155111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6"/>
            <p:cNvSpPr/>
            <p:nvPr/>
          </p:nvSpPr>
          <p:spPr>
            <a:xfrm>
              <a:off x="5257338" y="168452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7"/>
            <p:cNvSpPr/>
            <p:nvPr/>
          </p:nvSpPr>
          <p:spPr>
            <a:xfrm>
              <a:off x="5643716" y="1523713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8"/>
            <p:cNvSpPr/>
            <p:nvPr/>
          </p:nvSpPr>
          <p:spPr>
            <a:xfrm>
              <a:off x="5846405" y="156070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9"/>
            <p:cNvSpPr/>
            <p:nvPr/>
          </p:nvSpPr>
          <p:spPr>
            <a:xfrm>
              <a:off x="5528871" y="1493245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60"/>
            <p:cNvSpPr/>
            <p:nvPr/>
          </p:nvSpPr>
          <p:spPr>
            <a:xfrm>
              <a:off x="5451826" y="159618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1"/>
            <p:cNvSpPr/>
            <p:nvPr/>
          </p:nvSpPr>
          <p:spPr>
            <a:xfrm>
              <a:off x="5066334" y="162442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2"/>
            <p:cNvSpPr/>
            <p:nvPr/>
          </p:nvSpPr>
          <p:spPr>
            <a:xfrm>
              <a:off x="5841218" y="161093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3"/>
            <p:cNvSpPr/>
            <p:nvPr/>
          </p:nvSpPr>
          <p:spPr>
            <a:xfrm>
              <a:off x="5324775" y="157265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4"/>
            <p:cNvSpPr/>
            <p:nvPr/>
          </p:nvSpPr>
          <p:spPr>
            <a:xfrm>
              <a:off x="5580065" y="1543648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5"/>
            <p:cNvSpPr/>
            <p:nvPr/>
          </p:nvSpPr>
          <p:spPr>
            <a:xfrm>
              <a:off x="5842737" y="159707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6"/>
            <p:cNvSpPr/>
            <p:nvPr/>
          </p:nvSpPr>
          <p:spPr>
            <a:xfrm>
              <a:off x="5064784" y="175923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7"/>
            <p:cNvSpPr/>
            <p:nvPr/>
          </p:nvSpPr>
          <p:spPr>
            <a:xfrm>
              <a:off x="5841218" y="147978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8"/>
            <p:cNvSpPr/>
            <p:nvPr/>
          </p:nvSpPr>
          <p:spPr>
            <a:xfrm>
              <a:off x="5667537" y="161848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9"/>
            <p:cNvSpPr/>
            <p:nvPr/>
          </p:nvSpPr>
          <p:spPr>
            <a:xfrm>
              <a:off x="5618946" y="157777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70"/>
            <p:cNvSpPr/>
            <p:nvPr/>
          </p:nvSpPr>
          <p:spPr>
            <a:xfrm>
              <a:off x="5654888" y="1723149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1"/>
            <p:cNvSpPr/>
            <p:nvPr/>
          </p:nvSpPr>
          <p:spPr>
            <a:xfrm>
              <a:off x="4290498" y="156543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2"/>
            <p:cNvSpPr/>
            <p:nvPr/>
          </p:nvSpPr>
          <p:spPr>
            <a:xfrm>
              <a:off x="5582764" y="1472396"/>
              <a:ext cx="55075" cy="550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3"/>
            <p:cNvSpPr/>
            <p:nvPr/>
          </p:nvSpPr>
          <p:spPr>
            <a:xfrm>
              <a:off x="5596448" y="1469090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4"/>
            <p:cNvSpPr/>
            <p:nvPr/>
          </p:nvSpPr>
          <p:spPr>
            <a:xfrm>
              <a:off x="4290498" y="141792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5"/>
            <p:cNvSpPr/>
            <p:nvPr/>
          </p:nvSpPr>
          <p:spPr>
            <a:xfrm>
              <a:off x="5634046" y="1551760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6"/>
            <p:cNvSpPr/>
            <p:nvPr/>
          </p:nvSpPr>
          <p:spPr>
            <a:xfrm>
              <a:off x="5673642" y="1692177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7"/>
            <p:cNvSpPr/>
            <p:nvPr/>
          </p:nvSpPr>
          <p:spPr>
            <a:xfrm>
              <a:off x="5625640" y="1457656"/>
              <a:ext cx="52268" cy="5226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8"/>
            <p:cNvSpPr/>
            <p:nvPr/>
          </p:nvSpPr>
          <p:spPr>
            <a:xfrm>
              <a:off x="5530989" y="148884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9"/>
            <p:cNvSpPr/>
            <p:nvPr/>
          </p:nvSpPr>
          <p:spPr>
            <a:xfrm>
              <a:off x="5415371" y="1718690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80"/>
            <p:cNvSpPr/>
            <p:nvPr/>
          </p:nvSpPr>
          <p:spPr>
            <a:xfrm>
              <a:off x="5784617" y="1613280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1"/>
            <p:cNvSpPr/>
            <p:nvPr/>
          </p:nvSpPr>
          <p:spPr>
            <a:xfrm>
              <a:off x="5846405" y="161832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2"/>
            <p:cNvSpPr/>
            <p:nvPr/>
          </p:nvSpPr>
          <p:spPr>
            <a:xfrm>
              <a:off x="5494659" y="169638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3"/>
            <p:cNvSpPr/>
            <p:nvPr/>
          </p:nvSpPr>
          <p:spPr>
            <a:xfrm>
              <a:off x="5582352" y="173608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4"/>
            <p:cNvSpPr/>
            <p:nvPr/>
          </p:nvSpPr>
          <p:spPr>
            <a:xfrm>
              <a:off x="5066334" y="192781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5"/>
            <p:cNvSpPr/>
            <p:nvPr/>
          </p:nvSpPr>
          <p:spPr>
            <a:xfrm>
              <a:off x="5842170" y="175963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6"/>
            <p:cNvSpPr/>
            <p:nvPr/>
          </p:nvSpPr>
          <p:spPr>
            <a:xfrm>
              <a:off x="5064784" y="189437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7"/>
            <p:cNvSpPr/>
            <p:nvPr/>
          </p:nvSpPr>
          <p:spPr>
            <a:xfrm>
              <a:off x="5842737" y="153837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8"/>
            <p:cNvSpPr/>
            <p:nvPr/>
          </p:nvSpPr>
          <p:spPr>
            <a:xfrm>
              <a:off x="5373281" y="165320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9"/>
            <p:cNvSpPr/>
            <p:nvPr/>
          </p:nvSpPr>
          <p:spPr>
            <a:xfrm>
              <a:off x="5530989" y="162717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90"/>
            <p:cNvSpPr/>
            <p:nvPr/>
          </p:nvSpPr>
          <p:spPr>
            <a:xfrm>
              <a:off x="5219807" y="214240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1"/>
            <p:cNvSpPr/>
            <p:nvPr/>
          </p:nvSpPr>
          <p:spPr>
            <a:xfrm>
              <a:off x="5840053" y="158163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2"/>
            <p:cNvSpPr/>
            <p:nvPr/>
          </p:nvSpPr>
          <p:spPr>
            <a:xfrm>
              <a:off x="5530989" y="168015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3"/>
            <p:cNvSpPr/>
            <p:nvPr/>
          </p:nvSpPr>
          <p:spPr>
            <a:xfrm>
              <a:off x="5451826" y="174622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4"/>
            <p:cNvSpPr/>
            <p:nvPr/>
          </p:nvSpPr>
          <p:spPr>
            <a:xfrm>
              <a:off x="5841670" y="151344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5"/>
            <p:cNvSpPr/>
            <p:nvPr/>
          </p:nvSpPr>
          <p:spPr>
            <a:xfrm>
              <a:off x="5844287" y="166796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6"/>
            <p:cNvSpPr/>
            <p:nvPr/>
          </p:nvSpPr>
          <p:spPr>
            <a:xfrm>
              <a:off x="5064784" y="182577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7"/>
            <p:cNvSpPr/>
            <p:nvPr/>
          </p:nvSpPr>
          <p:spPr>
            <a:xfrm>
              <a:off x="5846405" y="209576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8"/>
            <p:cNvSpPr/>
            <p:nvPr/>
          </p:nvSpPr>
          <p:spPr>
            <a:xfrm>
              <a:off x="5844287" y="150317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9"/>
            <p:cNvSpPr/>
            <p:nvPr/>
          </p:nvSpPr>
          <p:spPr>
            <a:xfrm>
              <a:off x="5530989" y="158455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600"/>
            <p:cNvSpPr/>
            <p:nvPr/>
          </p:nvSpPr>
          <p:spPr>
            <a:xfrm>
              <a:off x="5846405" y="172569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1"/>
            <p:cNvSpPr/>
            <p:nvPr/>
          </p:nvSpPr>
          <p:spPr>
            <a:xfrm>
              <a:off x="5453761" y="154775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2"/>
            <p:cNvSpPr/>
            <p:nvPr/>
          </p:nvSpPr>
          <p:spPr>
            <a:xfrm>
              <a:off x="5453761" y="159659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3"/>
            <p:cNvSpPr/>
            <p:nvPr/>
          </p:nvSpPr>
          <p:spPr>
            <a:xfrm>
              <a:off x="5323035" y="172181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4"/>
            <p:cNvSpPr/>
            <p:nvPr/>
          </p:nvSpPr>
          <p:spPr>
            <a:xfrm>
              <a:off x="5324775" y="158347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5"/>
            <p:cNvSpPr/>
            <p:nvPr/>
          </p:nvSpPr>
          <p:spPr>
            <a:xfrm>
              <a:off x="5844287" y="187287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6"/>
            <p:cNvSpPr/>
            <p:nvPr/>
          </p:nvSpPr>
          <p:spPr>
            <a:xfrm>
              <a:off x="5219807" y="170321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7"/>
            <p:cNvSpPr/>
            <p:nvPr/>
          </p:nvSpPr>
          <p:spPr>
            <a:xfrm>
              <a:off x="5324775" y="190472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8"/>
            <p:cNvSpPr/>
            <p:nvPr/>
          </p:nvSpPr>
          <p:spPr>
            <a:xfrm>
              <a:off x="5846405" y="141892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9"/>
            <p:cNvSpPr/>
            <p:nvPr/>
          </p:nvSpPr>
          <p:spPr>
            <a:xfrm>
              <a:off x="5324775" y="175218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10"/>
            <p:cNvSpPr/>
            <p:nvPr/>
          </p:nvSpPr>
          <p:spPr>
            <a:xfrm>
              <a:off x="4597444" y="159555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1"/>
            <p:cNvSpPr/>
            <p:nvPr/>
          </p:nvSpPr>
          <p:spPr>
            <a:xfrm>
              <a:off x="5842737" y="147912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2"/>
            <p:cNvSpPr/>
            <p:nvPr/>
          </p:nvSpPr>
          <p:spPr>
            <a:xfrm>
              <a:off x="5839382" y="169613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3"/>
            <p:cNvSpPr/>
            <p:nvPr/>
          </p:nvSpPr>
          <p:spPr>
            <a:xfrm>
              <a:off x="5451826" y="194868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4"/>
            <p:cNvSpPr/>
            <p:nvPr/>
          </p:nvSpPr>
          <p:spPr>
            <a:xfrm>
              <a:off x="5324775" y="174019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5"/>
            <p:cNvSpPr/>
            <p:nvPr/>
          </p:nvSpPr>
          <p:spPr>
            <a:xfrm>
              <a:off x="5844287" y="153753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6"/>
            <p:cNvSpPr/>
            <p:nvPr/>
          </p:nvSpPr>
          <p:spPr>
            <a:xfrm>
              <a:off x="5844287" y="157346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7"/>
            <p:cNvSpPr/>
            <p:nvPr/>
          </p:nvSpPr>
          <p:spPr>
            <a:xfrm>
              <a:off x="5066334" y="163649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8"/>
            <p:cNvSpPr/>
            <p:nvPr/>
          </p:nvSpPr>
          <p:spPr>
            <a:xfrm>
              <a:off x="5451826" y="171752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9"/>
            <p:cNvSpPr/>
            <p:nvPr/>
          </p:nvSpPr>
          <p:spPr>
            <a:xfrm>
              <a:off x="5453761" y="177846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20"/>
            <p:cNvSpPr/>
            <p:nvPr/>
          </p:nvSpPr>
          <p:spPr>
            <a:xfrm>
              <a:off x="5841670" y="167042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1"/>
            <p:cNvSpPr/>
            <p:nvPr/>
          </p:nvSpPr>
          <p:spPr>
            <a:xfrm>
              <a:off x="5844287" y="159421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2"/>
            <p:cNvSpPr/>
            <p:nvPr/>
          </p:nvSpPr>
          <p:spPr>
            <a:xfrm>
              <a:off x="5324775" y="185840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3"/>
            <p:cNvSpPr/>
            <p:nvPr/>
          </p:nvSpPr>
          <p:spPr>
            <a:xfrm>
              <a:off x="5064784" y="164528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4"/>
            <p:cNvSpPr/>
            <p:nvPr/>
          </p:nvSpPr>
          <p:spPr>
            <a:xfrm>
              <a:off x="5844287" y="144916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5"/>
            <p:cNvSpPr/>
            <p:nvPr/>
          </p:nvSpPr>
          <p:spPr>
            <a:xfrm>
              <a:off x="5530989" y="149769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6"/>
            <p:cNvSpPr/>
            <p:nvPr/>
          </p:nvSpPr>
          <p:spPr>
            <a:xfrm>
              <a:off x="4290498" y="184566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7"/>
            <p:cNvSpPr/>
            <p:nvPr/>
          </p:nvSpPr>
          <p:spPr>
            <a:xfrm>
              <a:off x="5844287" y="178733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8"/>
            <p:cNvSpPr/>
            <p:nvPr/>
          </p:nvSpPr>
          <p:spPr>
            <a:xfrm>
              <a:off x="5063717" y="171397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9"/>
            <p:cNvSpPr/>
            <p:nvPr/>
          </p:nvSpPr>
          <p:spPr>
            <a:xfrm>
              <a:off x="5453761" y="177234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30"/>
            <p:cNvSpPr/>
            <p:nvPr/>
          </p:nvSpPr>
          <p:spPr>
            <a:xfrm>
              <a:off x="5746412" y="1642106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1"/>
            <p:cNvSpPr/>
            <p:nvPr/>
          </p:nvSpPr>
          <p:spPr>
            <a:xfrm>
              <a:off x="5841670" y="165441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2"/>
            <p:cNvSpPr/>
            <p:nvPr/>
          </p:nvSpPr>
          <p:spPr>
            <a:xfrm>
              <a:off x="5844287" y="174571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3"/>
            <p:cNvSpPr/>
            <p:nvPr/>
          </p:nvSpPr>
          <p:spPr>
            <a:xfrm>
              <a:off x="5320747" y="1718529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4"/>
            <p:cNvSpPr/>
            <p:nvPr/>
          </p:nvSpPr>
          <p:spPr>
            <a:xfrm>
              <a:off x="5396673" y="169532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5"/>
            <p:cNvSpPr/>
            <p:nvPr/>
          </p:nvSpPr>
          <p:spPr>
            <a:xfrm>
              <a:off x="5843410" y="177145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6"/>
            <p:cNvSpPr/>
            <p:nvPr/>
          </p:nvSpPr>
          <p:spPr>
            <a:xfrm>
              <a:off x="5844287" y="163125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7"/>
            <p:cNvSpPr/>
            <p:nvPr/>
          </p:nvSpPr>
          <p:spPr>
            <a:xfrm>
              <a:off x="5846405" y="171046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8"/>
            <p:cNvSpPr/>
            <p:nvPr/>
          </p:nvSpPr>
          <p:spPr>
            <a:xfrm>
              <a:off x="5219807" y="163397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9"/>
            <p:cNvSpPr/>
            <p:nvPr/>
          </p:nvSpPr>
          <p:spPr>
            <a:xfrm>
              <a:off x="4804399" y="175583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40"/>
            <p:cNvSpPr/>
            <p:nvPr/>
          </p:nvSpPr>
          <p:spPr>
            <a:xfrm>
              <a:off x="5841218" y="146542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1"/>
            <p:cNvSpPr/>
            <p:nvPr/>
          </p:nvSpPr>
          <p:spPr>
            <a:xfrm>
              <a:off x="5667537" y="161115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2"/>
            <p:cNvSpPr/>
            <p:nvPr/>
          </p:nvSpPr>
          <p:spPr>
            <a:xfrm>
              <a:off x="5844287" y="154602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3"/>
            <p:cNvSpPr/>
            <p:nvPr/>
          </p:nvSpPr>
          <p:spPr>
            <a:xfrm>
              <a:off x="5624533" y="1591272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4"/>
            <p:cNvSpPr/>
            <p:nvPr/>
          </p:nvSpPr>
          <p:spPr>
            <a:xfrm>
              <a:off x="5844287" y="162394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5"/>
            <p:cNvSpPr/>
            <p:nvPr/>
          </p:nvSpPr>
          <p:spPr>
            <a:xfrm>
              <a:off x="5646314" y="156718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6"/>
            <p:cNvSpPr/>
            <p:nvPr/>
          </p:nvSpPr>
          <p:spPr>
            <a:xfrm>
              <a:off x="5708044" y="1567709"/>
              <a:ext cx="55343" cy="553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7"/>
            <p:cNvSpPr/>
            <p:nvPr/>
          </p:nvSpPr>
          <p:spPr>
            <a:xfrm>
              <a:off x="5843410" y="150798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8"/>
            <p:cNvSpPr/>
            <p:nvPr/>
          </p:nvSpPr>
          <p:spPr>
            <a:xfrm>
              <a:off x="5580065" y="168176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9"/>
            <p:cNvSpPr/>
            <p:nvPr/>
          </p:nvSpPr>
          <p:spPr>
            <a:xfrm>
              <a:off x="5843410" y="148825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50"/>
            <p:cNvSpPr/>
            <p:nvPr/>
          </p:nvSpPr>
          <p:spPr>
            <a:xfrm>
              <a:off x="5563364" y="1566320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1"/>
            <p:cNvSpPr/>
            <p:nvPr/>
          </p:nvSpPr>
          <p:spPr>
            <a:xfrm>
              <a:off x="5533664" y="1704673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2"/>
            <p:cNvSpPr/>
            <p:nvPr/>
          </p:nvSpPr>
          <p:spPr>
            <a:xfrm>
              <a:off x="5525994" y="1611340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3"/>
            <p:cNvSpPr/>
            <p:nvPr/>
          </p:nvSpPr>
          <p:spPr>
            <a:xfrm>
              <a:off x="5273925" y="163484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4"/>
            <p:cNvSpPr/>
            <p:nvPr/>
          </p:nvSpPr>
          <p:spPr>
            <a:xfrm>
              <a:off x="5844287" y="162624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5"/>
            <p:cNvSpPr/>
            <p:nvPr/>
          </p:nvSpPr>
          <p:spPr>
            <a:xfrm>
              <a:off x="5844287" y="155597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6"/>
            <p:cNvSpPr/>
            <p:nvPr/>
          </p:nvSpPr>
          <p:spPr>
            <a:xfrm>
              <a:off x="5453761" y="193027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7"/>
            <p:cNvSpPr/>
            <p:nvPr/>
          </p:nvSpPr>
          <p:spPr>
            <a:xfrm>
              <a:off x="5582352" y="169534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8"/>
            <p:cNvSpPr/>
            <p:nvPr/>
          </p:nvSpPr>
          <p:spPr>
            <a:xfrm>
              <a:off x="5843410" y="155235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9"/>
            <p:cNvSpPr/>
            <p:nvPr/>
          </p:nvSpPr>
          <p:spPr>
            <a:xfrm>
              <a:off x="5618946" y="153739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60"/>
            <p:cNvSpPr/>
            <p:nvPr/>
          </p:nvSpPr>
          <p:spPr>
            <a:xfrm>
              <a:off x="5466482" y="1546576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1"/>
            <p:cNvSpPr/>
            <p:nvPr/>
          </p:nvSpPr>
          <p:spPr>
            <a:xfrm>
              <a:off x="5066334" y="147900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2"/>
            <p:cNvSpPr/>
            <p:nvPr/>
          </p:nvSpPr>
          <p:spPr>
            <a:xfrm>
              <a:off x="5839709" y="150705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3"/>
            <p:cNvSpPr/>
            <p:nvPr/>
          </p:nvSpPr>
          <p:spPr>
            <a:xfrm>
              <a:off x="5450406" y="1680644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4"/>
            <p:cNvSpPr/>
            <p:nvPr/>
          </p:nvSpPr>
          <p:spPr>
            <a:xfrm>
              <a:off x="5791649" y="1557720"/>
              <a:ext cx="47139" cy="47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5"/>
            <p:cNvSpPr/>
            <p:nvPr/>
          </p:nvSpPr>
          <p:spPr>
            <a:xfrm>
              <a:off x="5646314" y="159420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6"/>
            <p:cNvSpPr/>
            <p:nvPr/>
          </p:nvSpPr>
          <p:spPr>
            <a:xfrm>
              <a:off x="5843410" y="141174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7"/>
            <p:cNvSpPr/>
            <p:nvPr/>
          </p:nvSpPr>
          <p:spPr>
            <a:xfrm>
              <a:off x="5840803" y="153150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8"/>
            <p:cNvSpPr/>
            <p:nvPr/>
          </p:nvSpPr>
          <p:spPr>
            <a:xfrm>
              <a:off x="5684462" y="169995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9"/>
            <p:cNvSpPr/>
            <p:nvPr/>
          </p:nvSpPr>
          <p:spPr>
            <a:xfrm>
              <a:off x="5846405" y="155229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70"/>
            <p:cNvSpPr/>
            <p:nvPr/>
          </p:nvSpPr>
          <p:spPr>
            <a:xfrm>
              <a:off x="4806139" y="179263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1"/>
            <p:cNvSpPr/>
            <p:nvPr/>
          </p:nvSpPr>
          <p:spPr>
            <a:xfrm>
              <a:off x="5839709" y="157917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2"/>
            <p:cNvSpPr/>
            <p:nvPr/>
          </p:nvSpPr>
          <p:spPr>
            <a:xfrm>
              <a:off x="5530989" y="156625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3"/>
            <p:cNvSpPr/>
            <p:nvPr/>
          </p:nvSpPr>
          <p:spPr>
            <a:xfrm>
              <a:off x="5839382" y="1493329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4"/>
            <p:cNvSpPr/>
            <p:nvPr/>
          </p:nvSpPr>
          <p:spPr>
            <a:xfrm>
              <a:off x="5740130" y="1504107"/>
              <a:ext cx="45686" cy="4568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5"/>
            <p:cNvSpPr/>
            <p:nvPr/>
          </p:nvSpPr>
          <p:spPr>
            <a:xfrm>
              <a:off x="5840416" y="148603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6"/>
            <p:cNvSpPr/>
            <p:nvPr/>
          </p:nvSpPr>
          <p:spPr>
            <a:xfrm>
              <a:off x="5451826" y="157752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7"/>
            <p:cNvSpPr/>
            <p:nvPr/>
          </p:nvSpPr>
          <p:spPr>
            <a:xfrm>
              <a:off x="5063717" y="163000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8"/>
            <p:cNvSpPr/>
            <p:nvPr/>
          </p:nvSpPr>
          <p:spPr>
            <a:xfrm>
              <a:off x="5618946" y="160405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9"/>
            <p:cNvSpPr/>
            <p:nvPr/>
          </p:nvSpPr>
          <p:spPr>
            <a:xfrm>
              <a:off x="5634046" y="1584457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80"/>
            <p:cNvSpPr/>
            <p:nvPr/>
          </p:nvSpPr>
          <p:spPr>
            <a:xfrm>
              <a:off x="5843410" y="145775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1"/>
            <p:cNvSpPr/>
            <p:nvPr/>
          </p:nvSpPr>
          <p:spPr>
            <a:xfrm>
              <a:off x="5509862" y="1538254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2"/>
            <p:cNvSpPr/>
            <p:nvPr/>
          </p:nvSpPr>
          <p:spPr>
            <a:xfrm>
              <a:off x="5651764" y="1600257"/>
              <a:ext cx="49175" cy="491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3"/>
            <p:cNvSpPr/>
            <p:nvPr/>
          </p:nvSpPr>
          <p:spPr>
            <a:xfrm>
              <a:off x="5842170" y="155664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4"/>
            <p:cNvSpPr/>
            <p:nvPr/>
          </p:nvSpPr>
          <p:spPr>
            <a:xfrm>
              <a:off x="5696956" y="1528148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5"/>
            <p:cNvSpPr/>
            <p:nvPr/>
          </p:nvSpPr>
          <p:spPr>
            <a:xfrm>
              <a:off x="5842737" y="176191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6"/>
            <p:cNvSpPr/>
            <p:nvPr/>
          </p:nvSpPr>
          <p:spPr>
            <a:xfrm>
              <a:off x="5842737" y="148910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7"/>
            <p:cNvSpPr/>
            <p:nvPr/>
          </p:nvSpPr>
          <p:spPr>
            <a:xfrm>
              <a:off x="5688754" y="1503474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8"/>
            <p:cNvSpPr/>
            <p:nvPr/>
          </p:nvSpPr>
          <p:spPr>
            <a:xfrm>
              <a:off x="5396673" y="160353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9"/>
            <p:cNvSpPr/>
            <p:nvPr/>
          </p:nvSpPr>
          <p:spPr>
            <a:xfrm>
              <a:off x="5840416" y="150756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90"/>
            <p:cNvSpPr/>
            <p:nvPr/>
          </p:nvSpPr>
          <p:spPr>
            <a:xfrm>
              <a:off x="5321780" y="167773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1"/>
            <p:cNvSpPr/>
            <p:nvPr/>
          </p:nvSpPr>
          <p:spPr>
            <a:xfrm>
              <a:off x="5839070" y="1543594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2"/>
            <p:cNvSpPr/>
            <p:nvPr/>
          </p:nvSpPr>
          <p:spPr>
            <a:xfrm>
              <a:off x="5764553" y="1522861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3"/>
            <p:cNvSpPr/>
            <p:nvPr/>
          </p:nvSpPr>
          <p:spPr>
            <a:xfrm>
              <a:off x="5846405" y="144924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4"/>
            <p:cNvSpPr/>
            <p:nvPr/>
          </p:nvSpPr>
          <p:spPr>
            <a:xfrm>
              <a:off x="5453761" y="154089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5"/>
            <p:cNvSpPr/>
            <p:nvPr/>
          </p:nvSpPr>
          <p:spPr>
            <a:xfrm>
              <a:off x="5842737" y="148799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6"/>
            <p:cNvSpPr/>
            <p:nvPr/>
          </p:nvSpPr>
          <p:spPr>
            <a:xfrm>
              <a:off x="5746412" y="1518533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7"/>
            <p:cNvSpPr/>
            <p:nvPr/>
          </p:nvSpPr>
          <p:spPr>
            <a:xfrm>
              <a:off x="5740960" y="1519732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8"/>
            <p:cNvSpPr/>
            <p:nvPr/>
          </p:nvSpPr>
          <p:spPr>
            <a:xfrm>
              <a:off x="5066334" y="153148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9"/>
            <p:cNvSpPr/>
            <p:nvPr/>
          </p:nvSpPr>
          <p:spPr>
            <a:xfrm>
              <a:off x="5846405" y="140185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700"/>
            <p:cNvSpPr/>
            <p:nvPr/>
          </p:nvSpPr>
          <p:spPr>
            <a:xfrm>
              <a:off x="5471840" y="1716989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1"/>
            <p:cNvSpPr/>
            <p:nvPr/>
          </p:nvSpPr>
          <p:spPr>
            <a:xfrm>
              <a:off x="5843410" y="165788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2"/>
            <p:cNvSpPr/>
            <p:nvPr/>
          </p:nvSpPr>
          <p:spPr>
            <a:xfrm>
              <a:off x="5843410" y="206424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3"/>
            <p:cNvSpPr/>
            <p:nvPr/>
          </p:nvSpPr>
          <p:spPr>
            <a:xfrm>
              <a:off x="5646314" y="158095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4"/>
            <p:cNvSpPr/>
            <p:nvPr/>
          </p:nvSpPr>
          <p:spPr>
            <a:xfrm>
              <a:off x="5357078" y="1654684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5"/>
            <p:cNvSpPr/>
            <p:nvPr/>
          </p:nvSpPr>
          <p:spPr>
            <a:xfrm>
              <a:off x="5740130" y="1682342"/>
              <a:ext cx="45686" cy="4568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6"/>
            <p:cNvSpPr/>
            <p:nvPr/>
          </p:nvSpPr>
          <p:spPr>
            <a:xfrm>
              <a:off x="5664796" y="1656285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7"/>
            <p:cNvSpPr/>
            <p:nvPr/>
          </p:nvSpPr>
          <p:spPr>
            <a:xfrm>
              <a:off x="5450406" y="1578764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8"/>
            <p:cNvSpPr/>
            <p:nvPr/>
          </p:nvSpPr>
          <p:spPr>
            <a:xfrm>
              <a:off x="5695256" y="1656615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9"/>
            <p:cNvSpPr/>
            <p:nvPr/>
          </p:nvSpPr>
          <p:spPr>
            <a:xfrm>
              <a:off x="4806139" y="173385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10"/>
            <p:cNvSpPr/>
            <p:nvPr/>
          </p:nvSpPr>
          <p:spPr>
            <a:xfrm>
              <a:off x="5453761" y="173458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1"/>
            <p:cNvSpPr/>
            <p:nvPr/>
          </p:nvSpPr>
          <p:spPr>
            <a:xfrm>
              <a:off x="5618946" y="183894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2"/>
            <p:cNvSpPr/>
            <p:nvPr/>
          </p:nvSpPr>
          <p:spPr>
            <a:xfrm>
              <a:off x="5546472" y="1821070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3"/>
            <p:cNvSpPr/>
            <p:nvPr/>
          </p:nvSpPr>
          <p:spPr>
            <a:xfrm>
              <a:off x="4290498" y="240495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4"/>
            <p:cNvSpPr/>
            <p:nvPr/>
          </p:nvSpPr>
          <p:spPr>
            <a:xfrm>
              <a:off x="5382444" y="1711367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5"/>
            <p:cNvSpPr/>
            <p:nvPr/>
          </p:nvSpPr>
          <p:spPr>
            <a:xfrm>
              <a:off x="5840803" y="148844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6"/>
            <p:cNvSpPr/>
            <p:nvPr/>
          </p:nvSpPr>
          <p:spPr>
            <a:xfrm>
              <a:off x="5631028" y="1669142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7"/>
            <p:cNvSpPr/>
            <p:nvPr/>
          </p:nvSpPr>
          <p:spPr>
            <a:xfrm>
              <a:off x="5582352" y="151964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8"/>
            <p:cNvSpPr/>
            <p:nvPr/>
          </p:nvSpPr>
          <p:spPr>
            <a:xfrm>
              <a:off x="5840053" y="165427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9"/>
            <p:cNvSpPr/>
            <p:nvPr/>
          </p:nvSpPr>
          <p:spPr>
            <a:xfrm>
              <a:off x="5846405" y="145975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20"/>
            <p:cNvSpPr/>
            <p:nvPr/>
          </p:nvSpPr>
          <p:spPr>
            <a:xfrm>
              <a:off x="5842170" y="160207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1"/>
            <p:cNvSpPr/>
            <p:nvPr/>
          </p:nvSpPr>
          <p:spPr>
            <a:xfrm>
              <a:off x="5540573" y="1651995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2"/>
            <p:cNvSpPr/>
            <p:nvPr/>
          </p:nvSpPr>
          <p:spPr>
            <a:xfrm>
              <a:off x="5846405" y="157909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3"/>
            <p:cNvSpPr/>
            <p:nvPr/>
          </p:nvSpPr>
          <p:spPr>
            <a:xfrm>
              <a:off x="5840803" y="157515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4"/>
            <p:cNvSpPr/>
            <p:nvPr/>
          </p:nvSpPr>
          <p:spPr>
            <a:xfrm>
              <a:off x="5846405" y="157947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5"/>
            <p:cNvSpPr/>
            <p:nvPr/>
          </p:nvSpPr>
          <p:spPr>
            <a:xfrm>
              <a:off x="5530989" y="158390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6"/>
            <p:cNvSpPr/>
            <p:nvPr/>
          </p:nvSpPr>
          <p:spPr>
            <a:xfrm>
              <a:off x="5646314" y="156011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7"/>
            <p:cNvSpPr/>
            <p:nvPr/>
          </p:nvSpPr>
          <p:spPr>
            <a:xfrm>
              <a:off x="5618946" y="164169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8"/>
            <p:cNvSpPr/>
            <p:nvPr/>
          </p:nvSpPr>
          <p:spPr>
            <a:xfrm>
              <a:off x="5842737" y="149651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9"/>
            <p:cNvSpPr/>
            <p:nvPr/>
          </p:nvSpPr>
          <p:spPr>
            <a:xfrm>
              <a:off x="5450406" y="1613941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30"/>
            <p:cNvSpPr/>
            <p:nvPr/>
          </p:nvSpPr>
          <p:spPr>
            <a:xfrm>
              <a:off x="5843410" y="172454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1"/>
            <p:cNvSpPr/>
            <p:nvPr/>
          </p:nvSpPr>
          <p:spPr>
            <a:xfrm>
              <a:off x="5843410" y="166186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2"/>
            <p:cNvSpPr/>
            <p:nvPr/>
          </p:nvSpPr>
          <p:spPr>
            <a:xfrm>
              <a:off x="5842170" y="180734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3"/>
            <p:cNvSpPr/>
            <p:nvPr/>
          </p:nvSpPr>
          <p:spPr>
            <a:xfrm>
              <a:off x="5530989" y="167686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4"/>
            <p:cNvSpPr/>
            <p:nvPr/>
          </p:nvSpPr>
          <p:spPr>
            <a:xfrm>
              <a:off x="5841218" y="165666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5"/>
            <p:cNvSpPr/>
            <p:nvPr/>
          </p:nvSpPr>
          <p:spPr>
            <a:xfrm>
              <a:off x="5842737" y="176761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6"/>
            <p:cNvSpPr/>
            <p:nvPr/>
          </p:nvSpPr>
          <p:spPr>
            <a:xfrm>
              <a:off x="5530989" y="175563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7"/>
            <p:cNvSpPr/>
            <p:nvPr/>
          </p:nvSpPr>
          <p:spPr>
            <a:xfrm>
              <a:off x="5066334" y="192285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8"/>
            <p:cNvSpPr/>
            <p:nvPr/>
          </p:nvSpPr>
          <p:spPr>
            <a:xfrm>
              <a:off x="5064784" y="180108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9"/>
            <p:cNvSpPr/>
            <p:nvPr/>
          </p:nvSpPr>
          <p:spPr>
            <a:xfrm>
              <a:off x="5064784" y="196977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40"/>
            <p:cNvSpPr/>
            <p:nvPr/>
          </p:nvSpPr>
          <p:spPr>
            <a:xfrm>
              <a:off x="5066334" y="165599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1"/>
            <p:cNvSpPr/>
            <p:nvPr/>
          </p:nvSpPr>
          <p:spPr>
            <a:xfrm>
              <a:off x="5324775" y="182442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2"/>
            <p:cNvSpPr/>
            <p:nvPr/>
          </p:nvSpPr>
          <p:spPr>
            <a:xfrm>
              <a:off x="5217690" y="178525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3"/>
            <p:cNvSpPr/>
            <p:nvPr/>
          </p:nvSpPr>
          <p:spPr>
            <a:xfrm>
              <a:off x="5360330" y="175034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4"/>
            <p:cNvSpPr/>
            <p:nvPr/>
          </p:nvSpPr>
          <p:spPr>
            <a:xfrm>
              <a:off x="5324775" y="171255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5"/>
            <p:cNvSpPr/>
            <p:nvPr/>
          </p:nvSpPr>
          <p:spPr>
            <a:xfrm>
              <a:off x="4288380" y="179024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6"/>
            <p:cNvSpPr/>
            <p:nvPr/>
          </p:nvSpPr>
          <p:spPr>
            <a:xfrm>
              <a:off x="4675807" y="175667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7"/>
            <p:cNvSpPr/>
            <p:nvPr/>
          </p:nvSpPr>
          <p:spPr>
            <a:xfrm>
              <a:off x="5846405" y="155725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8"/>
            <p:cNvSpPr/>
            <p:nvPr/>
          </p:nvSpPr>
          <p:spPr>
            <a:xfrm>
              <a:off x="5846405" y="150009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9"/>
            <p:cNvSpPr/>
            <p:nvPr/>
          </p:nvSpPr>
          <p:spPr>
            <a:xfrm>
              <a:off x="5530989" y="180347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50"/>
            <p:cNvSpPr/>
            <p:nvPr/>
          </p:nvSpPr>
          <p:spPr>
            <a:xfrm>
              <a:off x="5840053" y="162815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1"/>
            <p:cNvSpPr/>
            <p:nvPr/>
          </p:nvSpPr>
          <p:spPr>
            <a:xfrm>
              <a:off x="5453761" y="164213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2"/>
            <p:cNvSpPr/>
            <p:nvPr/>
          </p:nvSpPr>
          <p:spPr>
            <a:xfrm>
              <a:off x="5846405" y="194991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3"/>
            <p:cNvSpPr/>
            <p:nvPr/>
          </p:nvSpPr>
          <p:spPr>
            <a:xfrm>
              <a:off x="4290498" y="198919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4"/>
            <p:cNvSpPr/>
            <p:nvPr/>
          </p:nvSpPr>
          <p:spPr>
            <a:xfrm>
              <a:off x="5842170" y="159591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5"/>
            <p:cNvSpPr/>
            <p:nvPr/>
          </p:nvSpPr>
          <p:spPr>
            <a:xfrm>
              <a:off x="5842737" y="175820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6"/>
            <p:cNvSpPr/>
            <p:nvPr/>
          </p:nvSpPr>
          <p:spPr>
            <a:xfrm>
              <a:off x="5582352" y="172616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7"/>
            <p:cNvSpPr/>
            <p:nvPr/>
          </p:nvSpPr>
          <p:spPr>
            <a:xfrm>
              <a:off x="5844287" y="152251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8"/>
            <p:cNvSpPr/>
            <p:nvPr/>
          </p:nvSpPr>
          <p:spPr>
            <a:xfrm>
              <a:off x="5843410" y="198141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9"/>
            <p:cNvSpPr/>
            <p:nvPr/>
          </p:nvSpPr>
          <p:spPr>
            <a:xfrm>
              <a:off x="5066334" y="156863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60"/>
            <p:cNvSpPr/>
            <p:nvPr/>
          </p:nvSpPr>
          <p:spPr>
            <a:xfrm>
              <a:off x="5844287" y="167258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1"/>
            <p:cNvSpPr/>
            <p:nvPr/>
          </p:nvSpPr>
          <p:spPr>
            <a:xfrm>
              <a:off x="5667537" y="170098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2"/>
            <p:cNvSpPr/>
            <p:nvPr/>
          </p:nvSpPr>
          <p:spPr>
            <a:xfrm>
              <a:off x="5846405" y="226077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3"/>
            <p:cNvSpPr/>
            <p:nvPr/>
          </p:nvSpPr>
          <p:spPr>
            <a:xfrm>
              <a:off x="5844287" y="150597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4"/>
            <p:cNvSpPr/>
            <p:nvPr/>
          </p:nvSpPr>
          <p:spPr>
            <a:xfrm>
              <a:off x="5842170" y="154903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5"/>
            <p:cNvSpPr/>
            <p:nvPr/>
          </p:nvSpPr>
          <p:spPr>
            <a:xfrm>
              <a:off x="5846405" y="152095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6"/>
            <p:cNvSpPr/>
            <p:nvPr/>
          </p:nvSpPr>
          <p:spPr>
            <a:xfrm>
              <a:off x="5324775" y="200232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7"/>
            <p:cNvSpPr/>
            <p:nvPr/>
          </p:nvSpPr>
          <p:spPr>
            <a:xfrm>
              <a:off x="5324775" y="193994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8"/>
            <p:cNvSpPr/>
            <p:nvPr/>
          </p:nvSpPr>
          <p:spPr>
            <a:xfrm>
              <a:off x="5843410" y="182137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9"/>
            <p:cNvSpPr/>
            <p:nvPr/>
          </p:nvSpPr>
          <p:spPr>
            <a:xfrm>
              <a:off x="5842737" y="166458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70"/>
            <p:cNvSpPr/>
            <p:nvPr/>
          </p:nvSpPr>
          <p:spPr>
            <a:xfrm>
              <a:off x="5174401" y="182825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1"/>
            <p:cNvSpPr/>
            <p:nvPr/>
          </p:nvSpPr>
          <p:spPr>
            <a:xfrm>
              <a:off x="5844287" y="170769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2"/>
            <p:cNvSpPr/>
            <p:nvPr/>
          </p:nvSpPr>
          <p:spPr>
            <a:xfrm>
              <a:off x="5618946" y="165216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3"/>
            <p:cNvSpPr/>
            <p:nvPr/>
          </p:nvSpPr>
          <p:spPr>
            <a:xfrm>
              <a:off x="4806139" y="181218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4"/>
            <p:cNvSpPr/>
            <p:nvPr/>
          </p:nvSpPr>
          <p:spPr>
            <a:xfrm>
              <a:off x="5219807" y="175841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5"/>
            <p:cNvSpPr/>
            <p:nvPr/>
          </p:nvSpPr>
          <p:spPr>
            <a:xfrm>
              <a:off x="5453761" y="159773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6"/>
            <p:cNvSpPr/>
            <p:nvPr/>
          </p:nvSpPr>
          <p:spPr>
            <a:xfrm>
              <a:off x="5066334" y="155484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7"/>
            <p:cNvSpPr/>
            <p:nvPr/>
          </p:nvSpPr>
          <p:spPr>
            <a:xfrm>
              <a:off x="5064784" y="165446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8"/>
            <p:cNvSpPr/>
            <p:nvPr/>
          </p:nvSpPr>
          <p:spPr>
            <a:xfrm>
              <a:off x="5838482" y="1563435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9"/>
            <p:cNvSpPr/>
            <p:nvPr/>
          </p:nvSpPr>
          <p:spPr>
            <a:xfrm>
              <a:off x="5453761" y="151568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80"/>
            <p:cNvSpPr/>
            <p:nvPr/>
          </p:nvSpPr>
          <p:spPr>
            <a:xfrm>
              <a:off x="5324775" y="166404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1"/>
            <p:cNvSpPr/>
            <p:nvPr/>
          </p:nvSpPr>
          <p:spPr>
            <a:xfrm>
              <a:off x="5842737" y="174798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2"/>
            <p:cNvSpPr/>
            <p:nvPr/>
          </p:nvSpPr>
          <p:spPr>
            <a:xfrm>
              <a:off x="5174401" y="195689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3"/>
            <p:cNvSpPr/>
            <p:nvPr/>
          </p:nvSpPr>
          <p:spPr>
            <a:xfrm>
              <a:off x="5582352" y="150728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4"/>
            <p:cNvSpPr/>
            <p:nvPr/>
          </p:nvSpPr>
          <p:spPr>
            <a:xfrm>
              <a:off x="5494659" y="162545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5"/>
            <p:cNvSpPr/>
            <p:nvPr/>
          </p:nvSpPr>
          <p:spPr>
            <a:xfrm>
              <a:off x="5219807" y="161691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6"/>
            <p:cNvSpPr/>
            <p:nvPr/>
          </p:nvSpPr>
          <p:spPr>
            <a:xfrm>
              <a:off x="5066334" y="164593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7"/>
            <p:cNvSpPr/>
            <p:nvPr/>
          </p:nvSpPr>
          <p:spPr>
            <a:xfrm>
              <a:off x="5698263" y="155413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8"/>
            <p:cNvSpPr/>
            <p:nvPr/>
          </p:nvSpPr>
          <p:spPr>
            <a:xfrm>
              <a:off x="5618946" y="170293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9"/>
            <p:cNvSpPr/>
            <p:nvPr/>
          </p:nvSpPr>
          <p:spPr>
            <a:xfrm>
              <a:off x="5582352" y="171902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90"/>
            <p:cNvSpPr/>
            <p:nvPr/>
          </p:nvSpPr>
          <p:spPr>
            <a:xfrm>
              <a:off x="5844287" y="152494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1"/>
            <p:cNvSpPr/>
            <p:nvPr/>
          </p:nvSpPr>
          <p:spPr>
            <a:xfrm>
              <a:off x="5713668" y="1534921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2"/>
            <p:cNvSpPr/>
            <p:nvPr/>
          </p:nvSpPr>
          <p:spPr>
            <a:xfrm>
              <a:off x="5530989" y="167053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3"/>
            <p:cNvSpPr/>
            <p:nvPr/>
          </p:nvSpPr>
          <p:spPr>
            <a:xfrm>
              <a:off x="5843410" y="159871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4"/>
            <p:cNvSpPr/>
            <p:nvPr/>
          </p:nvSpPr>
          <p:spPr>
            <a:xfrm>
              <a:off x="5451826" y="171444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5"/>
            <p:cNvSpPr/>
            <p:nvPr/>
          </p:nvSpPr>
          <p:spPr>
            <a:xfrm>
              <a:off x="5453761" y="185706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6"/>
            <p:cNvSpPr/>
            <p:nvPr/>
          </p:nvSpPr>
          <p:spPr>
            <a:xfrm>
              <a:off x="5582352" y="161091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7"/>
            <p:cNvSpPr/>
            <p:nvPr/>
          </p:nvSpPr>
          <p:spPr>
            <a:xfrm>
              <a:off x="5842737" y="157731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8"/>
            <p:cNvSpPr/>
            <p:nvPr/>
          </p:nvSpPr>
          <p:spPr>
            <a:xfrm>
              <a:off x="5846405" y="208045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9"/>
            <p:cNvSpPr/>
            <p:nvPr/>
          </p:nvSpPr>
          <p:spPr>
            <a:xfrm>
              <a:off x="5846405" y="159411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800"/>
            <p:cNvSpPr/>
            <p:nvPr/>
          </p:nvSpPr>
          <p:spPr>
            <a:xfrm>
              <a:off x="5846405" y="164811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1"/>
            <p:cNvSpPr/>
            <p:nvPr/>
          </p:nvSpPr>
          <p:spPr>
            <a:xfrm>
              <a:off x="5582352" y="151215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2"/>
            <p:cNvSpPr/>
            <p:nvPr/>
          </p:nvSpPr>
          <p:spPr>
            <a:xfrm>
              <a:off x="5530989" y="173863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3"/>
            <p:cNvSpPr/>
            <p:nvPr/>
          </p:nvSpPr>
          <p:spPr>
            <a:xfrm>
              <a:off x="5396673" y="172880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4"/>
            <p:cNvSpPr/>
            <p:nvPr/>
          </p:nvSpPr>
          <p:spPr>
            <a:xfrm>
              <a:off x="5582352" y="163141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5"/>
            <p:cNvSpPr/>
            <p:nvPr/>
          </p:nvSpPr>
          <p:spPr>
            <a:xfrm>
              <a:off x="5842737" y="148416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6"/>
            <p:cNvSpPr/>
            <p:nvPr/>
          </p:nvSpPr>
          <p:spPr>
            <a:xfrm>
              <a:off x="5066334" y="149607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7"/>
            <p:cNvSpPr/>
            <p:nvPr/>
          </p:nvSpPr>
          <p:spPr>
            <a:xfrm>
              <a:off x="5842170" y="152735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8"/>
            <p:cNvSpPr/>
            <p:nvPr/>
          </p:nvSpPr>
          <p:spPr>
            <a:xfrm>
              <a:off x="5844287" y="155630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9"/>
            <p:cNvSpPr/>
            <p:nvPr/>
          </p:nvSpPr>
          <p:spPr>
            <a:xfrm>
              <a:off x="5396673" y="156955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10"/>
            <p:cNvSpPr/>
            <p:nvPr/>
          </p:nvSpPr>
          <p:spPr>
            <a:xfrm>
              <a:off x="5667537" y="167717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1"/>
            <p:cNvSpPr/>
            <p:nvPr/>
          </p:nvSpPr>
          <p:spPr>
            <a:xfrm>
              <a:off x="5727634" y="1632127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2"/>
            <p:cNvSpPr/>
            <p:nvPr/>
          </p:nvSpPr>
          <p:spPr>
            <a:xfrm>
              <a:off x="5843410" y="174326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3"/>
            <p:cNvSpPr/>
            <p:nvPr/>
          </p:nvSpPr>
          <p:spPr>
            <a:xfrm>
              <a:off x="5844287" y="150651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4"/>
            <p:cNvSpPr/>
            <p:nvPr/>
          </p:nvSpPr>
          <p:spPr>
            <a:xfrm>
              <a:off x="5840416" y="156076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5"/>
            <p:cNvSpPr/>
            <p:nvPr/>
          </p:nvSpPr>
          <p:spPr>
            <a:xfrm>
              <a:off x="5844287" y="148398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6"/>
            <p:cNvSpPr/>
            <p:nvPr/>
          </p:nvSpPr>
          <p:spPr>
            <a:xfrm>
              <a:off x="5681585" y="1563209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7"/>
            <p:cNvSpPr/>
            <p:nvPr/>
          </p:nvSpPr>
          <p:spPr>
            <a:xfrm>
              <a:off x="5580065" y="1532145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8"/>
            <p:cNvSpPr/>
            <p:nvPr/>
          </p:nvSpPr>
          <p:spPr>
            <a:xfrm>
              <a:off x="5839709" y="1584906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9"/>
            <p:cNvSpPr/>
            <p:nvPr/>
          </p:nvSpPr>
          <p:spPr>
            <a:xfrm>
              <a:off x="5451826" y="167480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20"/>
            <p:cNvSpPr/>
            <p:nvPr/>
          </p:nvSpPr>
          <p:spPr>
            <a:xfrm>
              <a:off x="5841670" y="166265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1"/>
            <p:cNvSpPr/>
            <p:nvPr/>
          </p:nvSpPr>
          <p:spPr>
            <a:xfrm>
              <a:off x="5840803" y="154533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2"/>
            <p:cNvSpPr/>
            <p:nvPr/>
          </p:nvSpPr>
          <p:spPr>
            <a:xfrm>
              <a:off x="5841670" y="158179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3"/>
            <p:cNvSpPr/>
            <p:nvPr/>
          </p:nvSpPr>
          <p:spPr>
            <a:xfrm>
              <a:off x="5582352" y="174573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4"/>
            <p:cNvSpPr/>
            <p:nvPr/>
          </p:nvSpPr>
          <p:spPr>
            <a:xfrm>
              <a:off x="5841670" y="144276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5"/>
            <p:cNvSpPr/>
            <p:nvPr/>
          </p:nvSpPr>
          <p:spPr>
            <a:xfrm>
              <a:off x="5257338" y="151967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rc1826"/>
            <p:cNvSpPr/>
            <p:nvPr/>
          </p:nvSpPr>
          <p:spPr>
            <a:xfrm>
              <a:off x="4223568" y="1305836"/>
              <a:ext cx="1711497" cy="1711497"/>
            </a:xfrm>
            <a:prstGeom prst="rect">
              <a:avLst/>
            </a:prstGeom>
            <a:noFill/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rc1827"/>
            <p:cNvSpPr/>
            <p:nvPr/>
          </p:nvSpPr>
          <p:spPr>
            <a:xfrm>
              <a:off x="5998329" y="1305836"/>
              <a:ext cx="1711497" cy="171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5998329" y="274505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5998329" y="2356073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5998329" y="1967096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5998329" y="157812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627061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6659590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7048566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743754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5998329" y="293953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5998329" y="2550562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5998329" y="2161585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5998329" y="177260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5998329" y="1383631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6076124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6465101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6854078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7243055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7632031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5998329" y="1305836"/>
              <a:ext cx="1711497" cy="1711497"/>
            </a:xfrm>
            <a:custGeom>
              <a:avLst/>
              <a:pathLst>
                <a:path w="1711497" h="1711497">
                  <a:moveTo>
                    <a:pt x="0" y="1711497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47" name="pt1847"/>
            <p:cNvSpPr/>
            <p:nvPr/>
          </p:nvSpPr>
          <p:spPr>
            <a:xfrm>
              <a:off x="7621165" y="176449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8"/>
            <p:cNvSpPr/>
            <p:nvPr/>
          </p:nvSpPr>
          <p:spPr>
            <a:xfrm>
              <a:off x="7141717" y="1778878"/>
              <a:ext cx="61229" cy="612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9"/>
            <p:cNvSpPr/>
            <p:nvPr/>
          </p:nvSpPr>
          <p:spPr>
            <a:xfrm>
              <a:off x="7621165" y="170316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50"/>
            <p:cNvSpPr/>
            <p:nvPr/>
          </p:nvSpPr>
          <p:spPr>
            <a:xfrm>
              <a:off x="7097795" y="172703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7393707" y="192022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6972028" y="1870220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6726889" y="187675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7220400" y="1961928"/>
              <a:ext cx="45309" cy="453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6992451" y="189773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6063141" y="196323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6918855" y="2034939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7228521" y="184230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7097795" y="185297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7191681" y="1832424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7250465" y="1895878"/>
              <a:ext cx="53421" cy="534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6873905" y="1906363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7057472" y="1894282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7099535" y="187987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7032098" y="210581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7357113" y="201590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6890627" y="1957599"/>
              <a:ext cx="51374" cy="5137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6683386" y="215991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6643121" y="215910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6841094" y="209663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7155076" y="1870832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7097795" y="186905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7137697" y="1817188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7171434" y="181555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6065258" y="205494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6994568" y="181123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7099535" y="193145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7180239" y="1812141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7228521" y="183367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7099535" y="184156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6841094" y="195402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7615177" y="182164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7619048" y="189790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7621165" y="173682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7619048" y="190264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7621165" y="179328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7095507" y="175130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6907239" y="198468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7340642" y="1811813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7302062" y="1829858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6061591" y="203314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6065258" y="216432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6065258" y="218765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6841094" y="210237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7618171" y="188658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6750784" y="192565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6065258" y="218103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6065258" y="224044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6580900" y="213267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7619048" y="197160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7099535" y="184698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6065258" y="218301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7097795" y="204627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7099535" y="214681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7228521" y="226754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6580900" y="212756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7621165" y="201489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7305749" y="205967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7619048" y="190910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6065258" y="204104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7619048" y="194453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7048685" y="1981984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7621165" y="193265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7619048" y="177524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7621165" y="195959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6946714" y="2014327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7099535" y="175696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6841094" y="193368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7621165" y="196840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6923662" y="196483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7621165" y="177186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7096541" y="196525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7059859" y="1896788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6580900" y="208260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6990770" y="1869564"/>
              <a:ext cx="50763" cy="5076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6750784" y="181501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6643121" y="200303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6875174" y="1882561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7459223" y="185713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7190132" y="184594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7099843" y="1892836"/>
              <a:ext cx="61681" cy="6168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7155076" y="1907607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6943346" y="1884959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7096541" y="182020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7032098" y="183003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7099535" y="186552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7038953" y="1878678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7484484" y="187634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7048685" y="188615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7167249" y="1893629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7095507" y="181424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7167152" y="1877860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7228521" y="190803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6765793" y="1825978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6765793" y="191084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6839544" y="192099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6065258" y="191702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7092375" y="1946332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7099535" y="191067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6504617" y="203772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7270606" y="1856938"/>
              <a:ext cx="51675" cy="516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7097795" y="197256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7012153" y="1903781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7618171" y="178178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7226587" y="178741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7618171" y="183065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6065258" y="192517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6949162" y="204275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7132288" y="1971088"/>
              <a:ext cx="65942" cy="6594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6836189" y="1975912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6923662" y="202044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7357113" y="195937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7032098" y="199699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7619048" y="202426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7097795" y="193466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7391259" y="1986103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7442298" y="197747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7190132" y="192863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7231998" y="1953803"/>
              <a:ext cx="45686" cy="4568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6681269" y="194872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6841094" y="201754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7619048" y="190523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7305749" y="189597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7393707" y="201124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7619048" y="185930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7228521" y="202530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7619048" y="202726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6450568" y="196051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7228521" y="199486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7057850" y="1919886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7015405" y="1995113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6065258" y="197641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6949162" y="192721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6580900" y="190167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6450568" y="204724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6726889" y="199589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7148041" y="204476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8"/>
            <p:cNvSpPr/>
            <p:nvPr/>
          </p:nvSpPr>
          <p:spPr>
            <a:xfrm>
              <a:off x="7135090" y="1891342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9"/>
            <p:cNvSpPr/>
            <p:nvPr/>
          </p:nvSpPr>
          <p:spPr>
            <a:xfrm>
              <a:off x="7621165" y="180855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90"/>
            <p:cNvSpPr/>
            <p:nvPr/>
          </p:nvSpPr>
          <p:spPr>
            <a:xfrm>
              <a:off x="6838477" y="198239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1"/>
            <p:cNvSpPr/>
            <p:nvPr/>
          </p:nvSpPr>
          <p:spPr>
            <a:xfrm>
              <a:off x="7180239" y="1926771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2"/>
            <p:cNvSpPr/>
            <p:nvPr/>
          </p:nvSpPr>
          <p:spPr>
            <a:xfrm>
              <a:off x="6838477" y="208712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3"/>
            <p:cNvSpPr/>
            <p:nvPr/>
          </p:nvSpPr>
          <p:spPr>
            <a:xfrm>
              <a:off x="7171778" y="1891854"/>
              <a:ext cx="45309" cy="453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4"/>
            <p:cNvSpPr/>
            <p:nvPr/>
          </p:nvSpPr>
          <p:spPr>
            <a:xfrm>
              <a:off x="6643121" y="197757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5"/>
            <p:cNvSpPr/>
            <p:nvPr/>
          </p:nvSpPr>
          <p:spPr>
            <a:xfrm>
              <a:off x="6065258" y="204926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6"/>
            <p:cNvSpPr/>
            <p:nvPr/>
          </p:nvSpPr>
          <p:spPr>
            <a:xfrm>
              <a:off x="7621165" y="204949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7"/>
            <p:cNvSpPr/>
            <p:nvPr/>
          </p:nvSpPr>
          <p:spPr>
            <a:xfrm>
              <a:off x="6372205" y="202369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8"/>
            <p:cNvSpPr/>
            <p:nvPr/>
          </p:nvSpPr>
          <p:spPr>
            <a:xfrm>
              <a:off x="7617498" y="188082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9"/>
            <p:cNvSpPr/>
            <p:nvPr/>
          </p:nvSpPr>
          <p:spPr>
            <a:xfrm>
              <a:off x="6841094" y="205763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2000"/>
            <p:cNvSpPr/>
            <p:nvPr/>
          </p:nvSpPr>
          <p:spPr>
            <a:xfrm>
              <a:off x="6838477" y="203865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1"/>
            <p:cNvSpPr/>
            <p:nvPr/>
          </p:nvSpPr>
          <p:spPr>
            <a:xfrm>
              <a:off x="6372205" y="196655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2"/>
            <p:cNvSpPr/>
            <p:nvPr/>
          </p:nvSpPr>
          <p:spPr>
            <a:xfrm>
              <a:off x="6838477" y="190374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3"/>
            <p:cNvSpPr/>
            <p:nvPr/>
          </p:nvSpPr>
          <p:spPr>
            <a:xfrm>
              <a:off x="7171434" y="190087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4"/>
            <p:cNvSpPr/>
            <p:nvPr/>
          </p:nvSpPr>
          <p:spPr>
            <a:xfrm>
              <a:off x="6990880" y="1907268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5"/>
            <p:cNvSpPr/>
            <p:nvPr/>
          </p:nvSpPr>
          <p:spPr>
            <a:xfrm>
              <a:off x="7617498" y="180787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6"/>
            <p:cNvSpPr/>
            <p:nvPr/>
          </p:nvSpPr>
          <p:spPr>
            <a:xfrm>
              <a:off x="7228521" y="190918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7"/>
            <p:cNvSpPr/>
            <p:nvPr/>
          </p:nvSpPr>
          <p:spPr>
            <a:xfrm>
              <a:off x="6065258" y="223148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8"/>
            <p:cNvSpPr/>
            <p:nvPr/>
          </p:nvSpPr>
          <p:spPr>
            <a:xfrm>
              <a:off x="7269420" y="187352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9"/>
            <p:cNvSpPr/>
            <p:nvPr/>
          </p:nvSpPr>
          <p:spPr>
            <a:xfrm>
              <a:off x="7616931" y="200757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10"/>
            <p:cNvSpPr/>
            <p:nvPr/>
          </p:nvSpPr>
          <p:spPr>
            <a:xfrm>
              <a:off x="6065258" y="187710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1"/>
            <p:cNvSpPr/>
            <p:nvPr/>
          </p:nvSpPr>
          <p:spPr>
            <a:xfrm>
              <a:off x="7171434" y="192707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2"/>
            <p:cNvSpPr/>
            <p:nvPr/>
          </p:nvSpPr>
          <p:spPr>
            <a:xfrm>
              <a:off x="6062264" y="208767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3"/>
            <p:cNvSpPr/>
            <p:nvPr/>
          </p:nvSpPr>
          <p:spPr>
            <a:xfrm>
              <a:off x="7357113" y="173446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4"/>
            <p:cNvSpPr/>
            <p:nvPr/>
          </p:nvSpPr>
          <p:spPr>
            <a:xfrm>
              <a:off x="6838477" y="181881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5"/>
            <p:cNvSpPr/>
            <p:nvPr/>
          </p:nvSpPr>
          <p:spPr>
            <a:xfrm>
              <a:off x="6841094" y="195149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6"/>
            <p:cNvSpPr/>
            <p:nvPr/>
          </p:nvSpPr>
          <p:spPr>
            <a:xfrm>
              <a:off x="6065258" y="203151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7"/>
            <p:cNvSpPr/>
            <p:nvPr/>
          </p:nvSpPr>
          <p:spPr>
            <a:xfrm>
              <a:off x="6450568" y="188767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8"/>
            <p:cNvSpPr/>
            <p:nvPr/>
          </p:nvSpPr>
          <p:spPr>
            <a:xfrm>
              <a:off x="6841094" y="186995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9"/>
            <p:cNvSpPr/>
            <p:nvPr/>
          </p:nvSpPr>
          <p:spPr>
            <a:xfrm>
              <a:off x="6765793" y="2028538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20"/>
            <p:cNvSpPr/>
            <p:nvPr/>
          </p:nvSpPr>
          <p:spPr>
            <a:xfrm>
              <a:off x="7099535" y="195799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1"/>
            <p:cNvSpPr/>
            <p:nvPr/>
          </p:nvSpPr>
          <p:spPr>
            <a:xfrm>
              <a:off x="7099535" y="194954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2"/>
            <p:cNvSpPr/>
            <p:nvPr/>
          </p:nvSpPr>
          <p:spPr>
            <a:xfrm>
              <a:off x="6839544" y="184850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3"/>
            <p:cNvSpPr/>
            <p:nvPr/>
          </p:nvSpPr>
          <p:spPr>
            <a:xfrm>
              <a:off x="6836860" y="185378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4"/>
            <p:cNvSpPr/>
            <p:nvPr/>
          </p:nvSpPr>
          <p:spPr>
            <a:xfrm>
              <a:off x="7357113" y="189135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5"/>
            <p:cNvSpPr/>
            <p:nvPr/>
          </p:nvSpPr>
          <p:spPr>
            <a:xfrm>
              <a:off x="6065258" y="192058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6"/>
            <p:cNvSpPr/>
            <p:nvPr/>
          </p:nvSpPr>
          <p:spPr>
            <a:xfrm>
              <a:off x="7618171" y="203110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7"/>
            <p:cNvSpPr/>
            <p:nvPr/>
          </p:nvSpPr>
          <p:spPr>
            <a:xfrm>
              <a:off x="6994568" y="201078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8"/>
            <p:cNvSpPr/>
            <p:nvPr/>
          </p:nvSpPr>
          <p:spPr>
            <a:xfrm>
              <a:off x="7032098" y="178765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9"/>
            <p:cNvSpPr/>
            <p:nvPr/>
          </p:nvSpPr>
          <p:spPr>
            <a:xfrm>
              <a:off x="6839544" y="210008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30"/>
            <p:cNvSpPr/>
            <p:nvPr/>
          </p:nvSpPr>
          <p:spPr>
            <a:xfrm>
              <a:off x="6683386" y="203617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1"/>
            <p:cNvSpPr/>
            <p:nvPr/>
          </p:nvSpPr>
          <p:spPr>
            <a:xfrm>
              <a:off x="6065258" y="168737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2"/>
            <p:cNvSpPr/>
            <p:nvPr/>
          </p:nvSpPr>
          <p:spPr>
            <a:xfrm>
              <a:off x="6923662" y="197483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3"/>
            <p:cNvSpPr/>
            <p:nvPr/>
          </p:nvSpPr>
          <p:spPr>
            <a:xfrm>
              <a:off x="7621165" y="190504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4"/>
            <p:cNvSpPr/>
            <p:nvPr/>
          </p:nvSpPr>
          <p:spPr>
            <a:xfrm>
              <a:off x="7621165" y="190324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5"/>
            <p:cNvSpPr/>
            <p:nvPr/>
          </p:nvSpPr>
          <p:spPr>
            <a:xfrm>
              <a:off x="7393707" y="195179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6"/>
            <p:cNvSpPr/>
            <p:nvPr/>
          </p:nvSpPr>
          <p:spPr>
            <a:xfrm>
              <a:off x="7032098" y="188943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7"/>
            <p:cNvSpPr/>
            <p:nvPr/>
          </p:nvSpPr>
          <p:spPr>
            <a:xfrm>
              <a:off x="7305749" y="188759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8"/>
            <p:cNvSpPr/>
            <p:nvPr/>
          </p:nvSpPr>
          <p:spPr>
            <a:xfrm>
              <a:off x="7226587" y="180395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9"/>
            <p:cNvSpPr/>
            <p:nvPr/>
          </p:nvSpPr>
          <p:spPr>
            <a:xfrm>
              <a:off x="6576872" y="1880368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40"/>
            <p:cNvSpPr/>
            <p:nvPr/>
          </p:nvSpPr>
          <p:spPr>
            <a:xfrm>
              <a:off x="6065258" y="189063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1"/>
            <p:cNvSpPr/>
            <p:nvPr/>
          </p:nvSpPr>
          <p:spPr>
            <a:xfrm>
              <a:off x="7618171" y="199411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2"/>
            <p:cNvSpPr/>
            <p:nvPr/>
          </p:nvSpPr>
          <p:spPr>
            <a:xfrm>
              <a:off x="6065258" y="177071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3"/>
            <p:cNvSpPr/>
            <p:nvPr/>
          </p:nvSpPr>
          <p:spPr>
            <a:xfrm>
              <a:off x="7145164" y="1840513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4"/>
            <p:cNvSpPr/>
            <p:nvPr/>
          </p:nvSpPr>
          <p:spPr>
            <a:xfrm>
              <a:off x="7621165" y="173883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5"/>
            <p:cNvSpPr/>
            <p:nvPr/>
          </p:nvSpPr>
          <p:spPr>
            <a:xfrm>
              <a:off x="6841094" y="175023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6"/>
            <p:cNvSpPr/>
            <p:nvPr/>
          </p:nvSpPr>
          <p:spPr>
            <a:xfrm>
              <a:off x="6061024" y="189043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7"/>
            <p:cNvSpPr/>
            <p:nvPr/>
          </p:nvSpPr>
          <p:spPr>
            <a:xfrm>
              <a:off x="7621165" y="196993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8"/>
            <p:cNvSpPr/>
            <p:nvPr/>
          </p:nvSpPr>
          <p:spPr>
            <a:xfrm>
              <a:off x="6580900" y="185938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9"/>
            <p:cNvSpPr/>
            <p:nvPr/>
          </p:nvSpPr>
          <p:spPr>
            <a:xfrm>
              <a:off x="6839544" y="182980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50"/>
            <p:cNvSpPr/>
            <p:nvPr/>
          </p:nvSpPr>
          <p:spPr>
            <a:xfrm>
              <a:off x="7621165" y="175765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1"/>
            <p:cNvSpPr/>
            <p:nvPr/>
          </p:nvSpPr>
          <p:spPr>
            <a:xfrm>
              <a:off x="7228521" y="177084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2"/>
            <p:cNvSpPr/>
            <p:nvPr/>
          </p:nvSpPr>
          <p:spPr>
            <a:xfrm>
              <a:off x="7616931" y="194518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3"/>
            <p:cNvSpPr/>
            <p:nvPr/>
          </p:nvSpPr>
          <p:spPr>
            <a:xfrm>
              <a:off x="7099535" y="195474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4"/>
            <p:cNvSpPr/>
            <p:nvPr/>
          </p:nvSpPr>
          <p:spPr>
            <a:xfrm>
              <a:off x="7621165" y="213017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5"/>
            <p:cNvSpPr/>
            <p:nvPr/>
          </p:nvSpPr>
          <p:spPr>
            <a:xfrm>
              <a:off x="6726889" y="192604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6"/>
            <p:cNvSpPr/>
            <p:nvPr/>
          </p:nvSpPr>
          <p:spPr>
            <a:xfrm>
              <a:off x="7619048" y="184577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7"/>
            <p:cNvSpPr/>
            <p:nvPr/>
          </p:nvSpPr>
          <p:spPr>
            <a:xfrm>
              <a:off x="6061591" y="203556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8"/>
            <p:cNvSpPr/>
            <p:nvPr/>
          </p:nvSpPr>
          <p:spPr>
            <a:xfrm>
              <a:off x="6923662" y="199464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9"/>
            <p:cNvSpPr/>
            <p:nvPr/>
          </p:nvSpPr>
          <p:spPr>
            <a:xfrm>
              <a:off x="6643121" y="195551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60"/>
            <p:cNvSpPr/>
            <p:nvPr/>
          </p:nvSpPr>
          <p:spPr>
            <a:xfrm>
              <a:off x="6062264" y="181899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1"/>
            <p:cNvSpPr/>
            <p:nvPr/>
          </p:nvSpPr>
          <p:spPr>
            <a:xfrm>
              <a:off x="6065258" y="199695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2"/>
            <p:cNvSpPr/>
            <p:nvPr/>
          </p:nvSpPr>
          <p:spPr>
            <a:xfrm>
              <a:off x="7257847" y="1898182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3"/>
            <p:cNvSpPr/>
            <p:nvPr/>
          </p:nvSpPr>
          <p:spPr>
            <a:xfrm>
              <a:off x="7099535" y="192550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4"/>
            <p:cNvSpPr/>
            <p:nvPr/>
          </p:nvSpPr>
          <p:spPr>
            <a:xfrm>
              <a:off x="7357113" y="175888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5"/>
            <p:cNvSpPr/>
            <p:nvPr/>
          </p:nvSpPr>
          <p:spPr>
            <a:xfrm>
              <a:off x="6841094" y="206206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6"/>
            <p:cNvSpPr/>
            <p:nvPr/>
          </p:nvSpPr>
          <p:spPr>
            <a:xfrm>
              <a:off x="6839544" y="195025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7"/>
            <p:cNvSpPr/>
            <p:nvPr/>
          </p:nvSpPr>
          <p:spPr>
            <a:xfrm>
              <a:off x="7621165" y="221926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8"/>
            <p:cNvSpPr/>
            <p:nvPr/>
          </p:nvSpPr>
          <p:spPr>
            <a:xfrm>
              <a:off x="7621165" y="195929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9"/>
            <p:cNvSpPr/>
            <p:nvPr/>
          </p:nvSpPr>
          <p:spPr>
            <a:xfrm>
              <a:off x="6994568" y="187962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70"/>
            <p:cNvSpPr/>
            <p:nvPr/>
          </p:nvSpPr>
          <p:spPr>
            <a:xfrm>
              <a:off x="7442298" y="198565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1"/>
            <p:cNvSpPr/>
            <p:nvPr/>
          </p:nvSpPr>
          <p:spPr>
            <a:xfrm>
              <a:off x="7254775" y="1887580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2"/>
            <p:cNvSpPr/>
            <p:nvPr/>
          </p:nvSpPr>
          <p:spPr>
            <a:xfrm>
              <a:off x="6450568" y="190069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3"/>
            <p:cNvSpPr/>
            <p:nvPr/>
          </p:nvSpPr>
          <p:spPr>
            <a:xfrm>
              <a:off x="7618171" y="187169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4"/>
            <p:cNvSpPr/>
            <p:nvPr/>
          </p:nvSpPr>
          <p:spPr>
            <a:xfrm>
              <a:off x="7048685" y="194947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5"/>
            <p:cNvSpPr/>
            <p:nvPr/>
          </p:nvSpPr>
          <p:spPr>
            <a:xfrm>
              <a:off x="6765793" y="190867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6"/>
            <p:cNvSpPr/>
            <p:nvPr/>
          </p:nvSpPr>
          <p:spPr>
            <a:xfrm>
              <a:off x="7095507" y="1868112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7"/>
            <p:cNvSpPr/>
            <p:nvPr/>
          </p:nvSpPr>
          <p:spPr>
            <a:xfrm>
              <a:off x="6065258" y="201195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8"/>
            <p:cNvSpPr/>
            <p:nvPr/>
          </p:nvSpPr>
          <p:spPr>
            <a:xfrm>
              <a:off x="7305749" y="190559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9"/>
            <p:cNvSpPr/>
            <p:nvPr/>
          </p:nvSpPr>
          <p:spPr>
            <a:xfrm>
              <a:off x="6994568" y="201189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80"/>
            <p:cNvSpPr/>
            <p:nvPr/>
          </p:nvSpPr>
          <p:spPr>
            <a:xfrm>
              <a:off x="6580900" y="196520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1"/>
            <p:cNvSpPr/>
            <p:nvPr/>
          </p:nvSpPr>
          <p:spPr>
            <a:xfrm>
              <a:off x="6282344" y="198989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2"/>
            <p:cNvSpPr/>
            <p:nvPr/>
          </p:nvSpPr>
          <p:spPr>
            <a:xfrm>
              <a:off x="7615563" y="200604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3"/>
            <p:cNvSpPr/>
            <p:nvPr/>
          </p:nvSpPr>
          <p:spPr>
            <a:xfrm>
              <a:off x="6841094" y="193723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4"/>
            <p:cNvSpPr/>
            <p:nvPr/>
          </p:nvSpPr>
          <p:spPr>
            <a:xfrm>
              <a:off x="7070049" y="1896778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5"/>
            <p:cNvSpPr/>
            <p:nvPr/>
          </p:nvSpPr>
          <p:spPr>
            <a:xfrm>
              <a:off x="7618171" y="188851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6"/>
            <p:cNvSpPr/>
            <p:nvPr/>
          </p:nvSpPr>
          <p:spPr>
            <a:xfrm>
              <a:off x="7616431" y="182900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7"/>
            <p:cNvSpPr/>
            <p:nvPr/>
          </p:nvSpPr>
          <p:spPr>
            <a:xfrm>
              <a:off x="6065258" y="202935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8"/>
            <p:cNvSpPr/>
            <p:nvPr/>
          </p:nvSpPr>
          <p:spPr>
            <a:xfrm>
              <a:off x="7099535" y="212964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9"/>
            <p:cNvSpPr/>
            <p:nvPr/>
          </p:nvSpPr>
          <p:spPr>
            <a:xfrm>
              <a:off x="7099535" y="177001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90"/>
            <p:cNvSpPr/>
            <p:nvPr/>
          </p:nvSpPr>
          <p:spPr>
            <a:xfrm>
              <a:off x="7157853" y="1937734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1"/>
            <p:cNvSpPr/>
            <p:nvPr/>
          </p:nvSpPr>
          <p:spPr>
            <a:xfrm>
              <a:off x="7442298" y="194456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2"/>
            <p:cNvSpPr/>
            <p:nvPr/>
          </p:nvSpPr>
          <p:spPr>
            <a:xfrm>
              <a:off x="6994568" y="189167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3"/>
            <p:cNvSpPr/>
            <p:nvPr/>
          </p:nvSpPr>
          <p:spPr>
            <a:xfrm>
              <a:off x="7032098" y="199950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4"/>
            <p:cNvSpPr/>
            <p:nvPr/>
          </p:nvSpPr>
          <p:spPr>
            <a:xfrm>
              <a:off x="6841094" y="207408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5"/>
            <p:cNvSpPr/>
            <p:nvPr/>
          </p:nvSpPr>
          <p:spPr>
            <a:xfrm>
              <a:off x="6580900" y="194791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6"/>
            <p:cNvSpPr/>
            <p:nvPr/>
          </p:nvSpPr>
          <p:spPr>
            <a:xfrm>
              <a:off x="6726889" y="201987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7"/>
            <p:cNvSpPr/>
            <p:nvPr/>
          </p:nvSpPr>
          <p:spPr>
            <a:xfrm>
              <a:off x="7228521" y="188988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8"/>
            <p:cNvSpPr/>
            <p:nvPr/>
          </p:nvSpPr>
          <p:spPr>
            <a:xfrm>
              <a:off x="6580900" y="209860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9"/>
            <p:cNvSpPr/>
            <p:nvPr/>
          </p:nvSpPr>
          <p:spPr>
            <a:xfrm>
              <a:off x="6838477" y="194472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100"/>
            <p:cNvSpPr/>
            <p:nvPr/>
          </p:nvSpPr>
          <p:spPr>
            <a:xfrm>
              <a:off x="7032098" y="199322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1"/>
            <p:cNvSpPr/>
            <p:nvPr/>
          </p:nvSpPr>
          <p:spPr>
            <a:xfrm>
              <a:off x="7619048" y="185566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2"/>
            <p:cNvSpPr/>
            <p:nvPr/>
          </p:nvSpPr>
          <p:spPr>
            <a:xfrm>
              <a:off x="7099535" y="195796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3"/>
            <p:cNvSpPr/>
            <p:nvPr/>
          </p:nvSpPr>
          <p:spPr>
            <a:xfrm>
              <a:off x="6580900" y="178509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4"/>
            <p:cNvSpPr/>
            <p:nvPr/>
          </p:nvSpPr>
          <p:spPr>
            <a:xfrm>
              <a:off x="7614813" y="193441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5"/>
            <p:cNvSpPr/>
            <p:nvPr/>
          </p:nvSpPr>
          <p:spPr>
            <a:xfrm>
              <a:off x="6783426" y="1841445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6"/>
            <p:cNvSpPr/>
            <p:nvPr/>
          </p:nvSpPr>
          <p:spPr>
            <a:xfrm>
              <a:off x="7228521" y="208735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7"/>
            <p:cNvSpPr/>
            <p:nvPr/>
          </p:nvSpPr>
          <p:spPr>
            <a:xfrm>
              <a:off x="7135090" y="192676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8"/>
            <p:cNvSpPr/>
            <p:nvPr/>
          </p:nvSpPr>
          <p:spPr>
            <a:xfrm>
              <a:off x="7618171" y="182056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9"/>
            <p:cNvSpPr/>
            <p:nvPr/>
          </p:nvSpPr>
          <p:spPr>
            <a:xfrm>
              <a:off x="6065258" y="213099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10"/>
            <p:cNvSpPr/>
            <p:nvPr/>
          </p:nvSpPr>
          <p:spPr>
            <a:xfrm>
              <a:off x="7305749" y="197467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1"/>
            <p:cNvSpPr/>
            <p:nvPr/>
          </p:nvSpPr>
          <p:spPr>
            <a:xfrm>
              <a:off x="6580900" y="206050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2"/>
            <p:cNvSpPr/>
            <p:nvPr/>
          </p:nvSpPr>
          <p:spPr>
            <a:xfrm>
              <a:off x="6372205" y="192972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3"/>
            <p:cNvSpPr/>
            <p:nvPr/>
          </p:nvSpPr>
          <p:spPr>
            <a:xfrm>
              <a:off x="7099535" y="208254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4"/>
            <p:cNvSpPr/>
            <p:nvPr/>
          </p:nvSpPr>
          <p:spPr>
            <a:xfrm>
              <a:off x="6063141" y="197271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5"/>
            <p:cNvSpPr/>
            <p:nvPr/>
          </p:nvSpPr>
          <p:spPr>
            <a:xfrm>
              <a:off x="6839544" y="182898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6"/>
            <p:cNvSpPr/>
            <p:nvPr/>
          </p:nvSpPr>
          <p:spPr>
            <a:xfrm>
              <a:off x="6579159" y="189934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7"/>
            <p:cNvSpPr/>
            <p:nvPr/>
          </p:nvSpPr>
          <p:spPr>
            <a:xfrm>
              <a:off x="6841094" y="183692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8"/>
            <p:cNvSpPr/>
            <p:nvPr/>
          </p:nvSpPr>
          <p:spPr>
            <a:xfrm>
              <a:off x="6776035" y="1955006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9"/>
            <p:cNvSpPr/>
            <p:nvPr/>
          </p:nvSpPr>
          <p:spPr>
            <a:xfrm>
              <a:off x="6683386" y="187390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20"/>
            <p:cNvSpPr/>
            <p:nvPr/>
          </p:nvSpPr>
          <p:spPr>
            <a:xfrm>
              <a:off x="7615979" y="197941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1"/>
            <p:cNvSpPr/>
            <p:nvPr/>
          </p:nvSpPr>
          <p:spPr>
            <a:xfrm>
              <a:off x="7621165" y="189486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2"/>
            <p:cNvSpPr/>
            <p:nvPr/>
          </p:nvSpPr>
          <p:spPr>
            <a:xfrm>
              <a:off x="7621165" y="199327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3"/>
            <p:cNvSpPr/>
            <p:nvPr/>
          </p:nvSpPr>
          <p:spPr>
            <a:xfrm>
              <a:off x="6841094" y="194543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4"/>
            <p:cNvSpPr/>
            <p:nvPr/>
          </p:nvSpPr>
          <p:spPr>
            <a:xfrm>
              <a:off x="6839544" y="193111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5"/>
            <p:cNvSpPr/>
            <p:nvPr/>
          </p:nvSpPr>
          <p:spPr>
            <a:xfrm>
              <a:off x="7616931" y="181056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6"/>
            <p:cNvSpPr/>
            <p:nvPr/>
          </p:nvSpPr>
          <p:spPr>
            <a:xfrm>
              <a:off x="6923662" y="197993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7"/>
            <p:cNvSpPr/>
            <p:nvPr/>
          </p:nvSpPr>
          <p:spPr>
            <a:xfrm>
              <a:off x="6841094" y="191600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8"/>
            <p:cNvSpPr/>
            <p:nvPr/>
          </p:nvSpPr>
          <p:spPr>
            <a:xfrm>
              <a:off x="7429648" y="1930082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9"/>
            <p:cNvSpPr/>
            <p:nvPr/>
          </p:nvSpPr>
          <p:spPr>
            <a:xfrm>
              <a:off x="6065258" y="187482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30"/>
            <p:cNvSpPr/>
            <p:nvPr/>
          </p:nvSpPr>
          <p:spPr>
            <a:xfrm>
              <a:off x="7099535" y="194838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1"/>
            <p:cNvSpPr/>
            <p:nvPr/>
          </p:nvSpPr>
          <p:spPr>
            <a:xfrm>
              <a:off x="6726889" y="192494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2"/>
            <p:cNvSpPr/>
            <p:nvPr/>
          </p:nvSpPr>
          <p:spPr>
            <a:xfrm>
              <a:off x="6841094" y="177493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3"/>
            <p:cNvSpPr/>
            <p:nvPr/>
          </p:nvSpPr>
          <p:spPr>
            <a:xfrm>
              <a:off x="7228521" y="190876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4"/>
            <p:cNvSpPr/>
            <p:nvPr/>
          </p:nvSpPr>
          <p:spPr>
            <a:xfrm>
              <a:off x="7067369" y="1897713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5"/>
            <p:cNvSpPr/>
            <p:nvPr/>
          </p:nvSpPr>
          <p:spPr>
            <a:xfrm>
              <a:off x="6065258" y="198185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6"/>
            <p:cNvSpPr/>
            <p:nvPr/>
          </p:nvSpPr>
          <p:spPr>
            <a:xfrm>
              <a:off x="7421075" y="196731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7"/>
            <p:cNvSpPr/>
            <p:nvPr/>
          </p:nvSpPr>
          <p:spPr>
            <a:xfrm>
              <a:off x="6841094" y="195510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8"/>
            <p:cNvSpPr/>
            <p:nvPr/>
          </p:nvSpPr>
          <p:spPr>
            <a:xfrm>
              <a:off x="7357113" y="189975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9"/>
            <p:cNvSpPr/>
            <p:nvPr/>
          </p:nvSpPr>
          <p:spPr>
            <a:xfrm>
              <a:off x="7253184" y="1836292"/>
              <a:ext cx="46424" cy="464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40"/>
            <p:cNvSpPr/>
            <p:nvPr/>
          </p:nvSpPr>
          <p:spPr>
            <a:xfrm>
              <a:off x="7099535" y="183068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1"/>
            <p:cNvSpPr/>
            <p:nvPr/>
          </p:nvSpPr>
          <p:spPr>
            <a:xfrm>
              <a:off x="7099535" y="185632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2"/>
            <p:cNvSpPr/>
            <p:nvPr/>
          </p:nvSpPr>
          <p:spPr>
            <a:xfrm>
              <a:off x="7305749" y="175847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3"/>
            <p:cNvSpPr/>
            <p:nvPr/>
          </p:nvSpPr>
          <p:spPr>
            <a:xfrm>
              <a:off x="7280123" y="1910861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4"/>
            <p:cNvSpPr/>
            <p:nvPr/>
          </p:nvSpPr>
          <p:spPr>
            <a:xfrm>
              <a:off x="6065258" y="193652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5"/>
            <p:cNvSpPr/>
            <p:nvPr/>
          </p:nvSpPr>
          <p:spPr>
            <a:xfrm>
              <a:off x="7421075" y="195529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6"/>
            <p:cNvSpPr/>
            <p:nvPr/>
          </p:nvSpPr>
          <p:spPr>
            <a:xfrm>
              <a:off x="7357113" y="193808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7"/>
            <p:cNvSpPr/>
            <p:nvPr/>
          </p:nvSpPr>
          <p:spPr>
            <a:xfrm>
              <a:off x="7621165" y="189323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8"/>
            <p:cNvSpPr/>
            <p:nvPr/>
          </p:nvSpPr>
          <p:spPr>
            <a:xfrm>
              <a:off x="7393707" y="181835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9"/>
            <p:cNvSpPr/>
            <p:nvPr/>
          </p:nvSpPr>
          <p:spPr>
            <a:xfrm>
              <a:off x="7619048" y="191516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50"/>
            <p:cNvSpPr/>
            <p:nvPr/>
          </p:nvSpPr>
          <p:spPr>
            <a:xfrm>
              <a:off x="6836860" y="184059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1"/>
            <p:cNvSpPr/>
            <p:nvPr/>
          </p:nvSpPr>
          <p:spPr>
            <a:xfrm>
              <a:off x="6839544" y="196800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2"/>
            <p:cNvSpPr/>
            <p:nvPr/>
          </p:nvSpPr>
          <p:spPr>
            <a:xfrm>
              <a:off x="6063141" y="192100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3"/>
            <p:cNvSpPr/>
            <p:nvPr/>
          </p:nvSpPr>
          <p:spPr>
            <a:xfrm>
              <a:off x="6726889" y="184547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4"/>
            <p:cNvSpPr/>
            <p:nvPr/>
          </p:nvSpPr>
          <p:spPr>
            <a:xfrm>
              <a:off x="7421075" y="188048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5"/>
            <p:cNvSpPr/>
            <p:nvPr/>
          </p:nvSpPr>
          <p:spPr>
            <a:xfrm>
              <a:off x="6838477" y="188924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6"/>
            <p:cNvSpPr/>
            <p:nvPr/>
          </p:nvSpPr>
          <p:spPr>
            <a:xfrm>
              <a:off x="7198335" y="1863762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7"/>
            <p:cNvSpPr/>
            <p:nvPr/>
          </p:nvSpPr>
          <p:spPr>
            <a:xfrm>
              <a:off x="7194903" y="1869301"/>
              <a:ext cx="52268" cy="5226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8"/>
            <p:cNvSpPr/>
            <p:nvPr/>
          </p:nvSpPr>
          <p:spPr>
            <a:xfrm>
              <a:off x="7187124" y="1841919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9"/>
            <p:cNvSpPr/>
            <p:nvPr/>
          </p:nvSpPr>
          <p:spPr>
            <a:xfrm>
              <a:off x="6861229" y="1879885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60"/>
            <p:cNvSpPr/>
            <p:nvPr/>
          </p:nvSpPr>
          <p:spPr>
            <a:xfrm>
              <a:off x="7338124" y="1902296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1"/>
            <p:cNvSpPr/>
            <p:nvPr/>
          </p:nvSpPr>
          <p:spPr>
            <a:xfrm>
              <a:off x="7065777" y="1865952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2"/>
            <p:cNvSpPr/>
            <p:nvPr/>
          </p:nvSpPr>
          <p:spPr>
            <a:xfrm>
              <a:off x="7228521" y="211169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3"/>
            <p:cNvSpPr/>
            <p:nvPr/>
          </p:nvSpPr>
          <p:spPr>
            <a:xfrm>
              <a:off x="7032098" y="187203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4"/>
            <p:cNvSpPr/>
            <p:nvPr/>
          </p:nvSpPr>
          <p:spPr>
            <a:xfrm>
              <a:off x="7091128" y="1843397"/>
              <a:ext cx="44536" cy="445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5"/>
            <p:cNvSpPr/>
            <p:nvPr/>
          </p:nvSpPr>
          <p:spPr>
            <a:xfrm>
              <a:off x="6065258" y="217237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6"/>
            <p:cNvSpPr/>
            <p:nvPr/>
          </p:nvSpPr>
          <p:spPr>
            <a:xfrm>
              <a:off x="6949162" y="193633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7"/>
            <p:cNvSpPr/>
            <p:nvPr/>
          </p:nvSpPr>
          <p:spPr>
            <a:xfrm>
              <a:off x="7616931" y="190763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8"/>
            <p:cNvSpPr/>
            <p:nvPr/>
          </p:nvSpPr>
          <p:spPr>
            <a:xfrm>
              <a:off x="7621165" y="200282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9"/>
            <p:cNvSpPr/>
            <p:nvPr/>
          </p:nvSpPr>
          <p:spPr>
            <a:xfrm>
              <a:off x="7616931" y="178774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70"/>
            <p:cNvSpPr/>
            <p:nvPr/>
          </p:nvSpPr>
          <p:spPr>
            <a:xfrm>
              <a:off x="7619048" y="195239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1"/>
            <p:cNvSpPr/>
            <p:nvPr/>
          </p:nvSpPr>
          <p:spPr>
            <a:xfrm>
              <a:off x="7228521" y="195771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2"/>
            <p:cNvSpPr/>
            <p:nvPr/>
          </p:nvSpPr>
          <p:spPr>
            <a:xfrm>
              <a:off x="6949162" y="198713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3"/>
            <p:cNvSpPr/>
            <p:nvPr/>
          </p:nvSpPr>
          <p:spPr>
            <a:xfrm>
              <a:off x="7617498" y="192799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4"/>
            <p:cNvSpPr/>
            <p:nvPr/>
          </p:nvSpPr>
          <p:spPr>
            <a:xfrm>
              <a:off x="7618171" y="208738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5"/>
            <p:cNvSpPr/>
            <p:nvPr/>
          </p:nvSpPr>
          <p:spPr>
            <a:xfrm>
              <a:off x="6525678" y="187413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6"/>
            <p:cNvSpPr/>
            <p:nvPr/>
          </p:nvSpPr>
          <p:spPr>
            <a:xfrm>
              <a:off x="6839544" y="201819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7"/>
            <p:cNvSpPr/>
            <p:nvPr/>
          </p:nvSpPr>
          <p:spPr>
            <a:xfrm>
              <a:off x="7097795" y="209054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8"/>
            <p:cNvSpPr/>
            <p:nvPr/>
          </p:nvSpPr>
          <p:spPr>
            <a:xfrm>
              <a:off x="7097795" y="194070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9"/>
            <p:cNvSpPr/>
            <p:nvPr/>
          </p:nvSpPr>
          <p:spPr>
            <a:xfrm>
              <a:off x="6841094" y="196449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80"/>
            <p:cNvSpPr/>
            <p:nvPr/>
          </p:nvSpPr>
          <p:spPr>
            <a:xfrm>
              <a:off x="6841094" y="215296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1"/>
            <p:cNvSpPr/>
            <p:nvPr/>
          </p:nvSpPr>
          <p:spPr>
            <a:xfrm>
              <a:off x="7621165" y="181161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2"/>
            <p:cNvSpPr/>
            <p:nvPr/>
          </p:nvSpPr>
          <p:spPr>
            <a:xfrm>
              <a:off x="6841094" y="210491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3"/>
            <p:cNvSpPr/>
            <p:nvPr/>
          </p:nvSpPr>
          <p:spPr>
            <a:xfrm>
              <a:off x="7228521" y="198527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4"/>
            <p:cNvSpPr/>
            <p:nvPr/>
          </p:nvSpPr>
          <p:spPr>
            <a:xfrm>
              <a:off x="7621165" y="185982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5"/>
            <p:cNvSpPr/>
            <p:nvPr/>
          </p:nvSpPr>
          <p:spPr>
            <a:xfrm>
              <a:off x="7099535" y="206904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6"/>
            <p:cNvSpPr/>
            <p:nvPr/>
          </p:nvSpPr>
          <p:spPr>
            <a:xfrm>
              <a:off x="7099535" y="187154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7"/>
            <p:cNvSpPr/>
            <p:nvPr/>
          </p:nvSpPr>
          <p:spPr>
            <a:xfrm>
              <a:off x="6061591" y="199272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8"/>
            <p:cNvSpPr/>
            <p:nvPr/>
          </p:nvSpPr>
          <p:spPr>
            <a:xfrm>
              <a:off x="7619048" y="201523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9"/>
            <p:cNvSpPr/>
            <p:nvPr/>
          </p:nvSpPr>
          <p:spPr>
            <a:xfrm>
              <a:off x="6841094" y="178368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90"/>
            <p:cNvSpPr/>
            <p:nvPr/>
          </p:nvSpPr>
          <p:spPr>
            <a:xfrm>
              <a:off x="7618171" y="189727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1"/>
            <p:cNvSpPr/>
            <p:nvPr/>
          </p:nvSpPr>
          <p:spPr>
            <a:xfrm>
              <a:off x="7619048" y="184482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2"/>
            <p:cNvSpPr/>
            <p:nvPr/>
          </p:nvSpPr>
          <p:spPr>
            <a:xfrm>
              <a:off x="7621165" y="191997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3"/>
            <p:cNvSpPr/>
            <p:nvPr/>
          </p:nvSpPr>
          <p:spPr>
            <a:xfrm>
              <a:off x="6063141" y="183193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4"/>
            <p:cNvSpPr/>
            <p:nvPr/>
          </p:nvSpPr>
          <p:spPr>
            <a:xfrm>
              <a:off x="7621165" y="192094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5"/>
            <p:cNvSpPr/>
            <p:nvPr/>
          </p:nvSpPr>
          <p:spPr>
            <a:xfrm>
              <a:off x="6839544" y="193178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6"/>
            <p:cNvSpPr/>
            <p:nvPr/>
          </p:nvSpPr>
          <p:spPr>
            <a:xfrm>
              <a:off x="6836189" y="1955289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7"/>
            <p:cNvSpPr/>
            <p:nvPr/>
          </p:nvSpPr>
          <p:spPr>
            <a:xfrm>
              <a:off x="7097795" y="205886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8"/>
            <p:cNvSpPr/>
            <p:nvPr/>
          </p:nvSpPr>
          <p:spPr>
            <a:xfrm>
              <a:off x="6841094" y="202747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9"/>
            <p:cNvSpPr/>
            <p:nvPr/>
          </p:nvSpPr>
          <p:spPr>
            <a:xfrm>
              <a:off x="7619048" y="211507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200"/>
            <p:cNvSpPr/>
            <p:nvPr/>
          </p:nvSpPr>
          <p:spPr>
            <a:xfrm>
              <a:off x="6841094" y="214178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1"/>
            <p:cNvSpPr/>
            <p:nvPr/>
          </p:nvSpPr>
          <p:spPr>
            <a:xfrm>
              <a:off x="6065258" y="218862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2"/>
            <p:cNvSpPr/>
            <p:nvPr/>
          </p:nvSpPr>
          <p:spPr>
            <a:xfrm>
              <a:off x="6838477" y="204089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3"/>
            <p:cNvSpPr/>
            <p:nvPr/>
          </p:nvSpPr>
          <p:spPr>
            <a:xfrm>
              <a:off x="7099535" y="217369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4"/>
            <p:cNvSpPr/>
            <p:nvPr/>
          </p:nvSpPr>
          <p:spPr>
            <a:xfrm>
              <a:off x="7357113" y="194760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5"/>
            <p:cNvSpPr/>
            <p:nvPr/>
          </p:nvSpPr>
          <p:spPr>
            <a:xfrm>
              <a:off x="7619048" y="207098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6"/>
            <p:cNvSpPr/>
            <p:nvPr/>
          </p:nvSpPr>
          <p:spPr>
            <a:xfrm>
              <a:off x="6841094" y="201624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7"/>
            <p:cNvSpPr/>
            <p:nvPr/>
          </p:nvSpPr>
          <p:spPr>
            <a:xfrm>
              <a:off x="6841094" y="208301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8"/>
            <p:cNvSpPr/>
            <p:nvPr/>
          </p:nvSpPr>
          <p:spPr>
            <a:xfrm>
              <a:off x="6063141" y="200439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9"/>
            <p:cNvSpPr/>
            <p:nvPr/>
          </p:nvSpPr>
          <p:spPr>
            <a:xfrm>
              <a:off x="6839544" y="190946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10"/>
            <p:cNvSpPr/>
            <p:nvPr/>
          </p:nvSpPr>
          <p:spPr>
            <a:xfrm>
              <a:off x="7619048" y="196821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1"/>
            <p:cNvSpPr/>
            <p:nvPr/>
          </p:nvSpPr>
          <p:spPr>
            <a:xfrm>
              <a:off x="7099535" y="202616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2"/>
            <p:cNvSpPr/>
            <p:nvPr/>
          </p:nvSpPr>
          <p:spPr>
            <a:xfrm>
              <a:off x="7618171" y="200179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3"/>
            <p:cNvSpPr/>
            <p:nvPr/>
          </p:nvSpPr>
          <p:spPr>
            <a:xfrm>
              <a:off x="7126744" y="1882487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4"/>
            <p:cNvSpPr/>
            <p:nvPr/>
          </p:nvSpPr>
          <p:spPr>
            <a:xfrm>
              <a:off x="7097795" y="202177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5"/>
            <p:cNvSpPr/>
            <p:nvPr/>
          </p:nvSpPr>
          <p:spPr>
            <a:xfrm>
              <a:off x="6841094" y="180379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6"/>
            <p:cNvSpPr/>
            <p:nvPr/>
          </p:nvSpPr>
          <p:spPr>
            <a:xfrm>
              <a:off x="7226587" y="207797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7"/>
            <p:cNvSpPr/>
            <p:nvPr/>
          </p:nvSpPr>
          <p:spPr>
            <a:xfrm>
              <a:off x="6994568" y="197353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8"/>
            <p:cNvSpPr/>
            <p:nvPr/>
          </p:nvSpPr>
          <p:spPr>
            <a:xfrm>
              <a:off x="6580900" y="208794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9"/>
            <p:cNvSpPr/>
            <p:nvPr/>
          </p:nvSpPr>
          <p:spPr>
            <a:xfrm>
              <a:off x="6841094" y="176514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20"/>
            <p:cNvSpPr/>
            <p:nvPr/>
          </p:nvSpPr>
          <p:spPr>
            <a:xfrm>
              <a:off x="6065258" y="202175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1"/>
            <p:cNvSpPr/>
            <p:nvPr/>
          </p:nvSpPr>
          <p:spPr>
            <a:xfrm>
              <a:off x="6580900" y="199275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2"/>
            <p:cNvSpPr/>
            <p:nvPr/>
          </p:nvSpPr>
          <p:spPr>
            <a:xfrm>
              <a:off x="6841094" y="209625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3"/>
            <p:cNvSpPr/>
            <p:nvPr/>
          </p:nvSpPr>
          <p:spPr>
            <a:xfrm>
              <a:off x="7393707" y="183400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4"/>
            <p:cNvSpPr/>
            <p:nvPr/>
          </p:nvSpPr>
          <p:spPr>
            <a:xfrm>
              <a:off x="6837610" y="191739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5"/>
            <p:cNvSpPr/>
            <p:nvPr/>
          </p:nvSpPr>
          <p:spPr>
            <a:xfrm>
              <a:off x="6063141" y="197309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6"/>
            <p:cNvSpPr/>
            <p:nvPr/>
          </p:nvSpPr>
          <p:spPr>
            <a:xfrm>
              <a:off x="6875174" y="1929151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7"/>
            <p:cNvSpPr/>
            <p:nvPr/>
          </p:nvSpPr>
          <p:spPr>
            <a:xfrm>
              <a:off x="7619048" y="192551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8"/>
            <p:cNvSpPr/>
            <p:nvPr/>
          </p:nvSpPr>
          <p:spPr>
            <a:xfrm>
              <a:off x="7171434" y="197035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9"/>
            <p:cNvSpPr/>
            <p:nvPr/>
          </p:nvSpPr>
          <p:spPr>
            <a:xfrm>
              <a:off x="7077614" y="1859042"/>
              <a:ext cx="53981" cy="5398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30"/>
            <p:cNvSpPr/>
            <p:nvPr/>
          </p:nvSpPr>
          <p:spPr>
            <a:xfrm>
              <a:off x="7099535" y="205790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1"/>
            <p:cNvSpPr/>
            <p:nvPr/>
          </p:nvSpPr>
          <p:spPr>
            <a:xfrm>
              <a:off x="7303632" y="187836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2"/>
            <p:cNvSpPr/>
            <p:nvPr/>
          </p:nvSpPr>
          <p:spPr>
            <a:xfrm>
              <a:off x="7618171" y="199585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3"/>
            <p:cNvSpPr/>
            <p:nvPr/>
          </p:nvSpPr>
          <p:spPr>
            <a:xfrm>
              <a:off x="7280123" y="2184032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4"/>
            <p:cNvSpPr/>
            <p:nvPr/>
          </p:nvSpPr>
          <p:spPr>
            <a:xfrm>
              <a:off x="7112902" y="1904045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5"/>
            <p:cNvSpPr/>
            <p:nvPr/>
          </p:nvSpPr>
          <p:spPr>
            <a:xfrm>
              <a:off x="6932256" y="2024337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6"/>
            <p:cNvSpPr/>
            <p:nvPr/>
          </p:nvSpPr>
          <p:spPr>
            <a:xfrm>
              <a:off x="6949162" y="198001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7"/>
            <p:cNvSpPr/>
            <p:nvPr/>
          </p:nvSpPr>
          <p:spPr>
            <a:xfrm>
              <a:off x="6841094" y="191322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8"/>
            <p:cNvSpPr/>
            <p:nvPr/>
          </p:nvSpPr>
          <p:spPr>
            <a:xfrm>
              <a:off x="6841094" y="221625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9"/>
            <p:cNvSpPr/>
            <p:nvPr/>
          </p:nvSpPr>
          <p:spPr>
            <a:xfrm>
              <a:off x="7099535" y="193003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40"/>
            <p:cNvSpPr/>
            <p:nvPr/>
          </p:nvSpPr>
          <p:spPr>
            <a:xfrm>
              <a:off x="7305749" y="179874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1"/>
            <p:cNvSpPr/>
            <p:nvPr/>
          </p:nvSpPr>
          <p:spPr>
            <a:xfrm>
              <a:off x="6580900" y="202098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2"/>
            <p:cNvSpPr/>
            <p:nvPr/>
          </p:nvSpPr>
          <p:spPr>
            <a:xfrm>
              <a:off x="7097795" y="198048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3"/>
            <p:cNvSpPr/>
            <p:nvPr/>
          </p:nvSpPr>
          <p:spPr>
            <a:xfrm>
              <a:off x="7321232" y="1894590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4"/>
            <p:cNvSpPr/>
            <p:nvPr/>
          </p:nvSpPr>
          <p:spPr>
            <a:xfrm>
              <a:off x="7621165" y="175086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5"/>
            <p:cNvSpPr/>
            <p:nvPr/>
          </p:nvSpPr>
          <p:spPr>
            <a:xfrm>
              <a:off x="7190132" y="179701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6"/>
            <p:cNvSpPr/>
            <p:nvPr/>
          </p:nvSpPr>
          <p:spPr>
            <a:xfrm>
              <a:off x="6923662" y="204869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7"/>
            <p:cNvSpPr/>
            <p:nvPr/>
          </p:nvSpPr>
          <p:spPr>
            <a:xfrm>
              <a:off x="7133223" y="1818586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8"/>
            <p:cNvSpPr/>
            <p:nvPr/>
          </p:nvSpPr>
          <p:spPr>
            <a:xfrm>
              <a:off x="6504617" y="199448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9"/>
            <p:cNvSpPr/>
            <p:nvPr/>
          </p:nvSpPr>
          <p:spPr>
            <a:xfrm>
              <a:off x="7618171" y="206101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50"/>
            <p:cNvSpPr/>
            <p:nvPr/>
          </p:nvSpPr>
          <p:spPr>
            <a:xfrm>
              <a:off x="7032098" y="191552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1"/>
            <p:cNvSpPr/>
            <p:nvPr/>
          </p:nvSpPr>
          <p:spPr>
            <a:xfrm>
              <a:off x="6923662" y="203337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2"/>
            <p:cNvSpPr/>
            <p:nvPr/>
          </p:nvSpPr>
          <p:spPr>
            <a:xfrm>
              <a:off x="7621165" y="181573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3"/>
            <p:cNvSpPr/>
            <p:nvPr/>
          </p:nvSpPr>
          <p:spPr>
            <a:xfrm>
              <a:off x="7621165" y="205633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4"/>
            <p:cNvSpPr/>
            <p:nvPr/>
          </p:nvSpPr>
          <p:spPr>
            <a:xfrm>
              <a:off x="7190132" y="199825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5"/>
            <p:cNvSpPr/>
            <p:nvPr/>
          </p:nvSpPr>
          <p:spPr>
            <a:xfrm>
              <a:off x="6450568" y="199635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6"/>
            <p:cNvSpPr/>
            <p:nvPr/>
          </p:nvSpPr>
          <p:spPr>
            <a:xfrm>
              <a:off x="7354825" y="193167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7"/>
            <p:cNvSpPr/>
            <p:nvPr/>
          </p:nvSpPr>
          <p:spPr>
            <a:xfrm>
              <a:off x="7107663" y="1945381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8"/>
            <p:cNvSpPr/>
            <p:nvPr/>
          </p:nvSpPr>
          <p:spPr>
            <a:xfrm>
              <a:off x="6750784" y="194162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7616431" y="190833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6580900" y="207779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7097795" y="200721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7149360" y="1888130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7099535" y="198162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6783426" y="1959208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7198837" y="1896067"/>
              <a:ext cx="47490" cy="474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7305749" y="195390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6856710" y="1925080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6839544" y="203088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6450568" y="178866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6875174" y="1974586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6994568" y="205159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6923662" y="185813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6579159" y="195018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7015405" y="1965820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6970774" y="1995794"/>
              <a:ext cx="49500" cy="495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7621165" y="188355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7099535" y="203616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6839544" y="196151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7418477" y="1936307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6472245" y="1966908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6065258" y="192460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6065258" y="195934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6895720" y="1916044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6580900" y="198596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6580900" y="185152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6726889" y="201378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7007360" y="2050583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7208044" y="1929176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7126744" y="1930330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7269420" y="204566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7067369" y="2011025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7621165" y="193875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7099535" y="208182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6838477" y="196332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6656349" y="194206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6972028" y="1904658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6643121" y="190837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6895720" y="1878676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6994568" y="189366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6992451" y="179815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7621165" y="195738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6994568" y="204126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7063552" y="1913515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7621165" y="179252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7032098" y="189001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7621165" y="195009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6839544" y="199991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6949162" y="181236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6579159" y="194547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6450568" y="195211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7269420" y="180120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7099535" y="192296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7099535" y="176314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7305749" y="196671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7617498" y="193430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6949162" y="200373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7617498" y="195535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7228521" y="197872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7621165" y="202176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6841094" y="184295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7619048" y="189098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7621165" y="194172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7619048" y="203068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7357113" y="197036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6923662" y="195830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7619048" y="173542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6065258" y="210554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6065258" y="200841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7621165" y="194113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7228521" y="197467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7148041" y="195974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6580900" y="193710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7621165" y="186323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6839544" y="184797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6683386" y="200163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6841094" y="195445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6580900" y="192157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7621165" y="184124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6841094" y="199022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6254145" y="200760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7621165" y="190982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6841094" y="210498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7616931" y="181084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7621165" y="175812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6063141" y="204061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6841094" y="184282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7618171" y="186912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7228521" y="179599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7228521" y="204184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7619048" y="189663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7616431" y="181057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7621165" y="180186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7618171" y="176874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6062264" y="219848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6065258" y="186172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6841094" y="184174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7405789" y="1947176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7618171" y="212053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7619048" y="178243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7228521" y="189625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6839544" y="186456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6683386" y="186643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7171434" y="189356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7099535" y="207313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7621165" y="227709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6836860" y="209162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6838477" y="189382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6994568" y="199737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6063141" y="196042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7046784" y="1882868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6839544" y="186931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7099535" y="189209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6579159" y="207557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6580900" y="198476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6683386" y="212059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6450568" y="205189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7621165" y="174756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7621165" y="199615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7621165" y="185861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6372205" y="208992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6839544" y="211570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6994568" y="192701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6683386" y="211066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6839544" y="216669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7621165" y="174276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6372205" y="192036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7619048" y="206364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6994568" y="200462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7421075" y="187221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7015405" y="189441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6580900" y="169946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7619048" y="191352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7096541" y="197029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6841094" y="180954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7093800" y="1881560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7459223" y="187464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6907239" y="187348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7097795" y="191457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7097795" y="201647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7226587" y="197778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7357113" y="198820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7616931" y="179243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3"/>
            <p:cNvSpPr/>
            <p:nvPr/>
          </p:nvSpPr>
          <p:spPr>
            <a:xfrm>
              <a:off x="7097795" y="193180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4"/>
            <p:cNvSpPr/>
            <p:nvPr/>
          </p:nvSpPr>
          <p:spPr>
            <a:xfrm>
              <a:off x="6994568" y="197694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rc2405"/>
            <p:cNvSpPr/>
            <p:nvPr/>
          </p:nvSpPr>
          <p:spPr>
            <a:xfrm>
              <a:off x="5998329" y="1305836"/>
              <a:ext cx="1711497" cy="1711497"/>
            </a:xfrm>
            <a:prstGeom prst="rect">
              <a:avLst/>
            </a:prstGeom>
            <a:noFill/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rc2406"/>
            <p:cNvSpPr/>
            <p:nvPr/>
          </p:nvSpPr>
          <p:spPr>
            <a:xfrm>
              <a:off x="7773090" y="1305836"/>
              <a:ext cx="1711497" cy="171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7773090" y="274505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7773090" y="2356073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7773090" y="1967096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7773090" y="157812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804537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8434350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8823327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9212304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7773090" y="293953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7773090" y="2550562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7773090" y="2161585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7773090" y="177260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7773090" y="1383631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7850885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8239862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8628839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9017815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9406792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7773090" y="1305836"/>
              <a:ext cx="1711497" cy="1711497"/>
            </a:xfrm>
            <a:custGeom>
              <a:avLst/>
              <a:pathLst>
                <a:path w="1711497" h="1711497">
                  <a:moveTo>
                    <a:pt x="0" y="1711497"/>
                  </a:move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26" name="pt2426"/>
            <p:cNvSpPr/>
            <p:nvPr/>
          </p:nvSpPr>
          <p:spPr>
            <a:xfrm>
              <a:off x="7840019" y="216182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7"/>
            <p:cNvSpPr/>
            <p:nvPr/>
          </p:nvSpPr>
          <p:spPr>
            <a:xfrm>
              <a:off x="8721989" y="2141596"/>
              <a:ext cx="61229" cy="612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8"/>
            <p:cNvSpPr/>
            <p:nvPr/>
          </p:nvSpPr>
          <p:spPr>
            <a:xfrm>
              <a:off x="9395926" y="208247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9"/>
            <p:cNvSpPr/>
            <p:nvPr/>
          </p:nvSpPr>
          <p:spPr>
            <a:xfrm>
              <a:off x="8353920" y="207898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9168467" y="231079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8563741" y="2260453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8057105" y="229074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8460317" y="2328819"/>
              <a:ext cx="45309" cy="453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8300439" y="227018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7837901" y="236903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8347858" y="2394845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8614305" y="225497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8094602" y="224864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8607386" y="2150741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8724963" y="2243462"/>
              <a:ext cx="53421" cy="534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8389348" y="2261406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8380518" y="2247014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8874296" y="225523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8223394" y="240458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9131874" y="237619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8572033" y="2329925"/>
              <a:ext cx="51374" cy="5137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8146966" y="241637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8028905" y="247375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8615855" y="240032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8563741" y="2261259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8613238" y="221999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8506569" y="2170211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8723922" y="219654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7840019" y="240596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8458147" y="222236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8355660" y="225251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8522803" y="2170672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9003282" y="224935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8355660" y="217967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7837901" y="234967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8871302" y="217632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8615855" y="221431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9395926" y="204580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4"/>
            <p:cNvSpPr/>
            <p:nvPr/>
          </p:nvSpPr>
          <p:spPr>
            <a:xfrm>
              <a:off x="8615855" y="227769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5"/>
            <p:cNvSpPr/>
            <p:nvPr/>
          </p:nvSpPr>
          <p:spPr>
            <a:xfrm>
              <a:off x="7840019" y="214449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6"/>
            <p:cNvSpPr/>
            <p:nvPr/>
          </p:nvSpPr>
          <p:spPr>
            <a:xfrm>
              <a:off x="8740609" y="214232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7"/>
            <p:cNvSpPr/>
            <p:nvPr/>
          </p:nvSpPr>
          <p:spPr>
            <a:xfrm>
              <a:off x="8399108" y="235179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8"/>
            <p:cNvSpPr/>
            <p:nvPr/>
          </p:nvSpPr>
          <p:spPr>
            <a:xfrm>
              <a:off x="8641865" y="2142848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9"/>
            <p:cNvSpPr/>
            <p:nvPr/>
          </p:nvSpPr>
          <p:spPr>
            <a:xfrm>
              <a:off x="8558187" y="2179741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70"/>
            <p:cNvSpPr/>
            <p:nvPr/>
          </p:nvSpPr>
          <p:spPr>
            <a:xfrm>
              <a:off x="7836351" y="240082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1"/>
            <p:cNvSpPr/>
            <p:nvPr/>
          </p:nvSpPr>
          <p:spPr>
            <a:xfrm>
              <a:off x="7840019" y="250853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2"/>
            <p:cNvSpPr/>
            <p:nvPr/>
          </p:nvSpPr>
          <p:spPr>
            <a:xfrm>
              <a:off x="7840019" y="245364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3"/>
            <p:cNvSpPr/>
            <p:nvPr/>
          </p:nvSpPr>
          <p:spPr>
            <a:xfrm>
              <a:off x="7837901" y="249562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4"/>
            <p:cNvSpPr/>
            <p:nvPr/>
          </p:nvSpPr>
          <p:spPr>
            <a:xfrm>
              <a:off x="8355660" y="220290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5"/>
            <p:cNvSpPr/>
            <p:nvPr/>
          </p:nvSpPr>
          <p:spPr>
            <a:xfrm>
              <a:off x="7834030" y="224676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6"/>
            <p:cNvSpPr/>
            <p:nvPr/>
          </p:nvSpPr>
          <p:spPr>
            <a:xfrm>
              <a:off x="7840019" y="245758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7"/>
            <p:cNvSpPr/>
            <p:nvPr/>
          </p:nvSpPr>
          <p:spPr>
            <a:xfrm>
              <a:off x="7840019" y="246934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8"/>
            <p:cNvSpPr/>
            <p:nvPr/>
          </p:nvSpPr>
          <p:spPr>
            <a:xfrm>
              <a:off x="7837024" y="250432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9"/>
            <p:cNvSpPr/>
            <p:nvPr/>
          </p:nvSpPr>
          <p:spPr>
            <a:xfrm>
              <a:off x="8615855" y="237340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80"/>
            <p:cNvSpPr/>
            <p:nvPr/>
          </p:nvSpPr>
          <p:spPr>
            <a:xfrm>
              <a:off x="8355660" y="217301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1"/>
            <p:cNvSpPr/>
            <p:nvPr/>
          </p:nvSpPr>
          <p:spPr>
            <a:xfrm>
              <a:off x="7840019" y="245488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2"/>
            <p:cNvSpPr/>
            <p:nvPr/>
          </p:nvSpPr>
          <p:spPr>
            <a:xfrm>
              <a:off x="8872556" y="244049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3"/>
            <p:cNvSpPr/>
            <p:nvPr/>
          </p:nvSpPr>
          <p:spPr>
            <a:xfrm>
              <a:off x="8874296" y="246797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4"/>
            <p:cNvSpPr/>
            <p:nvPr/>
          </p:nvSpPr>
          <p:spPr>
            <a:xfrm>
              <a:off x="9003282" y="260639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5"/>
            <p:cNvSpPr/>
            <p:nvPr/>
          </p:nvSpPr>
          <p:spPr>
            <a:xfrm>
              <a:off x="8355660" y="254454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6"/>
            <p:cNvSpPr/>
            <p:nvPr/>
          </p:nvSpPr>
          <p:spPr>
            <a:xfrm>
              <a:off x="7840019" y="235636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7"/>
            <p:cNvSpPr/>
            <p:nvPr/>
          </p:nvSpPr>
          <p:spPr>
            <a:xfrm>
              <a:off x="8458147" y="234926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8"/>
            <p:cNvSpPr/>
            <p:nvPr/>
          </p:nvSpPr>
          <p:spPr>
            <a:xfrm>
              <a:off x="9393809" y="226003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9"/>
            <p:cNvSpPr/>
            <p:nvPr/>
          </p:nvSpPr>
          <p:spPr>
            <a:xfrm>
              <a:off x="7840019" y="230994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90"/>
            <p:cNvSpPr/>
            <p:nvPr/>
          </p:nvSpPr>
          <p:spPr>
            <a:xfrm>
              <a:off x="8615855" y="228925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1"/>
            <p:cNvSpPr/>
            <p:nvPr/>
          </p:nvSpPr>
          <p:spPr>
            <a:xfrm>
              <a:off x="8399108" y="233997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2"/>
            <p:cNvSpPr/>
            <p:nvPr/>
          </p:nvSpPr>
          <p:spPr>
            <a:xfrm>
              <a:off x="7840019" y="228216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3"/>
            <p:cNvSpPr/>
            <p:nvPr/>
          </p:nvSpPr>
          <p:spPr>
            <a:xfrm>
              <a:off x="9393809" y="209522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4"/>
            <p:cNvSpPr/>
            <p:nvPr/>
          </p:nvSpPr>
          <p:spPr>
            <a:xfrm>
              <a:off x="9395926" y="232906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5"/>
            <p:cNvSpPr/>
            <p:nvPr/>
          </p:nvSpPr>
          <p:spPr>
            <a:xfrm>
              <a:off x="8499202" y="2319771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6"/>
            <p:cNvSpPr/>
            <p:nvPr/>
          </p:nvSpPr>
          <p:spPr>
            <a:xfrm>
              <a:off x="8355660" y="209278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7"/>
            <p:cNvSpPr/>
            <p:nvPr/>
          </p:nvSpPr>
          <p:spPr>
            <a:xfrm>
              <a:off x="7837901" y="228265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8"/>
            <p:cNvSpPr/>
            <p:nvPr/>
          </p:nvSpPr>
          <p:spPr>
            <a:xfrm>
              <a:off x="9395926" y="238152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9"/>
            <p:cNvSpPr/>
            <p:nvPr/>
          </p:nvSpPr>
          <p:spPr>
            <a:xfrm>
              <a:off x="8352666" y="231260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500"/>
            <p:cNvSpPr/>
            <p:nvPr/>
          </p:nvSpPr>
          <p:spPr>
            <a:xfrm>
              <a:off x="9395926" y="207565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1"/>
            <p:cNvSpPr/>
            <p:nvPr/>
          </p:nvSpPr>
          <p:spPr>
            <a:xfrm>
              <a:off x="8525544" y="231230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2"/>
            <p:cNvSpPr/>
            <p:nvPr/>
          </p:nvSpPr>
          <p:spPr>
            <a:xfrm>
              <a:off x="8560047" y="2251785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3"/>
            <p:cNvSpPr/>
            <p:nvPr/>
          </p:nvSpPr>
          <p:spPr>
            <a:xfrm>
              <a:off x="7837024" y="242109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4"/>
            <p:cNvSpPr/>
            <p:nvPr/>
          </p:nvSpPr>
          <p:spPr>
            <a:xfrm>
              <a:off x="8214480" y="2221005"/>
              <a:ext cx="50763" cy="5076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5"/>
            <p:cNvSpPr/>
            <p:nvPr/>
          </p:nvSpPr>
          <p:spPr>
            <a:xfrm>
              <a:off x="8525544" y="216287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6"/>
            <p:cNvSpPr/>
            <p:nvPr/>
          </p:nvSpPr>
          <p:spPr>
            <a:xfrm>
              <a:off x="8417882" y="234680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7"/>
            <p:cNvSpPr/>
            <p:nvPr/>
          </p:nvSpPr>
          <p:spPr>
            <a:xfrm>
              <a:off x="8486155" y="2244827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8"/>
            <p:cNvSpPr/>
            <p:nvPr/>
          </p:nvSpPr>
          <p:spPr>
            <a:xfrm>
              <a:off x="8456030" y="221135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9"/>
            <p:cNvSpPr/>
            <p:nvPr/>
          </p:nvSpPr>
          <p:spPr>
            <a:xfrm>
              <a:off x="8823446" y="220199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10"/>
            <p:cNvSpPr/>
            <p:nvPr/>
          </p:nvSpPr>
          <p:spPr>
            <a:xfrm>
              <a:off x="8425119" y="2247286"/>
              <a:ext cx="61681" cy="6168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1"/>
            <p:cNvSpPr/>
            <p:nvPr/>
          </p:nvSpPr>
          <p:spPr>
            <a:xfrm>
              <a:off x="8655265" y="2265852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2"/>
            <p:cNvSpPr/>
            <p:nvPr/>
          </p:nvSpPr>
          <p:spPr>
            <a:xfrm>
              <a:off x="8217994" y="2218242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3"/>
            <p:cNvSpPr/>
            <p:nvPr/>
          </p:nvSpPr>
          <p:spPr>
            <a:xfrm>
              <a:off x="8871302" y="215005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4"/>
            <p:cNvSpPr/>
            <p:nvPr/>
          </p:nvSpPr>
          <p:spPr>
            <a:xfrm>
              <a:off x="8417882" y="216499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5"/>
            <p:cNvSpPr/>
            <p:nvPr/>
          </p:nvSpPr>
          <p:spPr>
            <a:xfrm>
              <a:off x="8874296" y="219927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6"/>
            <p:cNvSpPr/>
            <p:nvPr/>
          </p:nvSpPr>
          <p:spPr>
            <a:xfrm>
              <a:off x="8568044" y="2203783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7"/>
            <p:cNvSpPr/>
            <p:nvPr/>
          </p:nvSpPr>
          <p:spPr>
            <a:xfrm>
              <a:off x="8481291" y="222338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8"/>
            <p:cNvSpPr/>
            <p:nvPr/>
          </p:nvSpPr>
          <p:spPr>
            <a:xfrm>
              <a:off x="8540554" y="226463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9"/>
            <p:cNvSpPr/>
            <p:nvPr/>
          </p:nvSpPr>
          <p:spPr>
            <a:xfrm>
              <a:off x="8739065" y="2246690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20"/>
            <p:cNvSpPr/>
            <p:nvPr/>
          </p:nvSpPr>
          <p:spPr>
            <a:xfrm>
              <a:off x="8481291" y="213255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1"/>
            <p:cNvSpPr/>
            <p:nvPr/>
          </p:nvSpPr>
          <p:spPr>
            <a:xfrm>
              <a:off x="8497367" y="2207647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2"/>
            <p:cNvSpPr/>
            <p:nvPr/>
          </p:nvSpPr>
          <p:spPr>
            <a:xfrm>
              <a:off x="7836351" y="221820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3"/>
            <p:cNvSpPr/>
            <p:nvPr/>
          </p:nvSpPr>
          <p:spPr>
            <a:xfrm>
              <a:off x="8399108" y="2204518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4"/>
            <p:cNvSpPr/>
            <p:nvPr/>
          </p:nvSpPr>
          <p:spPr>
            <a:xfrm>
              <a:off x="8116215" y="223647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5"/>
            <p:cNvSpPr/>
            <p:nvPr/>
          </p:nvSpPr>
          <p:spPr>
            <a:xfrm>
              <a:off x="8225328" y="227022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6"/>
            <p:cNvSpPr/>
            <p:nvPr/>
          </p:nvSpPr>
          <p:spPr>
            <a:xfrm>
              <a:off x="7840019" y="222786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7"/>
            <p:cNvSpPr/>
            <p:nvPr/>
          </p:nvSpPr>
          <p:spPr>
            <a:xfrm>
              <a:off x="8413330" y="2292804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8"/>
            <p:cNvSpPr/>
            <p:nvPr/>
          </p:nvSpPr>
          <p:spPr>
            <a:xfrm>
              <a:off x="8874296" y="230779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9"/>
            <p:cNvSpPr/>
            <p:nvPr/>
          </p:nvSpPr>
          <p:spPr>
            <a:xfrm>
              <a:off x="8279377" y="239563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30"/>
            <p:cNvSpPr/>
            <p:nvPr/>
          </p:nvSpPr>
          <p:spPr>
            <a:xfrm>
              <a:off x="8679271" y="2230669"/>
              <a:ext cx="51675" cy="516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1"/>
            <p:cNvSpPr/>
            <p:nvPr/>
          </p:nvSpPr>
          <p:spPr>
            <a:xfrm>
              <a:off x="8353920" y="235842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2"/>
            <p:cNvSpPr/>
            <p:nvPr/>
          </p:nvSpPr>
          <p:spPr>
            <a:xfrm>
              <a:off x="8487701" y="2285161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3"/>
            <p:cNvSpPr/>
            <p:nvPr/>
          </p:nvSpPr>
          <p:spPr>
            <a:xfrm>
              <a:off x="9392932" y="220384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4"/>
            <p:cNvSpPr/>
            <p:nvPr/>
          </p:nvSpPr>
          <p:spPr>
            <a:xfrm>
              <a:off x="8806859" y="212408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5"/>
            <p:cNvSpPr/>
            <p:nvPr/>
          </p:nvSpPr>
          <p:spPr>
            <a:xfrm>
              <a:off x="8355660" y="216278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6"/>
            <p:cNvSpPr/>
            <p:nvPr/>
          </p:nvSpPr>
          <p:spPr>
            <a:xfrm>
              <a:off x="7840019" y="230159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7"/>
            <p:cNvSpPr/>
            <p:nvPr/>
          </p:nvSpPr>
          <p:spPr>
            <a:xfrm>
              <a:off x="8279377" y="243688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8"/>
            <p:cNvSpPr/>
            <p:nvPr/>
          </p:nvSpPr>
          <p:spPr>
            <a:xfrm>
              <a:off x="8525144" y="2304663"/>
              <a:ext cx="65942" cy="6594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9"/>
            <p:cNvSpPr/>
            <p:nvPr/>
          </p:nvSpPr>
          <p:spPr>
            <a:xfrm>
              <a:off x="8221973" y="234963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40"/>
            <p:cNvSpPr/>
            <p:nvPr/>
          </p:nvSpPr>
          <p:spPr>
            <a:xfrm>
              <a:off x="8352666" y="235548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1"/>
            <p:cNvSpPr/>
            <p:nvPr/>
          </p:nvSpPr>
          <p:spPr>
            <a:xfrm>
              <a:off x="8094602" y="231992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2"/>
            <p:cNvSpPr/>
            <p:nvPr/>
          </p:nvSpPr>
          <p:spPr>
            <a:xfrm>
              <a:off x="8612370" y="235910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3"/>
            <p:cNvSpPr/>
            <p:nvPr/>
          </p:nvSpPr>
          <p:spPr>
            <a:xfrm>
              <a:off x="8615855" y="231005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4"/>
            <p:cNvSpPr/>
            <p:nvPr/>
          </p:nvSpPr>
          <p:spPr>
            <a:xfrm>
              <a:off x="8613238" y="232946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5"/>
            <p:cNvSpPr/>
            <p:nvPr/>
          </p:nvSpPr>
          <p:spPr>
            <a:xfrm>
              <a:off x="8943747" y="2325415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6"/>
            <p:cNvSpPr/>
            <p:nvPr/>
          </p:nvSpPr>
          <p:spPr>
            <a:xfrm>
              <a:off x="8525544" y="230333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7"/>
            <p:cNvSpPr/>
            <p:nvPr/>
          </p:nvSpPr>
          <p:spPr>
            <a:xfrm>
              <a:off x="8399108" y="2285810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8"/>
            <p:cNvSpPr/>
            <p:nvPr/>
          </p:nvSpPr>
          <p:spPr>
            <a:xfrm>
              <a:off x="8818164" y="2293360"/>
              <a:ext cx="45686" cy="4568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9"/>
            <p:cNvSpPr/>
            <p:nvPr/>
          </p:nvSpPr>
          <p:spPr>
            <a:xfrm>
              <a:off x="8144848" y="226644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50"/>
            <p:cNvSpPr/>
            <p:nvPr/>
          </p:nvSpPr>
          <p:spPr>
            <a:xfrm>
              <a:off x="7837901" y="235541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1"/>
            <p:cNvSpPr/>
            <p:nvPr/>
          </p:nvSpPr>
          <p:spPr>
            <a:xfrm>
              <a:off x="9393809" y="224984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2"/>
            <p:cNvSpPr/>
            <p:nvPr/>
          </p:nvSpPr>
          <p:spPr>
            <a:xfrm>
              <a:off x="8769328" y="220888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3"/>
            <p:cNvSpPr/>
            <p:nvPr/>
          </p:nvSpPr>
          <p:spPr>
            <a:xfrm>
              <a:off x="8946195" y="235711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4"/>
            <p:cNvSpPr/>
            <p:nvPr/>
          </p:nvSpPr>
          <p:spPr>
            <a:xfrm>
              <a:off x="9393809" y="226108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5"/>
            <p:cNvSpPr/>
            <p:nvPr/>
          </p:nvSpPr>
          <p:spPr>
            <a:xfrm>
              <a:off x="8225328" y="237271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6"/>
            <p:cNvSpPr/>
            <p:nvPr/>
          </p:nvSpPr>
          <p:spPr>
            <a:xfrm>
              <a:off x="8615855" y="238766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7"/>
            <p:cNvSpPr/>
            <p:nvPr/>
          </p:nvSpPr>
          <p:spPr>
            <a:xfrm>
              <a:off x="7836351" y="232327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8"/>
            <p:cNvSpPr/>
            <p:nvPr/>
          </p:nvSpPr>
          <p:spPr>
            <a:xfrm>
              <a:off x="8614305" y="232043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9"/>
            <p:cNvSpPr/>
            <p:nvPr/>
          </p:nvSpPr>
          <p:spPr>
            <a:xfrm>
              <a:off x="8499202" y="2251443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60"/>
            <p:cNvSpPr/>
            <p:nvPr/>
          </p:nvSpPr>
          <p:spPr>
            <a:xfrm>
              <a:off x="8790166" y="2323023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1"/>
            <p:cNvSpPr/>
            <p:nvPr/>
          </p:nvSpPr>
          <p:spPr>
            <a:xfrm>
              <a:off x="7840019" y="233871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2"/>
            <p:cNvSpPr/>
            <p:nvPr/>
          </p:nvSpPr>
          <p:spPr>
            <a:xfrm>
              <a:off x="8501650" y="224994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3"/>
            <p:cNvSpPr/>
            <p:nvPr/>
          </p:nvSpPr>
          <p:spPr>
            <a:xfrm>
              <a:off x="8355660" y="227003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4"/>
            <p:cNvSpPr/>
            <p:nvPr/>
          </p:nvSpPr>
          <p:spPr>
            <a:xfrm>
              <a:off x="8225328" y="233724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5"/>
            <p:cNvSpPr/>
            <p:nvPr/>
          </p:nvSpPr>
          <p:spPr>
            <a:xfrm>
              <a:off x="8501650" y="234120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6"/>
            <p:cNvSpPr/>
            <p:nvPr/>
          </p:nvSpPr>
          <p:spPr>
            <a:xfrm>
              <a:off x="8300439" y="239913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7"/>
            <p:cNvSpPr/>
            <p:nvPr/>
          </p:nvSpPr>
          <p:spPr>
            <a:xfrm>
              <a:off x="8550795" y="2256880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8"/>
            <p:cNvSpPr/>
            <p:nvPr/>
          </p:nvSpPr>
          <p:spPr>
            <a:xfrm>
              <a:off x="7840019" y="209569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9"/>
            <p:cNvSpPr/>
            <p:nvPr/>
          </p:nvSpPr>
          <p:spPr>
            <a:xfrm>
              <a:off x="8353920" y="230503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70"/>
            <p:cNvSpPr/>
            <p:nvPr/>
          </p:nvSpPr>
          <p:spPr>
            <a:xfrm>
              <a:off x="8868560" y="2265895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1"/>
            <p:cNvSpPr/>
            <p:nvPr/>
          </p:nvSpPr>
          <p:spPr>
            <a:xfrm>
              <a:off x="8094602" y="239442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2"/>
            <p:cNvSpPr/>
            <p:nvPr/>
          </p:nvSpPr>
          <p:spPr>
            <a:xfrm>
              <a:off x="8752050" y="2227727"/>
              <a:ext cx="45309" cy="453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3"/>
            <p:cNvSpPr/>
            <p:nvPr/>
          </p:nvSpPr>
          <p:spPr>
            <a:xfrm>
              <a:off x="8223394" y="234239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4"/>
            <p:cNvSpPr/>
            <p:nvPr/>
          </p:nvSpPr>
          <p:spPr>
            <a:xfrm>
              <a:off x="7840019" y="239970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5"/>
            <p:cNvSpPr/>
            <p:nvPr/>
          </p:nvSpPr>
          <p:spPr>
            <a:xfrm>
              <a:off x="7840019" y="233755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6"/>
            <p:cNvSpPr/>
            <p:nvPr/>
          </p:nvSpPr>
          <p:spPr>
            <a:xfrm>
              <a:off x="7835784" y="237711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7"/>
            <p:cNvSpPr/>
            <p:nvPr/>
          </p:nvSpPr>
          <p:spPr>
            <a:xfrm>
              <a:off x="8614305" y="226642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8"/>
            <p:cNvSpPr/>
            <p:nvPr/>
          </p:nvSpPr>
          <p:spPr>
            <a:xfrm>
              <a:off x="8615855" y="236370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9"/>
            <p:cNvSpPr/>
            <p:nvPr/>
          </p:nvSpPr>
          <p:spPr>
            <a:xfrm>
              <a:off x="8094602" y="242021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80"/>
            <p:cNvSpPr/>
            <p:nvPr/>
          </p:nvSpPr>
          <p:spPr>
            <a:xfrm>
              <a:off x="8146966" y="231719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1"/>
            <p:cNvSpPr/>
            <p:nvPr/>
          </p:nvSpPr>
          <p:spPr>
            <a:xfrm>
              <a:off x="8353920" y="227540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2"/>
            <p:cNvSpPr/>
            <p:nvPr/>
          </p:nvSpPr>
          <p:spPr>
            <a:xfrm>
              <a:off x="8723922" y="231013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3"/>
            <p:cNvSpPr/>
            <p:nvPr/>
          </p:nvSpPr>
          <p:spPr>
            <a:xfrm>
              <a:off x="8558187" y="2263013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4"/>
            <p:cNvSpPr/>
            <p:nvPr/>
          </p:nvSpPr>
          <p:spPr>
            <a:xfrm>
              <a:off x="9392259" y="220678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5"/>
            <p:cNvSpPr/>
            <p:nvPr/>
          </p:nvSpPr>
          <p:spPr>
            <a:xfrm>
              <a:off x="8614305" y="222675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6"/>
            <p:cNvSpPr/>
            <p:nvPr/>
          </p:nvSpPr>
          <p:spPr>
            <a:xfrm>
              <a:off x="7840019" y="250598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7"/>
            <p:cNvSpPr/>
            <p:nvPr/>
          </p:nvSpPr>
          <p:spPr>
            <a:xfrm>
              <a:off x="8525544" y="221778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8"/>
            <p:cNvSpPr/>
            <p:nvPr/>
          </p:nvSpPr>
          <p:spPr>
            <a:xfrm>
              <a:off x="8458147" y="235953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9"/>
            <p:cNvSpPr/>
            <p:nvPr/>
          </p:nvSpPr>
          <p:spPr>
            <a:xfrm>
              <a:off x="7840019" y="218669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90"/>
            <p:cNvSpPr/>
            <p:nvPr/>
          </p:nvSpPr>
          <p:spPr>
            <a:xfrm>
              <a:off x="8279377" y="224357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1"/>
            <p:cNvSpPr/>
            <p:nvPr/>
          </p:nvSpPr>
          <p:spPr>
            <a:xfrm>
              <a:off x="7837024" y="245755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2"/>
            <p:cNvSpPr/>
            <p:nvPr/>
          </p:nvSpPr>
          <p:spPr>
            <a:xfrm>
              <a:off x="8872556" y="202964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3"/>
            <p:cNvSpPr/>
            <p:nvPr/>
          </p:nvSpPr>
          <p:spPr>
            <a:xfrm>
              <a:off x="8353920" y="213804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4"/>
            <p:cNvSpPr/>
            <p:nvPr/>
          </p:nvSpPr>
          <p:spPr>
            <a:xfrm>
              <a:off x="8615855" y="234574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5"/>
            <p:cNvSpPr/>
            <p:nvPr/>
          </p:nvSpPr>
          <p:spPr>
            <a:xfrm>
              <a:off x="7840019" y="231603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6"/>
            <p:cNvSpPr/>
            <p:nvPr/>
          </p:nvSpPr>
          <p:spPr>
            <a:xfrm>
              <a:off x="8225328" y="221448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7"/>
            <p:cNvSpPr/>
            <p:nvPr/>
          </p:nvSpPr>
          <p:spPr>
            <a:xfrm>
              <a:off x="7837901" y="218621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8"/>
            <p:cNvSpPr/>
            <p:nvPr/>
          </p:nvSpPr>
          <p:spPr>
            <a:xfrm>
              <a:off x="8116215" y="233739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9"/>
            <p:cNvSpPr/>
            <p:nvPr/>
          </p:nvSpPr>
          <p:spPr>
            <a:xfrm>
              <a:off x="8355660" y="232583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600"/>
            <p:cNvSpPr/>
            <p:nvPr/>
          </p:nvSpPr>
          <p:spPr>
            <a:xfrm>
              <a:off x="8355660" y="222794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1"/>
            <p:cNvSpPr/>
            <p:nvPr/>
          </p:nvSpPr>
          <p:spPr>
            <a:xfrm>
              <a:off x="8225328" y="216364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2"/>
            <p:cNvSpPr/>
            <p:nvPr/>
          </p:nvSpPr>
          <p:spPr>
            <a:xfrm>
              <a:off x="8300439" y="216826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3"/>
            <p:cNvSpPr/>
            <p:nvPr/>
          </p:nvSpPr>
          <p:spPr>
            <a:xfrm>
              <a:off x="8872556" y="220733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4"/>
            <p:cNvSpPr/>
            <p:nvPr/>
          </p:nvSpPr>
          <p:spPr>
            <a:xfrm>
              <a:off x="7840019" y="233082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5"/>
            <p:cNvSpPr/>
            <p:nvPr/>
          </p:nvSpPr>
          <p:spPr>
            <a:xfrm>
              <a:off x="9392932" y="231383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6"/>
            <p:cNvSpPr/>
            <p:nvPr/>
          </p:nvSpPr>
          <p:spPr>
            <a:xfrm>
              <a:off x="8146966" y="232948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7"/>
            <p:cNvSpPr/>
            <p:nvPr/>
          </p:nvSpPr>
          <p:spPr>
            <a:xfrm>
              <a:off x="8417882" y="213517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8"/>
            <p:cNvSpPr/>
            <p:nvPr/>
          </p:nvSpPr>
          <p:spPr>
            <a:xfrm>
              <a:off x="7836351" y="243772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9"/>
            <p:cNvSpPr/>
            <p:nvPr/>
          </p:nvSpPr>
          <p:spPr>
            <a:xfrm>
              <a:off x="8146966" y="237121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10"/>
            <p:cNvSpPr/>
            <p:nvPr/>
          </p:nvSpPr>
          <p:spPr>
            <a:xfrm>
              <a:off x="7840019" y="199484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1"/>
            <p:cNvSpPr/>
            <p:nvPr/>
          </p:nvSpPr>
          <p:spPr>
            <a:xfrm>
              <a:off x="8179787" y="234817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2"/>
            <p:cNvSpPr/>
            <p:nvPr/>
          </p:nvSpPr>
          <p:spPr>
            <a:xfrm>
              <a:off x="9395926" y="226299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3"/>
            <p:cNvSpPr/>
            <p:nvPr/>
          </p:nvSpPr>
          <p:spPr>
            <a:xfrm>
              <a:off x="9395926" y="220727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4"/>
            <p:cNvSpPr/>
            <p:nvPr/>
          </p:nvSpPr>
          <p:spPr>
            <a:xfrm>
              <a:off x="8723922" y="232744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5"/>
            <p:cNvSpPr/>
            <p:nvPr/>
          </p:nvSpPr>
          <p:spPr>
            <a:xfrm>
              <a:off x="8028905" y="225820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6"/>
            <p:cNvSpPr/>
            <p:nvPr/>
          </p:nvSpPr>
          <p:spPr>
            <a:xfrm>
              <a:off x="9080510" y="223072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7"/>
            <p:cNvSpPr/>
            <p:nvPr/>
          </p:nvSpPr>
          <p:spPr>
            <a:xfrm>
              <a:off x="8612370" y="213345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8"/>
            <p:cNvSpPr/>
            <p:nvPr/>
          </p:nvSpPr>
          <p:spPr>
            <a:xfrm>
              <a:off x="7962655" y="219794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9"/>
            <p:cNvSpPr/>
            <p:nvPr/>
          </p:nvSpPr>
          <p:spPr>
            <a:xfrm>
              <a:off x="7840019" y="231526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20"/>
            <p:cNvSpPr/>
            <p:nvPr/>
          </p:nvSpPr>
          <p:spPr>
            <a:xfrm>
              <a:off x="8355660" y="232892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1"/>
            <p:cNvSpPr/>
            <p:nvPr/>
          </p:nvSpPr>
          <p:spPr>
            <a:xfrm>
              <a:off x="7840019" y="212987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2"/>
            <p:cNvSpPr/>
            <p:nvPr/>
          </p:nvSpPr>
          <p:spPr>
            <a:xfrm>
              <a:off x="8530948" y="2182010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3"/>
            <p:cNvSpPr/>
            <p:nvPr/>
          </p:nvSpPr>
          <p:spPr>
            <a:xfrm>
              <a:off x="7840019" y="207280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4"/>
            <p:cNvSpPr/>
            <p:nvPr/>
          </p:nvSpPr>
          <p:spPr>
            <a:xfrm>
              <a:off x="8615855" y="205986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5"/>
            <p:cNvSpPr/>
            <p:nvPr/>
          </p:nvSpPr>
          <p:spPr>
            <a:xfrm>
              <a:off x="7835784" y="223259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6"/>
            <p:cNvSpPr/>
            <p:nvPr/>
          </p:nvSpPr>
          <p:spPr>
            <a:xfrm>
              <a:off x="9395926" y="234307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7"/>
            <p:cNvSpPr/>
            <p:nvPr/>
          </p:nvSpPr>
          <p:spPr>
            <a:xfrm>
              <a:off x="7837024" y="222224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8"/>
            <p:cNvSpPr/>
            <p:nvPr/>
          </p:nvSpPr>
          <p:spPr>
            <a:xfrm>
              <a:off x="8225328" y="219423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9"/>
            <p:cNvSpPr/>
            <p:nvPr/>
          </p:nvSpPr>
          <p:spPr>
            <a:xfrm>
              <a:off x="9395926" y="215845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30"/>
            <p:cNvSpPr/>
            <p:nvPr/>
          </p:nvSpPr>
          <p:spPr>
            <a:xfrm>
              <a:off x="8614305" y="216239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1"/>
            <p:cNvSpPr/>
            <p:nvPr/>
          </p:nvSpPr>
          <p:spPr>
            <a:xfrm>
              <a:off x="8458147" y="228095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2"/>
            <p:cNvSpPr/>
            <p:nvPr/>
          </p:nvSpPr>
          <p:spPr>
            <a:xfrm>
              <a:off x="7837024" y="223210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3"/>
            <p:cNvSpPr/>
            <p:nvPr/>
          </p:nvSpPr>
          <p:spPr>
            <a:xfrm>
              <a:off x="7840019" y="246287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4"/>
            <p:cNvSpPr/>
            <p:nvPr/>
          </p:nvSpPr>
          <p:spPr>
            <a:xfrm>
              <a:off x="8279377" y="229584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5"/>
            <p:cNvSpPr/>
            <p:nvPr/>
          </p:nvSpPr>
          <p:spPr>
            <a:xfrm>
              <a:off x="9393809" y="214800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6"/>
            <p:cNvSpPr/>
            <p:nvPr/>
          </p:nvSpPr>
          <p:spPr>
            <a:xfrm>
              <a:off x="7836351" y="240079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7"/>
            <p:cNvSpPr/>
            <p:nvPr/>
          </p:nvSpPr>
          <p:spPr>
            <a:xfrm>
              <a:off x="8179787" y="232010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8"/>
            <p:cNvSpPr/>
            <p:nvPr/>
          </p:nvSpPr>
          <p:spPr>
            <a:xfrm>
              <a:off x="8223394" y="229412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9"/>
            <p:cNvSpPr/>
            <p:nvPr/>
          </p:nvSpPr>
          <p:spPr>
            <a:xfrm>
              <a:off x="7837024" y="217982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40"/>
            <p:cNvSpPr/>
            <p:nvPr/>
          </p:nvSpPr>
          <p:spPr>
            <a:xfrm>
              <a:off x="7840019" y="233482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1"/>
            <p:cNvSpPr/>
            <p:nvPr/>
          </p:nvSpPr>
          <p:spPr>
            <a:xfrm>
              <a:off x="8678993" y="2246530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2"/>
            <p:cNvSpPr/>
            <p:nvPr/>
          </p:nvSpPr>
          <p:spPr>
            <a:xfrm>
              <a:off x="8355660" y="232631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3"/>
            <p:cNvSpPr/>
            <p:nvPr/>
          </p:nvSpPr>
          <p:spPr>
            <a:xfrm>
              <a:off x="8613238" y="212600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4"/>
            <p:cNvSpPr/>
            <p:nvPr/>
          </p:nvSpPr>
          <p:spPr>
            <a:xfrm>
              <a:off x="7837901" y="241108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5"/>
            <p:cNvSpPr/>
            <p:nvPr/>
          </p:nvSpPr>
          <p:spPr>
            <a:xfrm>
              <a:off x="8614305" y="230682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6"/>
            <p:cNvSpPr/>
            <p:nvPr/>
          </p:nvSpPr>
          <p:spPr>
            <a:xfrm>
              <a:off x="7840019" y="256198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7"/>
            <p:cNvSpPr/>
            <p:nvPr/>
          </p:nvSpPr>
          <p:spPr>
            <a:xfrm>
              <a:off x="9395926" y="235310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8"/>
            <p:cNvSpPr/>
            <p:nvPr/>
          </p:nvSpPr>
          <p:spPr>
            <a:xfrm>
              <a:off x="8458147" y="229341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9"/>
            <p:cNvSpPr/>
            <p:nvPr/>
          </p:nvSpPr>
          <p:spPr>
            <a:xfrm>
              <a:off x="8871302" y="235060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50"/>
            <p:cNvSpPr/>
            <p:nvPr/>
          </p:nvSpPr>
          <p:spPr>
            <a:xfrm>
              <a:off x="8909851" y="2281954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1"/>
            <p:cNvSpPr/>
            <p:nvPr/>
          </p:nvSpPr>
          <p:spPr>
            <a:xfrm>
              <a:off x="8225328" y="225105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2"/>
            <p:cNvSpPr/>
            <p:nvPr/>
          </p:nvSpPr>
          <p:spPr>
            <a:xfrm>
              <a:off x="8355660" y="219984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3"/>
            <p:cNvSpPr/>
            <p:nvPr/>
          </p:nvSpPr>
          <p:spPr>
            <a:xfrm>
              <a:off x="8682000" y="231796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4"/>
            <p:cNvSpPr/>
            <p:nvPr/>
          </p:nvSpPr>
          <p:spPr>
            <a:xfrm>
              <a:off x="8257662" y="2249334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5"/>
            <p:cNvSpPr/>
            <p:nvPr/>
          </p:nvSpPr>
          <p:spPr>
            <a:xfrm>
              <a:off x="8351632" y="221110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6"/>
            <p:cNvSpPr/>
            <p:nvPr/>
          </p:nvSpPr>
          <p:spPr>
            <a:xfrm>
              <a:off x="7840019" y="241046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7"/>
            <p:cNvSpPr/>
            <p:nvPr/>
          </p:nvSpPr>
          <p:spPr>
            <a:xfrm>
              <a:off x="8769328" y="227494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8"/>
            <p:cNvSpPr/>
            <p:nvPr/>
          </p:nvSpPr>
          <p:spPr>
            <a:xfrm>
              <a:off x="8458147" y="236033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9"/>
            <p:cNvSpPr/>
            <p:nvPr/>
          </p:nvSpPr>
          <p:spPr>
            <a:xfrm>
              <a:off x="8355660" y="230772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60"/>
            <p:cNvSpPr/>
            <p:nvPr/>
          </p:nvSpPr>
          <p:spPr>
            <a:xfrm>
              <a:off x="7834832" y="236379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1"/>
            <p:cNvSpPr/>
            <p:nvPr/>
          </p:nvSpPr>
          <p:spPr>
            <a:xfrm>
              <a:off x="8612370" y="238760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2"/>
            <p:cNvSpPr/>
            <p:nvPr/>
          </p:nvSpPr>
          <p:spPr>
            <a:xfrm>
              <a:off x="7837901" y="229309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3"/>
            <p:cNvSpPr/>
            <p:nvPr/>
          </p:nvSpPr>
          <p:spPr>
            <a:xfrm>
              <a:off x="8709514" y="2259031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4"/>
            <p:cNvSpPr/>
            <p:nvPr/>
          </p:nvSpPr>
          <p:spPr>
            <a:xfrm>
              <a:off x="8874296" y="222547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5"/>
            <p:cNvSpPr/>
            <p:nvPr/>
          </p:nvSpPr>
          <p:spPr>
            <a:xfrm>
              <a:off x="8353920" y="217816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6"/>
            <p:cNvSpPr/>
            <p:nvPr/>
          </p:nvSpPr>
          <p:spPr>
            <a:xfrm>
              <a:off x="7840019" y="243715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7"/>
            <p:cNvSpPr/>
            <p:nvPr/>
          </p:nvSpPr>
          <p:spPr>
            <a:xfrm>
              <a:off x="8874296" y="242715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8"/>
            <p:cNvSpPr/>
            <p:nvPr/>
          </p:nvSpPr>
          <p:spPr>
            <a:xfrm>
              <a:off x="8355660" y="214057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9"/>
            <p:cNvSpPr/>
            <p:nvPr/>
          </p:nvSpPr>
          <p:spPr>
            <a:xfrm>
              <a:off x="8430709" y="2285542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70"/>
            <p:cNvSpPr/>
            <p:nvPr/>
          </p:nvSpPr>
          <p:spPr>
            <a:xfrm>
              <a:off x="8525544" y="229364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1"/>
            <p:cNvSpPr/>
            <p:nvPr/>
          </p:nvSpPr>
          <p:spPr>
            <a:xfrm>
              <a:off x="8458147" y="224042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2"/>
            <p:cNvSpPr/>
            <p:nvPr/>
          </p:nvSpPr>
          <p:spPr>
            <a:xfrm>
              <a:off x="8417882" y="232575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3"/>
            <p:cNvSpPr/>
            <p:nvPr/>
          </p:nvSpPr>
          <p:spPr>
            <a:xfrm>
              <a:off x="7837901" y="237537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4"/>
            <p:cNvSpPr/>
            <p:nvPr/>
          </p:nvSpPr>
          <p:spPr>
            <a:xfrm>
              <a:off x="8355660" y="228661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5"/>
            <p:cNvSpPr/>
            <p:nvPr/>
          </p:nvSpPr>
          <p:spPr>
            <a:xfrm>
              <a:off x="8279377" y="235689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6"/>
            <p:cNvSpPr/>
            <p:nvPr/>
          </p:nvSpPr>
          <p:spPr>
            <a:xfrm>
              <a:off x="9003282" y="227604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7"/>
            <p:cNvSpPr/>
            <p:nvPr/>
          </p:nvSpPr>
          <p:spPr>
            <a:xfrm>
              <a:off x="7837024" y="240250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8"/>
            <p:cNvSpPr/>
            <p:nvPr/>
          </p:nvSpPr>
          <p:spPr>
            <a:xfrm>
              <a:off x="8613238" y="227465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9"/>
            <p:cNvSpPr/>
            <p:nvPr/>
          </p:nvSpPr>
          <p:spPr>
            <a:xfrm>
              <a:off x="8417882" y="234977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80"/>
            <p:cNvSpPr/>
            <p:nvPr/>
          </p:nvSpPr>
          <p:spPr>
            <a:xfrm>
              <a:off x="8615855" y="219145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1"/>
            <p:cNvSpPr/>
            <p:nvPr/>
          </p:nvSpPr>
          <p:spPr>
            <a:xfrm>
              <a:off x="8355660" y="231898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2"/>
            <p:cNvSpPr/>
            <p:nvPr/>
          </p:nvSpPr>
          <p:spPr>
            <a:xfrm>
              <a:off x="8355660" y="210746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3"/>
            <p:cNvSpPr/>
            <p:nvPr/>
          </p:nvSpPr>
          <p:spPr>
            <a:xfrm>
              <a:off x="8611620" y="229541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4"/>
            <p:cNvSpPr/>
            <p:nvPr/>
          </p:nvSpPr>
          <p:spPr>
            <a:xfrm>
              <a:off x="8350732" y="2180695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5"/>
            <p:cNvSpPr/>
            <p:nvPr/>
          </p:nvSpPr>
          <p:spPr>
            <a:xfrm>
              <a:off x="7836351" y="237157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6"/>
            <p:cNvSpPr/>
            <p:nvPr/>
          </p:nvSpPr>
          <p:spPr>
            <a:xfrm>
              <a:off x="8670480" y="2279204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7"/>
            <p:cNvSpPr/>
            <p:nvPr/>
          </p:nvSpPr>
          <p:spPr>
            <a:xfrm>
              <a:off x="8874296" y="220418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8"/>
            <p:cNvSpPr/>
            <p:nvPr/>
          </p:nvSpPr>
          <p:spPr>
            <a:xfrm>
              <a:off x="7840019" y="250127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9"/>
            <p:cNvSpPr/>
            <p:nvPr/>
          </p:nvSpPr>
          <p:spPr>
            <a:xfrm>
              <a:off x="8769328" y="236336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90"/>
            <p:cNvSpPr/>
            <p:nvPr/>
          </p:nvSpPr>
          <p:spPr>
            <a:xfrm>
              <a:off x="8355660" y="238520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1"/>
            <p:cNvSpPr/>
            <p:nvPr/>
          </p:nvSpPr>
          <p:spPr>
            <a:xfrm>
              <a:off x="8146966" y="229562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2"/>
            <p:cNvSpPr/>
            <p:nvPr/>
          </p:nvSpPr>
          <p:spPr>
            <a:xfrm>
              <a:off x="8355660" y="236523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3"/>
            <p:cNvSpPr/>
            <p:nvPr/>
          </p:nvSpPr>
          <p:spPr>
            <a:xfrm>
              <a:off x="7837901" y="228683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4"/>
            <p:cNvSpPr/>
            <p:nvPr/>
          </p:nvSpPr>
          <p:spPr>
            <a:xfrm>
              <a:off x="8614305" y="221787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5"/>
            <p:cNvSpPr/>
            <p:nvPr/>
          </p:nvSpPr>
          <p:spPr>
            <a:xfrm>
              <a:off x="8094602" y="227541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6"/>
            <p:cNvSpPr/>
            <p:nvPr/>
          </p:nvSpPr>
          <p:spPr>
            <a:xfrm>
              <a:off x="8615855" y="216359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7"/>
            <p:cNvSpPr/>
            <p:nvPr/>
          </p:nvSpPr>
          <p:spPr>
            <a:xfrm>
              <a:off x="8431110" y="227968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8"/>
            <p:cNvSpPr/>
            <p:nvPr/>
          </p:nvSpPr>
          <p:spPr>
            <a:xfrm>
              <a:off x="8458147" y="219325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9"/>
            <p:cNvSpPr/>
            <p:nvPr/>
          </p:nvSpPr>
          <p:spPr>
            <a:xfrm>
              <a:off x="9168467" y="230984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700"/>
            <p:cNvSpPr/>
            <p:nvPr/>
          </p:nvSpPr>
          <p:spPr>
            <a:xfrm>
              <a:off x="7840019" y="222128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1"/>
            <p:cNvSpPr/>
            <p:nvPr/>
          </p:nvSpPr>
          <p:spPr>
            <a:xfrm>
              <a:off x="7840019" y="235311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2"/>
            <p:cNvSpPr/>
            <p:nvPr/>
          </p:nvSpPr>
          <p:spPr>
            <a:xfrm>
              <a:off x="8615855" y="225769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3"/>
            <p:cNvSpPr/>
            <p:nvPr/>
          </p:nvSpPr>
          <p:spPr>
            <a:xfrm>
              <a:off x="8225328" y="230293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4"/>
            <p:cNvSpPr/>
            <p:nvPr/>
          </p:nvSpPr>
          <p:spPr>
            <a:xfrm>
              <a:off x="9080510" y="208967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5"/>
            <p:cNvSpPr/>
            <p:nvPr/>
          </p:nvSpPr>
          <p:spPr>
            <a:xfrm>
              <a:off x="8698423" y="230570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6"/>
            <p:cNvSpPr/>
            <p:nvPr/>
          </p:nvSpPr>
          <p:spPr>
            <a:xfrm>
              <a:off x="8615855" y="226603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7"/>
            <p:cNvSpPr/>
            <p:nvPr/>
          </p:nvSpPr>
          <p:spPr>
            <a:xfrm>
              <a:off x="8929837" y="2278335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8"/>
            <p:cNvSpPr/>
            <p:nvPr/>
          </p:nvSpPr>
          <p:spPr>
            <a:xfrm>
              <a:off x="7840019" y="219308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9"/>
            <p:cNvSpPr/>
            <p:nvPr/>
          </p:nvSpPr>
          <p:spPr>
            <a:xfrm>
              <a:off x="8874296" y="225310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10"/>
            <p:cNvSpPr/>
            <p:nvPr/>
          </p:nvSpPr>
          <p:spPr>
            <a:xfrm>
              <a:off x="8279377" y="227386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1"/>
            <p:cNvSpPr/>
            <p:nvPr/>
          </p:nvSpPr>
          <p:spPr>
            <a:xfrm>
              <a:off x="8615855" y="215306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2"/>
            <p:cNvSpPr/>
            <p:nvPr/>
          </p:nvSpPr>
          <p:spPr>
            <a:xfrm>
              <a:off x="9003282" y="224072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3"/>
            <p:cNvSpPr/>
            <p:nvPr/>
          </p:nvSpPr>
          <p:spPr>
            <a:xfrm>
              <a:off x="8453153" y="2209523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4"/>
            <p:cNvSpPr/>
            <p:nvPr/>
          </p:nvSpPr>
          <p:spPr>
            <a:xfrm>
              <a:off x="7840019" y="238903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5"/>
            <p:cNvSpPr/>
            <p:nvPr/>
          </p:nvSpPr>
          <p:spPr>
            <a:xfrm>
              <a:off x="8806859" y="227348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6"/>
            <p:cNvSpPr/>
            <p:nvPr/>
          </p:nvSpPr>
          <p:spPr>
            <a:xfrm>
              <a:off x="8615855" y="228292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7"/>
            <p:cNvSpPr/>
            <p:nvPr/>
          </p:nvSpPr>
          <p:spPr>
            <a:xfrm>
              <a:off x="8613238" y="222888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8"/>
            <p:cNvSpPr/>
            <p:nvPr/>
          </p:nvSpPr>
          <p:spPr>
            <a:xfrm>
              <a:off x="8716763" y="2142166"/>
              <a:ext cx="46424" cy="464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9"/>
            <p:cNvSpPr/>
            <p:nvPr/>
          </p:nvSpPr>
          <p:spPr>
            <a:xfrm>
              <a:off x="8874296" y="213581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20"/>
            <p:cNvSpPr/>
            <p:nvPr/>
          </p:nvSpPr>
          <p:spPr>
            <a:xfrm>
              <a:off x="8874296" y="216355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1"/>
            <p:cNvSpPr/>
            <p:nvPr/>
          </p:nvSpPr>
          <p:spPr>
            <a:xfrm>
              <a:off x="8769328" y="205165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2"/>
            <p:cNvSpPr/>
            <p:nvPr/>
          </p:nvSpPr>
          <p:spPr>
            <a:xfrm>
              <a:off x="8610338" y="2234400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3"/>
            <p:cNvSpPr/>
            <p:nvPr/>
          </p:nvSpPr>
          <p:spPr>
            <a:xfrm>
              <a:off x="7840019" y="227670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4"/>
            <p:cNvSpPr/>
            <p:nvPr/>
          </p:nvSpPr>
          <p:spPr>
            <a:xfrm>
              <a:off x="9001347" y="227835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5"/>
            <p:cNvSpPr/>
            <p:nvPr/>
          </p:nvSpPr>
          <p:spPr>
            <a:xfrm>
              <a:off x="9131874" y="225588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6"/>
            <p:cNvSpPr/>
            <p:nvPr/>
          </p:nvSpPr>
          <p:spPr>
            <a:xfrm>
              <a:off x="7840019" y="216406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7"/>
            <p:cNvSpPr/>
            <p:nvPr/>
          </p:nvSpPr>
          <p:spPr>
            <a:xfrm>
              <a:off x="8946195" y="213112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8"/>
            <p:cNvSpPr/>
            <p:nvPr/>
          </p:nvSpPr>
          <p:spPr>
            <a:xfrm>
              <a:off x="9393809" y="222789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9"/>
            <p:cNvSpPr/>
            <p:nvPr/>
          </p:nvSpPr>
          <p:spPr>
            <a:xfrm>
              <a:off x="7989258" y="218084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30"/>
            <p:cNvSpPr/>
            <p:nvPr/>
          </p:nvSpPr>
          <p:spPr>
            <a:xfrm>
              <a:off x="8225328" y="233986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1"/>
            <p:cNvSpPr/>
            <p:nvPr/>
          </p:nvSpPr>
          <p:spPr>
            <a:xfrm>
              <a:off x="7837901" y="227427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2"/>
            <p:cNvSpPr/>
            <p:nvPr/>
          </p:nvSpPr>
          <p:spPr>
            <a:xfrm>
              <a:off x="8501650" y="215112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3"/>
            <p:cNvSpPr/>
            <p:nvPr/>
          </p:nvSpPr>
          <p:spPr>
            <a:xfrm>
              <a:off x="9001347" y="227711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4"/>
            <p:cNvSpPr/>
            <p:nvPr/>
          </p:nvSpPr>
          <p:spPr>
            <a:xfrm>
              <a:off x="8094602" y="226470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5"/>
            <p:cNvSpPr/>
            <p:nvPr/>
          </p:nvSpPr>
          <p:spPr>
            <a:xfrm>
              <a:off x="8454459" y="2248418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6"/>
            <p:cNvSpPr/>
            <p:nvPr/>
          </p:nvSpPr>
          <p:spPr>
            <a:xfrm>
              <a:off x="8499956" y="2228381"/>
              <a:ext cx="52268" cy="5226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7"/>
            <p:cNvSpPr/>
            <p:nvPr/>
          </p:nvSpPr>
          <p:spPr>
            <a:xfrm>
              <a:off x="8466824" y="2191449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8"/>
            <p:cNvSpPr/>
            <p:nvPr/>
          </p:nvSpPr>
          <p:spPr>
            <a:xfrm>
              <a:off x="8405485" y="2262237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9"/>
            <p:cNvSpPr/>
            <p:nvPr/>
          </p:nvSpPr>
          <p:spPr>
            <a:xfrm>
              <a:off x="8655265" y="2276753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40"/>
            <p:cNvSpPr/>
            <p:nvPr/>
          </p:nvSpPr>
          <p:spPr>
            <a:xfrm>
              <a:off x="8502297" y="2209919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1"/>
            <p:cNvSpPr/>
            <p:nvPr/>
          </p:nvSpPr>
          <p:spPr>
            <a:xfrm>
              <a:off x="8225328" y="243266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2"/>
            <p:cNvSpPr/>
            <p:nvPr/>
          </p:nvSpPr>
          <p:spPr>
            <a:xfrm>
              <a:off x="8806859" y="226512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3"/>
            <p:cNvSpPr/>
            <p:nvPr/>
          </p:nvSpPr>
          <p:spPr>
            <a:xfrm>
              <a:off x="8502843" y="2205331"/>
              <a:ext cx="44536" cy="445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4"/>
            <p:cNvSpPr/>
            <p:nvPr/>
          </p:nvSpPr>
          <p:spPr>
            <a:xfrm>
              <a:off x="7840019" y="251455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5"/>
            <p:cNvSpPr/>
            <p:nvPr/>
          </p:nvSpPr>
          <p:spPr>
            <a:xfrm>
              <a:off x="8057105" y="226358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6"/>
            <p:cNvSpPr/>
            <p:nvPr/>
          </p:nvSpPr>
          <p:spPr>
            <a:xfrm>
              <a:off x="9080510" y="227003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7"/>
            <p:cNvSpPr/>
            <p:nvPr/>
          </p:nvSpPr>
          <p:spPr>
            <a:xfrm>
              <a:off x="9395926" y="239282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8"/>
            <p:cNvSpPr/>
            <p:nvPr/>
          </p:nvSpPr>
          <p:spPr>
            <a:xfrm>
              <a:off x="8769328" y="209311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9"/>
            <p:cNvSpPr/>
            <p:nvPr/>
          </p:nvSpPr>
          <p:spPr>
            <a:xfrm>
              <a:off x="9393809" y="222214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50"/>
            <p:cNvSpPr/>
            <p:nvPr/>
          </p:nvSpPr>
          <p:spPr>
            <a:xfrm>
              <a:off x="8614305" y="224427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1"/>
            <p:cNvSpPr/>
            <p:nvPr/>
          </p:nvSpPr>
          <p:spPr>
            <a:xfrm>
              <a:off x="8723922" y="230061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2"/>
            <p:cNvSpPr/>
            <p:nvPr/>
          </p:nvSpPr>
          <p:spPr>
            <a:xfrm>
              <a:off x="9003282" y="226908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3"/>
            <p:cNvSpPr/>
            <p:nvPr/>
          </p:nvSpPr>
          <p:spPr>
            <a:xfrm>
              <a:off x="9392932" y="244927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4"/>
            <p:cNvSpPr/>
            <p:nvPr/>
          </p:nvSpPr>
          <p:spPr>
            <a:xfrm>
              <a:off x="8144848" y="217348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5"/>
            <p:cNvSpPr/>
            <p:nvPr/>
          </p:nvSpPr>
          <p:spPr>
            <a:xfrm>
              <a:off x="8614305" y="237944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6"/>
            <p:cNvSpPr/>
            <p:nvPr/>
          </p:nvSpPr>
          <p:spPr>
            <a:xfrm>
              <a:off x="8613238" y="245541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7"/>
            <p:cNvSpPr/>
            <p:nvPr/>
          </p:nvSpPr>
          <p:spPr>
            <a:xfrm>
              <a:off x="8613238" y="223695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8"/>
            <p:cNvSpPr/>
            <p:nvPr/>
          </p:nvSpPr>
          <p:spPr>
            <a:xfrm>
              <a:off x="8615855" y="225231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9"/>
            <p:cNvSpPr/>
            <p:nvPr/>
          </p:nvSpPr>
          <p:spPr>
            <a:xfrm>
              <a:off x="8615855" y="248340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60"/>
            <p:cNvSpPr/>
            <p:nvPr/>
          </p:nvSpPr>
          <p:spPr>
            <a:xfrm>
              <a:off x="7840019" y="223585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1"/>
            <p:cNvSpPr/>
            <p:nvPr/>
          </p:nvSpPr>
          <p:spPr>
            <a:xfrm>
              <a:off x="7837901" y="237701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2"/>
            <p:cNvSpPr/>
            <p:nvPr/>
          </p:nvSpPr>
          <p:spPr>
            <a:xfrm>
              <a:off x="9003282" y="230775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3"/>
            <p:cNvSpPr/>
            <p:nvPr/>
          </p:nvSpPr>
          <p:spPr>
            <a:xfrm>
              <a:off x="9395926" y="220225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4"/>
            <p:cNvSpPr/>
            <p:nvPr/>
          </p:nvSpPr>
          <p:spPr>
            <a:xfrm>
              <a:off x="8355660" y="242922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5"/>
            <p:cNvSpPr/>
            <p:nvPr/>
          </p:nvSpPr>
          <p:spPr>
            <a:xfrm>
              <a:off x="8355660" y="218633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6"/>
            <p:cNvSpPr/>
            <p:nvPr/>
          </p:nvSpPr>
          <p:spPr>
            <a:xfrm>
              <a:off x="7836351" y="231790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7"/>
            <p:cNvSpPr/>
            <p:nvPr/>
          </p:nvSpPr>
          <p:spPr>
            <a:xfrm>
              <a:off x="9393809" y="230522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8"/>
            <p:cNvSpPr/>
            <p:nvPr/>
          </p:nvSpPr>
          <p:spPr>
            <a:xfrm>
              <a:off x="8615855" y="211141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9"/>
            <p:cNvSpPr/>
            <p:nvPr/>
          </p:nvSpPr>
          <p:spPr>
            <a:xfrm>
              <a:off x="8874296" y="216441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70"/>
            <p:cNvSpPr/>
            <p:nvPr/>
          </p:nvSpPr>
          <p:spPr>
            <a:xfrm>
              <a:off x="8615855" y="216752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1"/>
            <p:cNvSpPr/>
            <p:nvPr/>
          </p:nvSpPr>
          <p:spPr>
            <a:xfrm>
              <a:off x="9395926" y="214937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2"/>
            <p:cNvSpPr/>
            <p:nvPr/>
          </p:nvSpPr>
          <p:spPr>
            <a:xfrm>
              <a:off x="7837901" y="223108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3"/>
            <p:cNvSpPr/>
            <p:nvPr/>
          </p:nvSpPr>
          <p:spPr>
            <a:xfrm>
              <a:off x="9395926" y="222682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4"/>
            <p:cNvSpPr/>
            <p:nvPr/>
          </p:nvSpPr>
          <p:spPr>
            <a:xfrm>
              <a:off x="8614305" y="223745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5"/>
            <p:cNvSpPr/>
            <p:nvPr/>
          </p:nvSpPr>
          <p:spPr>
            <a:xfrm>
              <a:off x="8221973" y="234584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6"/>
            <p:cNvSpPr/>
            <p:nvPr/>
          </p:nvSpPr>
          <p:spPr>
            <a:xfrm>
              <a:off x="8353920" y="240150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7"/>
            <p:cNvSpPr/>
            <p:nvPr/>
          </p:nvSpPr>
          <p:spPr>
            <a:xfrm>
              <a:off x="8615855" y="234652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8"/>
            <p:cNvSpPr/>
            <p:nvPr/>
          </p:nvSpPr>
          <p:spPr>
            <a:xfrm>
              <a:off x="9393809" y="238298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9"/>
            <p:cNvSpPr/>
            <p:nvPr/>
          </p:nvSpPr>
          <p:spPr>
            <a:xfrm>
              <a:off x="7837901" y="245168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80"/>
            <p:cNvSpPr/>
            <p:nvPr/>
          </p:nvSpPr>
          <p:spPr>
            <a:xfrm>
              <a:off x="7840019" y="246166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1"/>
            <p:cNvSpPr/>
            <p:nvPr/>
          </p:nvSpPr>
          <p:spPr>
            <a:xfrm>
              <a:off x="8094602" y="231892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2"/>
            <p:cNvSpPr/>
            <p:nvPr/>
          </p:nvSpPr>
          <p:spPr>
            <a:xfrm>
              <a:off x="8874296" y="249083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3"/>
            <p:cNvSpPr/>
            <p:nvPr/>
          </p:nvSpPr>
          <p:spPr>
            <a:xfrm>
              <a:off x="8872556" y="230005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4"/>
            <p:cNvSpPr/>
            <p:nvPr/>
          </p:nvSpPr>
          <p:spPr>
            <a:xfrm>
              <a:off x="8615855" y="240005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5"/>
            <p:cNvSpPr/>
            <p:nvPr/>
          </p:nvSpPr>
          <p:spPr>
            <a:xfrm>
              <a:off x="7837901" y="231362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6"/>
            <p:cNvSpPr/>
            <p:nvPr/>
          </p:nvSpPr>
          <p:spPr>
            <a:xfrm>
              <a:off x="8615855" y="236086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7"/>
            <p:cNvSpPr/>
            <p:nvPr/>
          </p:nvSpPr>
          <p:spPr>
            <a:xfrm>
              <a:off x="7837901" y="227478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8"/>
            <p:cNvSpPr/>
            <p:nvPr/>
          </p:nvSpPr>
          <p:spPr>
            <a:xfrm>
              <a:off x="8225328" y="221243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9"/>
            <p:cNvSpPr/>
            <p:nvPr/>
          </p:nvSpPr>
          <p:spPr>
            <a:xfrm>
              <a:off x="9393809" y="236973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90"/>
            <p:cNvSpPr/>
            <p:nvPr/>
          </p:nvSpPr>
          <p:spPr>
            <a:xfrm>
              <a:off x="8355660" y="228812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1"/>
            <p:cNvSpPr/>
            <p:nvPr/>
          </p:nvSpPr>
          <p:spPr>
            <a:xfrm>
              <a:off x="9392932" y="238261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2"/>
            <p:cNvSpPr/>
            <p:nvPr/>
          </p:nvSpPr>
          <p:spPr>
            <a:xfrm>
              <a:off x="8707016" y="2197829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3"/>
            <p:cNvSpPr/>
            <p:nvPr/>
          </p:nvSpPr>
          <p:spPr>
            <a:xfrm>
              <a:off x="8872556" y="238250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4"/>
            <p:cNvSpPr/>
            <p:nvPr/>
          </p:nvSpPr>
          <p:spPr>
            <a:xfrm>
              <a:off x="8615855" y="217391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5"/>
            <p:cNvSpPr/>
            <p:nvPr/>
          </p:nvSpPr>
          <p:spPr>
            <a:xfrm>
              <a:off x="8612370" y="244310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6"/>
            <p:cNvSpPr/>
            <p:nvPr/>
          </p:nvSpPr>
          <p:spPr>
            <a:xfrm>
              <a:off x="8769328" y="228217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7"/>
            <p:cNvSpPr/>
            <p:nvPr/>
          </p:nvSpPr>
          <p:spPr>
            <a:xfrm>
              <a:off x="8355660" y="243274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8"/>
            <p:cNvSpPr/>
            <p:nvPr/>
          </p:nvSpPr>
          <p:spPr>
            <a:xfrm>
              <a:off x="8615855" y="205185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9"/>
            <p:cNvSpPr/>
            <p:nvPr/>
          </p:nvSpPr>
          <p:spPr>
            <a:xfrm>
              <a:off x="7840019" y="232056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800"/>
            <p:cNvSpPr/>
            <p:nvPr/>
          </p:nvSpPr>
          <p:spPr>
            <a:xfrm>
              <a:off x="7837024" y="238886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1"/>
            <p:cNvSpPr/>
            <p:nvPr/>
          </p:nvSpPr>
          <p:spPr>
            <a:xfrm>
              <a:off x="8615855" y="248483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2"/>
            <p:cNvSpPr/>
            <p:nvPr/>
          </p:nvSpPr>
          <p:spPr>
            <a:xfrm>
              <a:off x="8946195" y="213400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3"/>
            <p:cNvSpPr/>
            <p:nvPr/>
          </p:nvSpPr>
          <p:spPr>
            <a:xfrm>
              <a:off x="8223394" y="227245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4"/>
            <p:cNvSpPr/>
            <p:nvPr/>
          </p:nvSpPr>
          <p:spPr>
            <a:xfrm>
              <a:off x="7837901" y="232926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5"/>
            <p:cNvSpPr/>
            <p:nvPr/>
          </p:nvSpPr>
          <p:spPr>
            <a:xfrm>
              <a:off x="8322375" y="2263248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6"/>
            <p:cNvSpPr/>
            <p:nvPr/>
          </p:nvSpPr>
          <p:spPr>
            <a:xfrm>
              <a:off x="7837901" y="228052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7"/>
            <p:cNvSpPr/>
            <p:nvPr/>
          </p:nvSpPr>
          <p:spPr>
            <a:xfrm>
              <a:off x="8723922" y="230370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8"/>
            <p:cNvSpPr/>
            <p:nvPr/>
          </p:nvSpPr>
          <p:spPr>
            <a:xfrm>
              <a:off x="8351320" y="2233052"/>
              <a:ext cx="53981" cy="5398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9"/>
            <p:cNvSpPr/>
            <p:nvPr/>
          </p:nvSpPr>
          <p:spPr>
            <a:xfrm>
              <a:off x="7837024" y="240290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10"/>
            <p:cNvSpPr/>
            <p:nvPr/>
          </p:nvSpPr>
          <p:spPr>
            <a:xfrm>
              <a:off x="8144848" y="223070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1"/>
            <p:cNvSpPr/>
            <p:nvPr/>
          </p:nvSpPr>
          <p:spPr>
            <a:xfrm>
              <a:off x="8874296" y="225586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2"/>
            <p:cNvSpPr/>
            <p:nvPr/>
          </p:nvSpPr>
          <p:spPr>
            <a:xfrm>
              <a:off x="8388066" y="2419306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3"/>
            <p:cNvSpPr/>
            <p:nvPr/>
          </p:nvSpPr>
          <p:spPr>
            <a:xfrm>
              <a:off x="8638718" y="2244431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4"/>
            <p:cNvSpPr/>
            <p:nvPr/>
          </p:nvSpPr>
          <p:spPr>
            <a:xfrm>
              <a:off x="8415284" y="2309786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5"/>
            <p:cNvSpPr/>
            <p:nvPr/>
          </p:nvSpPr>
          <p:spPr>
            <a:xfrm>
              <a:off x="8501650" y="225095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6"/>
            <p:cNvSpPr/>
            <p:nvPr/>
          </p:nvSpPr>
          <p:spPr>
            <a:xfrm>
              <a:off x="7837901" y="228911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7"/>
            <p:cNvSpPr/>
            <p:nvPr/>
          </p:nvSpPr>
          <p:spPr>
            <a:xfrm>
              <a:off x="7837901" y="254854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8"/>
            <p:cNvSpPr/>
            <p:nvPr/>
          </p:nvSpPr>
          <p:spPr>
            <a:xfrm>
              <a:off x="8874296" y="230404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9"/>
            <p:cNvSpPr/>
            <p:nvPr/>
          </p:nvSpPr>
          <p:spPr>
            <a:xfrm>
              <a:off x="8146966" y="215554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20"/>
            <p:cNvSpPr/>
            <p:nvPr/>
          </p:nvSpPr>
          <p:spPr>
            <a:xfrm>
              <a:off x="8355660" y="233932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1"/>
            <p:cNvSpPr/>
            <p:nvPr/>
          </p:nvSpPr>
          <p:spPr>
            <a:xfrm>
              <a:off x="8872556" y="238987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2"/>
            <p:cNvSpPr/>
            <p:nvPr/>
          </p:nvSpPr>
          <p:spPr>
            <a:xfrm>
              <a:off x="8318039" y="2251429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3"/>
            <p:cNvSpPr/>
            <p:nvPr/>
          </p:nvSpPr>
          <p:spPr>
            <a:xfrm>
              <a:off x="7840019" y="209857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4"/>
            <p:cNvSpPr/>
            <p:nvPr/>
          </p:nvSpPr>
          <p:spPr>
            <a:xfrm>
              <a:off x="8540554" y="212484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5"/>
            <p:cNvSpPr/>
            <p:nvPr/>
          </p:nvSpPr>
          <p:spPr>
            <a:xfrm>
              <a:off x="8352666" y="243243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6"/>
            <p:cNvSpPr/>
            <p:nvPr/>
          </p:nvSpPr>
          <p:spPr>
            <a:xfrm>
              <a:off x="8735105" y="2192748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7"/>
            <p:cNvSpPr/>
            <p:nvPr/>
          </p:nvSpPr>
          <p:spPr>
            <a:xfrm>
              <a:off x="7834832" y="238619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8"/>
            <p:cNvSpPr/>
            <p:nvPr/>
          </p:nvSpPr>
          <p:spPr>
            <a:xfrm>
              <a:off x="8355660" y="239194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9"/>
            <p:cNvSpPr/>
            <p:nvPr/>
          </p:nvSpPr>
          <p:spPr>
            <a:xfrm>
              <a:off x="8223394" y="226968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30"/>
            <p:cNvSpPr/>
            <p:nvPr/>
          </p:nvSpPr>
          <p:spPr>
            <a:xfrm>
              <a:off x="8179787" y="245771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1"/>
            <p:cNvSpPr/>
            <p:nvPr/>
          </p:nvSpPr>
          <p:spPr>
            <a:xfrm>
              <a:off x="7840019" y="217980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2"/>
            <p:cNvSpPr/>
            <p:nvPr/>
          </p:nvSpPr>
          <p:spPr>
            <a:xfrm>
              <a:off x="7840019" y="240251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3"/>
            <p:cNvSpPr/>
            <p:nvPr/>
          </p:nvSpPr>
          <p:spPr>
            <a:xfrm>
              <a:off x="8399108" y="237230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4"/>
            <p:cNvSpPr/>
            <p:nvPr/>
          </p:nvSpPr>
          <p:spPr>
            <a:xfrm>
              <a:off x="8225328" y="231669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5"/>
            <p:cNvSpPr/>
            <p:nvPr/>
          </p:nvSpPr>
          <p:spPr>
            <a:xfrm>
              <a:off x="8999927" y="230871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6"/>
            <p:cNvSpPr/>
            <p:nvPr/>
          </p:nvSpPr>
          <p:spPr>
            <a:xfrm>
              <a:off x="8280137" y="2307389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7"/>
            <p:cNvSpPr/>
            <p:nvPr/>
          </p:nvSpPr>
          <p:spPr>
            <a:xfrm>
              <a:off x="7834030" y="229521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8"/>
            <p:cNvSpPr/>
            <p:nvPr/>
          </p:nvSpPr>
          <p:spPr>
            <a:xfrm>
              <a:off x="8872556" y="224217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9"/>
            <p:cNvSpPr/>
            <p:nvPr/>
          </p:nvSpPr>
          <p:spPr>
            <a:xfrm>
              <a:off x="7837024" y="240813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40"/>
            <p:cNvSpPr/>
            <p:nvPr/>
          </p:nvSpPr>
          <p:spPr>
            <a:xfrm>
              <a:off x="8353920" y="239900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1"/>
            <p:cNvSpPr/>
            <p:nvPr/>
          </p:nvSpPr>
          <p:spPr>
            <a:xfrm>
              <a:off x="8751242" y="2258146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2"/>
            <p:cNvSpPr/>
            <p:nvPr/>
          </p:nvSpPr>
          <p:spPr>
            <a:xfrm>
              <a:off x="8874296" y="231926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3"/>
            <p:cNvSpPr/>
            <p:nvPr/>
          </p:nvSpPr>
          <p:spPr>
            <a:xfrm>
              <a:off x="8350732" y="2356433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4"/>
            <p:cNvSpPr/>
            <p:nvPr/>
          </p:nvSpPr>
          <p:spPr>
            <a:xfrm>
              <a:off x="8441314" y="2229359"/>
              <a:ext cx="47490" cy="474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5"/>
            <p:cNvSpPr/>
            <p:nvPr/>
          </p:nvSpPr>
          <p:spPr>
            <a:xfrm>
              <a:off x="8769328" y="236500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6"/>
            <p:cNvSpPr/>
            <p:nvPr/>
          </p:nvSpPr>
          <p:spPr>
            <a:xfrm>
              <a:off x="8280137" y="2251282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7"/>
            <p:cNvSpPr/>
            <p:nvPr/>
          </p:nvSpPr>
          <p:spPr>
            <a:xfrm>
              <a:off x="7836351" y="244434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8"/>
            <p:cNvSpPr/>
            <p:nvPr/>
          </p:nvSpPr>
          <p:spPr>
            <a:xfrm>
              <a:off x="8225328" y="212158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9"/>
            <p:cNvSpPr/>
            <p:nvPr/>
          </p:nvSpPr>
          <p:spPr>
            <a:xfrm>
              <a:off x="8486155" y="2344332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50"/>
            <p:cNvSpPr/>
            <p:nvPr/>
          </p:nvSpPr>
          <p:spPr>
            <a:xfrm>
              <a:off x="8458147" y="238628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1"/>
            <p:cNvSpPr/>
            <p:nvPr/>
          </p:nvSpPr>
          <p:spPr>
            <a:xfrm>
              <a:off x="8525544" y="223660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2"/>
            <p:cNvSpPr/>
            <p:nvPr/>
          </p:nvSpPr>
          <p:spPr>
            <a:xfrm>
              <a:off x="8094602" y="234246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3"/>
            <p:cNvSpPr/>
            <p:nvPr/>
          </p:nvSpPr>
          <p:spPr>
            <a:xfrm>
              <a:off x="8431110" y="2349745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4"/>
            <p:cNvSpPr/>
            <p:nvPr/>
          </p:nvSpPr>
          <p:spPr>
            <a:xfrm>
              <a:off x="8215112" y="2301898"/>
              <a:ext cx="49500" cy="495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5"/>
            <p:cNvSpPr/>
            <p:nvPr/>
          </p:nvSpPr>
          <p:spPr>
            <a:xfrm>
              <a:off x="9395926" y="219006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6"/>
            <p:cNvSpPr/>
            <p:nvPr/>
          </p:nvSpPr>
          <p:spPr>
            <a:xfrm>
              <a:off x="8874296" y="240115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7"/>
            <p:cNvSpPr/>
            <p:nvPr/>
          </p:nvSpPr>
          <p:spPr>
            <a:xfrm>
              <a:off x="8225328" y="235386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8"/>
            <p:cNvSpPr/>
            <p:nvPr/>
          </p:nvSpPr>
          <p:spPr>
            <a:xfrm>
              <a:off x="8998749" y="2301177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9"/>
            <p:cNvSpPr/>
            <p:nvPr/>
          </p:nvSpPr>
          <p:spPr>
            <a:xfrm>
              <a:off x="8143278" y="2364376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60"/>
            <p:cNvSpPr/>
            <p:nvPr/>
          </p:nvSpPr>
          <p:spPr>
            <a:xfrm>
              <a:off x="7840019" y="228109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1"/>
            <p:cNvSpPr/>
            <p:nvPr/>
          </p:nvSpPr>
          <p:spPr>
            <a:xfrm>
              <a:off x="7840019" y="227138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2"/>
            <p:cNvSpPr/>
            <p:nvPr/>
          </p:nvSpPr>
          <p:spPr>
            <a:xfrm>
              <a:off x="8431110" y="2318046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3"/>
            <p:cNvSpPr/>
            <p:nvPr/>
          </p:nvSpPr>
          <p:spPr>
            <a:xfrm>
              <a:off x="7837024" y="235037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4"/>
            <p:cNvSpPr/>
            <p:nvPr/>
          </p:nvSpPr>
          <p:spPr>
            <a:xfrm>
              <a:off x="8355660" y="223065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5"/>
            <p:cNvSpPr/>
            <p:nvPr/>
          </p:nvSpPr>
          <p:spPr>
            <a:xfrm>
              <a:off x="8279377" y="231308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6"/>
            <p:cNvSpPr/>
            <p:nvPr/>
          </p:nvSpPr>
          <p:spPr>
            <a:xfrm>
              <a:off x="8263485" y="2355025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7"/>
            <p:cNvSpPr/>
            <p:nvPr/>
          </p:nvSpPr>
          <p:spPr>
            <a:xfrm>
              <a:off x="8681661" y="2267005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8"/>
            <p:cNvSpPr/>
            <p:nvPr/>
          </p:nvSpPr>
          <p:spPr>
            <a:xfrm>
              <a:off x="8415284" y="2255472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9"/>
            <p:cNvSpPr/>
            <p:nvPr/>
          </p:nvSpPr>
          <p:spPr>
            <a:xfrm>
              <a:off x="8352666" y="237298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70"/>
            <p:cNvSpPr/>
            <p:nvPr/>
          </p:nvSpPr>
          <p:spPr>
            <a:xfrm>
              <a:off x="8608743" y="2372706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1"/>
            <p:cNvSpPr/>
            <p:nvPr/>
          </p:nvSpPr>
          <p:spPr>
            <a:xfrm>
              <a:off x="7840019" y="227038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2"/>
            <p:cNvSpPr/>
            <p:nvPr/>
          </p:nvSpPr>
          <p:spPr>
            <a:xfrm>
              <a:off x="8355660" y="244294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3"/>
            <p:cNvSpPr/>
            <p:nvPr/>
          </p:nvSpPr>
          <p:spPr>
            <a:xfrm>
              <a:off x="7835284" y="232761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4"/>
            <p:cNvSpPr/>
            <p:nvPr/>
          </p:nvSpPr>
          <p:spPr>
            <a:xfrm>
              <a:off x="8311425" y="2312076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5"/>
            <p:cNvSpPr/>
            <p:nvPr/>
          </p:nvSpPr>
          <p:spPr>
            <a:xfrm>
              <a:off x="8380693" y="2289066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6"/>
            <p:cNvSpPr/>
            <p:nvPr/>
          </p:nvSpPr>
          <p:spPr>
            <a:xfrm>
              <a:off x="8417882" y="226671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7"/>
            <p:cNvSpPr/>
            <p:nvPr/>
          </p:nvSpPr>
          <p:spPr>
            <a:xfrm>
              <a:off x="8431110" y="2273952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8"/>
            <p:cNvSpPr/>
            <p:nvPr/>
          </p:nvSpPr>
          <p:spPr>
            <a:xfrm>
              <a:off x="8458147" y="223794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9"/>
            <p:cNvSpPr/>
            <p:nvPr/>
          </p:nvSpPr>
          <p:spPr>
            <a:xfrm>
              <a:off x="8456030" y="220516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80"/>
            <p:cNvSpPr/>
            <p:nvPr/>
          </p:nvSpPr>
          <p:spPr>
            <a:xfrm>
              <a:off x="9395926" y="234188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1"/>
            <p:cNvSpPr/>
            <p:nvPr/>
          </p:nvSpPr>
          <p:spPr>
            <a:xfrm>
              <a:off x="8769328" y="242386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2"/>
            <p:cNvSpPr/>
            <p:nvPr/>
          </p:nvSpPr>
          <p:spPr>
            <a:xfrm>
              <a:off x="8289169" y="2296073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3"/>
            <p:cNvSpPr/>
            <p:nvPr/>
          </p:nvSpPr>
          <p:spPr>
            <a:xfrm>
              <a:off x="9395926" y="215012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4"/>
            <p:cNvSpPr/>
            <p:nvPr/>
          </p:nvSpPr>
          <p:spPr>
            <a:xfrm>
              <a:off x="8417882" y="226543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5"/>
            <p:cNvSpPr/>
            <p:nvPr/>
          </p:nvSpPr>
          <p:spPr>
            <a:xfrm>
              <a:off x="7840019" y="233545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6"/>
            <p:cNvSpPr/>
            <p:nvPr/>
          </p:nvSpPr>
          <p:spPr>
            <a:xfrm>
              <a:off x="7836351" y="238540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7"/>
            <p:cNvSpPr/>
            <p:nvPr/>
          </p:nvSpPr>
          <p:spPr>
            <a:xfrm>
              <a:off x="8279377" y="217145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8"/>
            <p:cNvSpPr/>
            <p:nvPr/>
          </p:nvSpPr>
          <p:spPr>
            <a:xfrm>
              <a:off x="8353920" y="235287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9"/>
            <p:cNvSpPr/>
            <p:nvPr/>
          </p:nvSpPr>
          <p:spPr>
            <a:xfrm>
              <a:off x="8225328" y="227129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90"/>
            <p:cNvSpPr/>
            <p:nvPr/>
          </p:nvSpPr>
          <p:spPr>
            <a:xfrm>
              <a:off x="8525544" y="211116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1"/>
            <p:cNvSpPr/>
            <p:nvPr/>
          </p:nvSpPr>
          <p:spPr>
            <a:xfrm>
              <a:off x="8355660" y="225000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2"/>
            <p:cNvSpPr/>
            <p:nvPr/>
          </p:nvSpPr>
          <p:spPr>
            <a:xfrm>
              <a:off x="8874296" y="203726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3"/>
            <p:cNvSpPr/>
            <p:nvPr/>
          </p:nvSpPr>
          <p:spPr>
            <a:xfrm>
              <a:off x="8769328" y="233795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4"/>
            <p:cNvSpPr/>
            <p:nvPr/>
          </p:nvSpPr>
          <p:spPr>
            <a:xfrm>
              <a:off x="9392259" y="229287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5"/>
            <p:cNvSpPr/>
            <p:nvPr/>
          </p:nvSpPr>
          <p:spPr>
            <a:xfrm>
              <a:off x="8501650" y="233892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6"/>
            <p:cNvSpPr/>
            <p:nvPr/>
          </p:nvSpPr>
          <p:spPr>
            <a:xfrm>
              <a:off x="9003282" y="225489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7"/>
            <p:cNvSpPr/>
            <p:nvPr/>
          </p:nvSpPr>
          <p:spPr>
            <a:xfrm>
              <a:off x="8614305" y="231240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8"/>
            <p:cNvSpPr/>
            <p:nvPr/>
          </p:nvSpPr>
          <p:spPr>
            <a:xfrm>
              <a:off x="7840019" y="231052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9"/>
            <p:cNvSpPr/>
            <p:nvPr/>
          </p:nvSpPr>
          <p:spPr>
            <a:xfrm>
              <a:off x="8615855" y="220159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900"/>
            <p:cNvSpPr/>
            <p:nvPr/>
          </p:nvSpPr>
          <p:spPr>
            <a:xfrm>
              <a:off x="9393809" y="221403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1"/>
            <p:cNvSpPr/>
            <p:nvPr/>
          </p:nvSpPr>
          <p:spPr>
            <a:xfrm>
              <a:off x="7840019" y="228622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2"/>
            <p:cNvSpPr/>
            <p:nvPr/>
          </p:nvSpPr>
          <p:spPr>
            <a:xfrm>
              <a:off x="8615855" y="231443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3"/>
            <p:cNvSpPr/>
            <p:nvPr/>
          </p:nvSpPr>
          <p:spPr>
            <a:xfrm>
              <a:off x="8613238" y="231362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4"/>
            <p:cNvSpPr/>
            <p:nvPr/>
          </p:nvSpPr>
          <p:spPr>
            <a:xfrm>
              <a:off x="8525544" y="228358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5"/>
            <p:cNvSpPr/>
            <p:nvPr/>
          </p:nvSpPr>
          <p:spPr>
            <a:xfrm>
              <a:off x="8615855" y="201584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6"/>
            <p:cNvSpPr/>
            <p:nvPr/>
          </p:nvSpPr>
          <p:spPr>
            <a:xfrm>
              <a:off x="7840019" y="241197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7"/>
            <p:cNvSpPr/>
            <p:nvPr/>
          </p:nvSpPr>
          <p:spPr>
            <a:xfrm>
              <a:off x="7840019" y="227340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8"/>
            <p:cNvSpPr/>
            <p:nvPr/>
          </p:nvSpPr>
          <p:spPr>
            <a:xfrm>
              <a:off x="9395926" y="225712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9"/>
            <p:cNvSpPr/>
            <p:nvPr/>
          </p:nvSpPr>
          <p:spPr>
            <a:xfrm>
              <a:off x="8225328" y="233790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10"/>
            <p:cNvSpPr/>
            <p:nvPr/>
          </p:nvSpPr>
          <p:spPr>
            <a:xfrm>
              <a:off x="8300439" y="227738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1"/>
            <p:cNvSpPr/>
            <p:nvPr/>
          </p:nvSpPr>
          <p:spPr>
            <a:xfrm>
              <a:off x="8355660" y="219979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2"/>
            <p:cNvSpPr/>
            <p:nvPr/>
          </p:nvSpPr>
          <p:spPr>
            <a:xfrm>
              <a:off x="9395926" y="220458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3"/>
            <p:cNvSpPr/>
            <p:nvPr/>
          </p:nvSpPr>
          <p:spPr>
            <a:xfrm>
              <a:off x="8614305" y="223535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4"/>
            <p:cNvSpPr/>
            <p:nvPr/>
          </p:nvSpPr>
          <p:spPr>
            <a:xfrm>
              <a:off x="8458147" y="235029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5"/>
            <p:cNvSpPr/>
            <p:nvPr/>
          </p:nvSpPr>
          <p:spPr>
            <a:xfrm>
              <a:off x="7837901" y="222838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6"/>
            <p:cNvSpPr/>
            <p:nvPr/>
          </p:nvSpPr>
          <p:spPr>
            <a:xfrm>
              <a:off x="8355660" y="235340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7"/>
            <p:cNvSpPr/>
            <p:nvPr/>
          </p:nvSpPr>
          <p:spPr>
            <a:xfrm>
              <a:off x="9395926" y="222901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8"/>
            <p:cNvSpPr/>
            <p:nvPr/>
          </p:nvSpPr>
          <p:spPr>
            <a:xfrm>
              <a:off x="7837901" y="234800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9"/>
            <p:cNvSpPr/>
            <p:nvPr/>
          </p:nvSpPr>
          <p:spPr>
            <a:xfrm>
              <a:off x="7834417" y="236693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20"/>
            <p:cNvSpPr/>
            <p:nvPr/>
          </p:nvSpPr>
          <p:spPr>
            <a:xfrm>
              <a:off x="7840019" y="232834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1"/>
            <p:cNvSpPr/>
            <p:nvPr/>
          </p:nvSpPr>
          <p:spPr>
            <a:xfrm>
              <a:off x="7837901" y="245450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2"/>
            <p:cNvSpPr/>
            <p:nvPr/>
          </p:nvSpPr>
          <p:spPr>
            <a:xfrm>
              <a:off x="9080510" y="207760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3"/>
            <p:cNvSpPr/>
            <p:nvPr/>
          </p:nvSpPr>
          <p:spPr>
            <a:xfrm>
              <a:off x="9395926" y="206669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4"/>
            <p:cNvSpPr/>
            <p:nvPr/>
          </p:nvSpPr>
          <p:spPr>
            <a:xfrm>
              <a:off x="7837901" y="242820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5"/>
            <p:cNvSpPr/>
            <p:nvPr/>
          </p:nvSpPr>
          <p:spPr>
            <a:xfrm>
              <a:off x="7837901" y="225256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6"/>
            <p:cNvSpPr/>
            <p:nvPr/>
          </p:nvSpPr>
          <p:spPr>
            <a:xfrm>
              <a:off x="8874296" y="223838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7"/>
            <p:cNvSpPr/>
            <p:nvPr/>
          </p:nvSpPr>
          <p:spPr>
            <a:xfrm>
              <a:off x="9003282" y="214734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8"/>
            <p:cNvSpPr/>
            <p:nvPr/>
          </p:nvSpPr>
          <p:spPr>
            <a:xfrm>
              <a:off x="8225328" y="237818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9"/>
            <p:cNvSpPr/>
            <p:nvPr/>
          </p:nvSpPr>
          <p:spPr>
            <a:xfrm>
              <a:off x="7837901" y="224171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30"/>
            <p:cNvSpPr/>
            <p:nvPr/>
          </p:nvSpPr>
          <p:spPr>
            <a:xfrm>
              <a:off x="9131874" y="214367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1"/>
            <p:cNvSpPr/>
            <p:nvPr/>
          </p:nvSpPr>
          <p:spPr>
            <a:xfrm>
              <a:off x="7840019" y="218275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2"/>
            <p:cNvSpPr/>
            <p:nvPr/>
          </p:nvSpPr>
          <p:spPr>
            <a:xfrm>
              <a:off x="8874296" y="209335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3"/>
            <p:cNvSpPr/>
            <p:nvPr/>
          </p:nvSpPr>
          <p:spPr>
            <a:xfrm>
              <a:off x="7837024" y="251870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4"/>
            <p:cNvSpPr/>
            <p:nvPr/>
          </p:nvSpPr>
          <p:spPr>
            <a:xfrm>
              <a:off x="7840019" y="212825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5"/>
            <p:cNvSpPr/>
            <p:nvPr/>
          </p:nvSpPr>
          <p:spPr>
            <a:xfrm>
              <a:off x="8615855" y="220671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6"/>
            <p:cNvSpPr/>
            <p:nvPr/>
          </p:nvSpPr>
          <p:spPr>
            <a:xfrm>
              <a:off x="8661914" y="2315775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7"/>
            <p:cNvSpPr/>
            <p:nvPr/>
          </p:nvSpPr>
          <p:spPr>
            <a:xfrm>
              <a:off x="8874296" y="247619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8"/>
            <p:cNvSpPr/>
            <p:nvPr/>
          </p:nvSpPr>
          <p:spPr>
            <a:xfrm>
              <a:off x="7837901" y="211031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9"/>
            <p:cNvSpPr/>
            <p:nvPr/>
          </p:nvSpPr>
          <p:spPr>
            <a:xfrm>
              <a:off x="9003282" y="226230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40"/>
            <p:cNvSpPr/>
            <p:nvPr/>
          </p:nvSpPr>
          <p:spPr>
            <a:xfrm>
              <a:off x="8614305" y="227127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1"/>
            <p:cNvSpPr/>
            <p:nvPr/>
          </p:nvSpPr>
          <p:spPr>
            <a:xfrm>
              <a:off x="8458147" y="216595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2"/>
            <p:cNvSpPr/>
            <p:nvPr/>
          </p:nvSpPr>
          <p:spPr>
            <a:xfrm>
              <a:off x="8057105" y="224637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3"/>
            <p:cNvSpPr/>
            <p:nvPr/>
          </p:nvSpPr>
          <p:spPr>
            <a:xfrm>
              <a:off x="8874296" y="247979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4"/>
            <p:cNvSpPr/>
            <p:nvPr/>
          </p:nvSpPr>
          <p:spPr>
            <a:xfrm>
              <a:off x="9395926" y="251729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5"/>
            <p:cNvSpPr/>
            <p:nvPr/>
          </p:nvSpPr>
          <p:spPr>
            <a:xfrm>
              <a:off x="7989258" y="241259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6"/>
            <p:cNvSpPr/>
            <p:nvPr/>
          </p:nvSpPr>
          <p:spPr>
            <a:xfrm>
              <a:off x="8613238" y="223648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7"/>
            <p:cNvSpPr/>
            <p:nvPr/>
          </p:nvSpPr>
          <p:spPr>
            <a:xfrm>
              <a:off x="8769328" y="239597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8"/>
            <p:cNvSpPr/>
            <p:nvPr/>
          </p:nvSpPr>
          <p:spPr>
            <a:xfrm>
              <a:off x="7837901" y="232451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9"/>
            <p:cNvSpPr/>
            <p:nvPr/>
          </p:nvSpPr>
          <p:spPr>
            <a:xfrm>
              <a:off x="8432568" y="2195965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50"/>
            <p:cNvSpPr/>
            <p:nvPr/>
          </p:nvSpPr>
          <p:spPr>
            <a:xfrm>
              <a:off x="8225328" y="221120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1"/>
            <p:cNvSpPr/>
            <p:nvPr/>
          </p:nvSpPr>
          <p:spPr>
            <a:xfrm>
              <a:off x="8355660" y="224764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2"/>
            <p:cNvSpPr/>
            <p:nvPr/>
          </p:nvSpPr>
          <p:spPr>
            <a:xfrm>
              <a:off x="8094602" y="237474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3"/>
            <p:cNvSpPr/>
            <p:nvPr/>
          </p:nvSpPr>
          <p:spPr>
            <a:xfrm>
              <a:off x="7837024" y="240748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4"/>
            <p:cNvSpPr/>
            <p:nvPr/>
          </p:nvSpPr>
          <p:spPr>
            <a:xfrm>
              <a:off x="7835784" y="240377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5"/>
            <p:cNvSpPr/>
            <p:nvPr/>
          </p:nvSpPr>
          <p:spPr>
            <a:xfrm>
              <a:off x="7836351" y="244424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6"/>
            <p:cNvSpPr/>
            <p:nvPr/>
          </p:nvSpPr>
          <p:spPr>
            <a:xfrm>
              <a:off x="7840019" y="214583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7"/>
            <p:cNvSpPr/>
            <p:nvPr/>
          </p:nvSpPr>
          <p:spPr>
            <a:xfrm>
              <a:off x="9395926" y="233034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8"/>
            <p:cNvSpPr/>
            <p:nvPr/>
          </p:nvSpPr>
          <p:spPr>
            <a:xfrm>
              <a:off x="9395926" y="222008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9"/>
            <p:cNvSpPr/>
            <p:nvPr/>
          </p:nvSpPr>
          <p:spPr>
            <a:xfrm>
              <a:off x="8146966" y="244404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60"/>
            <p:cNvSpPr/>
            <p:nvPr/>
          </p:nvSpPr>
          <p:spPr>
            <a:xfrm>
              <a:off x="7836351" y="241669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1"/>
            <p:cNvSpPr/>
            <p:nvPr/>
          </p:nvSpPr>
          <p:spPr>
            <a:xfrm>
              <a:off x="8769328" y="232979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2"/>
            <p:cNvSpPr/>
            <p:nvPr/>
          </p:nvSpPr>
          <p:spPr>
            <a:xfrm>
              <a:off x="8458147" y="244715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3"/>
            <p:cNvSpPr/>
            <p:nvPr/>
          </p:nvSpPr>
          <p:spPr>
            <a:xfrm>
              <a:off x="8225328" y="250598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4"/>
            <p:cNvSpPr/>
            <p:nvPr/>
          </p:nvSpPr>
          <p:spPr>
            <a:xfrm>
              <a:off x="7840019" y="205444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5"/>
            <p:cNvSpPr/>
            <p:nvPr/>
          </p:nvSpPr>
          <p:spPr>
            <a:xfrm>
              <a:off x="7835784" y="227757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6"/>
            <p:cNvSpPr/>
            <p:nvPr/>
          </p:nvSpPr>
          <p:spPr>
            <a:xfrm>
              <a:off x="8615855" y="242262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7"/>
            <p:cNvSpPr/>
            <p:nvPr/>
          </p:nvSpPr>
          <p:spPr>
            <a:xfrm>
              <a:off x="7835784" y="237728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8"/>
            <p:cNvSpPr/>
            <p:nvPr/>
          </p:nvSpPr>
          <p:spPr>
            <a:xfrm>
              <a:off x="8417882" y="224381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9"/>
            <p:cNvSpPr/>
            <p:nvPr/>
          </p:nvSpPr>
          <p:spPr>
            <a:xfrm>
              <a:off x="8431110" y="2266762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70"/>
            <p:cNvSpPr/>
            <p:nvPr/>
          </p:nvSpPr>
          <p:spPr>
            <a:xfrm>
              <a:off x="7837024" y="206283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1"/>
            <p:cNvSpPr/>
            <p:nvPr/>
          </p:nvSpPr>
          <p:spPr>
            <a:xfrm>
              <a:off x="7837901" y="227156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2"/>
            <p:cNvSpPr/>
            <p:nvPr/>
          </p:nvSpPr>
          <p:spPr>
            <a:xfrm>
              <a:off x="8352666" y="234537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3"/>
            <p:cNvSpPr/>
            <p:nvPr/>
          </p:nvSpPr>
          <p:spPr>
            <a:xfrm>
              <a:off x="8615855" y="211342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4"/>
            <p:cNvSpPr/>
            <p:nvPr/>
          </p:nvSpPr>
          <p:spPr>
            <a:xfrm>
              <a:off x="8695682" y="2226133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5"/>
            <p:cNvSpPr/>
            <p:nvPr/>
          </p:nvSpPr>
          <p:spPr>
            <a:xfrm>
              <a:off x="8922802" y="223757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6"/>
            <p:cNvSpPr/>
            <p:nvPr/>
          </p:nvSpPr>
          <p:spPr>
            <a:xfrm>
              <a:off x="8116215" y="220428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7"/>
            <p:cNvSpPr/>
            <p:nvPr/>
          </p:nvSpPr>
          <p:spPr>
            <a:xfrm>
              <a:off x="8613238" y="232583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8"/>
            <p:cNvSpPr/>
            <p:nvPr/>
          </p:nvSpPr>
          <p:spPr>
            <a:xfrm>
              <a:off x="8613238" y="242800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9"/>
            <p:cNvSpPr/>
            <p:nvPr/>
          </p:nvSpPr>
          <p:spPr>
            <a:xfrm>
              <a:off x="8417882" y="233097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80"/>
            <p:cNvSpPr/>
            <p:nvPr/>
          </p:nvSpPr>
          <p:spPr>
            <a:xfrm>
              <a:off x="8613238" y="232992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1"/>
            <p:cNvSpPr/>
            <p:nvPr/>
          </p:nvSpPr>
          <p:spPr>
            <a:xfrm>
              <a:off x="9080510" y="216855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2"/>
            <p:cNvSpPr/>
            <p:nvPr/>
          </p:nvSpPr>
          <p:spPr>
            <a:xfrm>
              <a:off x="8613238" y="224364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3"/>
            <p:cNvSpPr/>
            <p:nvPr/>
          </p:nvSpPr>
          <p:spPr>
            <a:xfrm>
              <a:off x="8769328" y="235152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rc2984"/>
            <p:cNvSpPr/>
            <p:nvPr/>
          </p:nvSpPr>
          <p:spPr>
            <a:xfrm>
              <a:off x="7773090" y="1305836"/>
              <a:ext cx="1711497" cy="1711497"/>
            </a:xfrm>
            <a:prstGeom prst="rect">
              <a:avLst/>
            </a:prstGeom>
            <a:noFill/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tx2985"/>
            <p:cNvSpPr/>
            <p:nvPr/>
          </p:nvSpPr>
          <p:spPr>
            <a:xfrm>
              <a:off x="419326" y="2903145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0,00</a:t>
              </a:r>
            </a:p>
          </p:txBody>
        </p:sp>
        <p:sp>
          <p:nvSpPr>
            <p:cNvPr id="2986" name="tx2986"/>
            <p:cNvSpPr/>
            <p:nvPr/>
          </p:nvSpPr>
          <p:spPr>
            <a:xfrm>
              <a:off x="419326" y="2514168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0,25</a:t>
              </a:r>
            </a:p>
          </p:txBody>
        </p:sp>
        <p:sp>
          <p:nvSpPr>
            <p:cNvPr id="2987" name="tx2987"/>
            <p:cNvSpPr/>
            <p:nvPr/>
          </p:nvSpPr>
          <p:spPr>
            <a:xfrm>
              <a:off x="419326" y="2125192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0,50</a:t>
              </a:r>
            </a:p>
          </p:txBody>
        </p:sp>
        <p:sp>
          <p:nvSpPr>
            <p:cNvPr id="2988" name="tx2988"/>
            <p:cNvSpPr/>
            <p:nvPr/>
          </p:nvSpPr>
          <p:spPr>
            <a:xfrm>
              <a:off x="419326" y="1736215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0,75</a:t>
              </a:r>
            </a:p>
          </p:txBody>
        </p:sp>
        <p:sp>
          <p:nvSpPr>
            <p:cNvPr id="2989" name="tx2989"/>
            <p:cNvSpPr/>
            <p:nvPr/>
          </p:nvSpPr>
          <p:spPr>
            <a:xfrm>
              <a:off x="419326" y="1347238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1,00</a:t>
              </a:r>
            </a:p>
          </p:txBody>
        </p:sp>
        <p:sp>
          <p:nvSpPr>
            <p:cNvPr id="2990" name="pl2990"/>
            <p:cNvSpPr/>
            <p:nvPr/>
          </p:nvSpPr>
          <p:spPr>
            <a:xfrm>
              <a:off x="642416" y="293953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l2991"/>
            <p:cNvSpPr/>
            <p:nvPr/>
          </p:nvSpPr>
          <p:spPr>
            <a:xfrm>
              <a:off x="642416" y="255056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l2992"/>
            <p:cNvSpPr/>
            <p:nvPr/>
          </p:nvSpPr>
          <p:spPr>
            <a:xfrm>
              <a:off x="642416" y="216158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l2993"/>
            <p:cNvSpPr/>
            <p:nvPr/>
          </p:nvSpPr>
          <p:spPr>
            <a:xfrm>
              <a:off x="642416" y="177260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l2994"/>
            <p:cNvSpPr/>
            <p:nvPr/>
          </p:nvSpPr>
          <p:spPr>
            <a:xfrm>
              <a:off x="642416" y="138363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tx2995"/>
            <p:cNvSpPr/>
            <p:nvPr/>
          </p:nvSpPr>
          <p:spPr>
            <a:xfrm rot="-5400000">
              <a:off x="-510840" y="2116093"/>
              <a:ext cx="165268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Prevalencia predicha (BYM2)</a:t>
              </a:r>
            </a:p>
          </p:txBody>
        </p:sp>
        <p:sp>
          <p:nvSpPr>
            <p:cNvPr id="2996" name="rc2996"/>
            <p:cNvSpPr/>
            <p:nvPr/>
          </p:nvSpPr>
          <p:spPr>
            <a:xfrm>
              <a:off x="674047" y="1110432"/>
              <a:ext cx="1711497" cy="195403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tx2997"/>
            <p:cNvSpPr/>
            <p:nvPr/>
          </p:nvSpPr>
          <p:spPr>
            <a:xfrm>
              <a:off x="1111915" y="1171741"/>
              <a:ext cx="83576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Diagnóstico (ESH)</a:t>
              </a:r>
            </a:p>
          </p:txBody>
        </p:sp>
        <p:sp>
          <p:nvSpPr>
            <p:cNvPr id="2998" name="rc2998"/>
            <p:cNvSpPr/>
            <p:nvPr/>
          </p:nvSpPr>
          <p:spPr>
            <a:xfrm>
              <a:off x="2448808" y="1110432"/>
              <a:ext cx="1711497" cy="195403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tx2999"/>
            <p:cNvSpPr/>
            <p:nvPr/>
          </p:nvSpPr>
          <p:spPr>
            <a:xfrm>
              <a:off x="2886676" y="1171741"/>
              <a:ext cx="83576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Diagnóstico (AHA)</a:t>
              </a:r>
            </a:p>
          </p:txBody>
        </p:sp>
        <p:sp>
          <p:nvSpPr>
            <p:cNvPr id="3000" name="rc3000"/>
            <p:cNvSpPr/>
            <p:nvPr/>
          </p:nvSpPr>
          <p:spPr>
            <a:xfrm>
              <a:off x="4223568" y="1110432"/>
              <a:ext cx="1711497" cy="195403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tx3001"/>
            <p:cNvSpPr/>
            <p:nvPr/>
          </p:nvSpPr>
          <p:spPr>
            <a:xfrm>
              <a:off x="4810118" y="1171741"/>
              <a:ext cx="53839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Tratamiento</a:t>
              </a:r>
            </a:p>
          </p:txBody>
        </p:sp>
        <p:sp>
          <p:nvSpPr>
            <p:cNvPr id="3002" name="rc3002"/>
            <p:cNvSpPr/>
            <p:nvPr/>
          </p:nvSpPr>
          <p:spPr>
            <a:xfrm>
              <a:off x="5998329" y="1110432"/>
              <a:ext cx="1711497" cy="195403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tx3003"/>
            <p:cNvSpPr/>
            <p:nvPr/>
          </p:nvSpPr>
          <p:spPr>
            <a:xfrm>
              <a:off x="6537924" y="1171741"/>
              <a:ext cx="63230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Control (ESH)</a:t>
              </a:r>
            </a:p>
          </p:txBody>
        </p:sp>
        <p:sp>
          <p:nvSpPr>
            <p:cNvPr id="3004" name="rc3004"/>
            <p:cNvSpPr/>
            <p:nvPr/>
          </p:nvSpPr>
          <p:spPr>
            <a:xfrm>
              <a:off x="7773090" y="1110432"/>
              <a:ext cx="1711497" cy="195403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tx3005"/>
            <p:cNvSpPr/>
            <p:nvPr/>
          </p:nvSpPr>
          <p:spPr>
            <a:xfrm>
              <a:off x="8312685" y="1171741"/>
              <a:ext cx="63230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Control (AHA)</a:t>
              </a:r>
            </a:p>
          </p:txBody>
        </p:sp>
        <p:sp>
          <p:nvSpPr>
            <p:cNvPr id="3006" name="pl3006"/>
            <p:cNvSpPr/>
            <p:nvPr/>
          </p:nvSpPr>
          <p:spPr>
            <a:xfrm>
              <a:off x="751843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l3007"/>
            <p:cNvSpPr/>
            <p:nvPr/>
          </p:nvSpPr>
          <p:spPr>
            <a:xfrm>
              <a:off x="1140819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l3008"/>
            <p:cNvSpPr/>
            <p:nvPr/>
          </p:nvSpPr>
          <p:spPr>
            <a:xfrm>
              <a:off x="1529796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l3009"/>
            <p:cNvSpPr/>
            <p:nvPr/>
          </p:nvSpPr>
          <p:spPr>
            <a:xfrm>
              <a:off x="1918773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l3010"/>
            <p:cNvSpPr/>
            <p:nvPr/>
          </p:nvSpPr>
          <p:spPr>
            <a:xfrm>
              <a:off x="2307750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tx3011"/>
            <p:cNvSpPr/>
            <p:nvPr/>
          </p:nvSpPr>
          <p:spPr>
            <a:xfrm>
              <a:off x="652950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0,00</a:t>
              </a:r>
            </a:p>
          </p:txBody>
        </p:sp>
        <p:sp>
          <p:nvSpPr>
            <p:cNvPr id="3012" name="tx3012"/>
            <p:cNvSpPr/>
            <p:nvPr/>
          </p:nvSpPr>
          <p:spPr>
            <a:xfrm>
              <a:off x="1041927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0,25</a:t>
              </a:r>
            </a:p>
          </p:txBody>
        </p:sp>
        <p:sp>
          <p:nvSpPr>
            <p:cNvPr id="3013" name="tx3013"/>
            <p:cNvSpPr/>
            <p:nvPr/>
          </p:nvSpPr>
          <p:spPr>
            <a:xfrm>
              <a:off x="1430904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0,50</a:t>
              </a:r>
            </a:p>
          </p:txBody>
        </p:sp>
        <p:sp>
          <p:nvSpPr>
            <p:cNvPr id="3014" name="tx3014"/>
            <p:cNvSpPr/>
            <p:nvPr/>
          </p:nvSpPr>
          <p:spPr>
            <a:xfrm>
              <a:off x="1819881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0,75</a:t>
              </a:r>
            </a:p>
          </p:txBody>
        </p:sp>
        <p:sp>
          <p:nvSpPr>
            <p:cNvPr id="3015" name="tx3015"/>
            <p:cNvSpPr/>
            <p:nvPr/>
          </p:nvSpPr>
          <p:spPr>
            <a:xfrm>
              <a:off x="2208857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1,00</a:t>
              </a:r>
            </a:p>
          </p:txBody>
        </p:sp>
        <p:sp>
          <p:nvSpPr>
            <p:cNvPr id="3016" name="pl3016"/>
            <p:cNvSpPr/>
            <p:nvPr/>
          </p:nvSpPr>
          <p:spPr>
            <a:xfrm>
              <a:off x="2526603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l3017"/>
            <p:cNvSpPr/>
            <p:nvPr/>
          </p:nvSpPr>
          <p:spPr>
            <a:xfrm>
              <a:off x="2915580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l3018"/>
            <p:cNvSpPr/>
            <p:nvPr/>
          </p:nvSpPr>
          <p:spPr>
            <a:xfrm>
              <a:off x="3304557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l3019"/>
            <p:cNvSpPr/>
            <p:nvPr/>
          </p:nvSpPr>
          <p:spPr>
            <a:xfrm>
              <a:off x="3693533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l3020"/>
            <p:cNvSpPr/>
            <p:nvPr/>
          </p:nvSpPr>
          <p:spPr>
            <a:xfrm>
              <a:off x="4082510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tx3021"/>
            <p:cNvSpPr/>
            <p:nvPr/>
          </p:nvSpPr>
          <p:spPr>
            <a:xfrm>
              <a:off x="2427711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0,00</a:t>
              </a:r>
            </a:p>
          </p:txBody>
        </p:sp>
        <p:sp>
          <p:nvSpPr>
            <p:cNvPr id="3022" name="tx3022"/>
            <p:cNvSpPr/>
            <p:nvPr/>
          </p:nvSpPr>
          <p:spPr>
            <a:xfrm>
              <a:off x="2816688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0,25</a:t>
              </a:r>
            </a:p>
          </p:txBody>
        </p:sp>
        <p:sp>
          <p:nvSpPr>
            <p:cNvPr id="3023" name="tx3023"/>
            <p:cNvSpPr/>
            <p:nvPr/>
          </p:nvSpPr>
          <p:spPr>
            <a:xfrm>
              <a:off x="3205664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0,50</a:t>
              </a:r>
            </a:p>
          </p:txBody>
        </p:sp>
        <p:sp>
          <p:nvSpPr>
            <p:cNvPr id="3024" name="tx3024"/>
            <p:cNvSpPr/>
            <p:nvPr/>
          </p:nvSpPr>
          <p:spPr>
            <a:xfrm>
              <a:off x="3594641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0,75</a:t>
              </a:r>
            </a:p>
          </p:txBody>
        </p:sp>
        <p:sp>
          <p:nvSpPr>
            <p:cNvPr id="3025" name="tx3025"/>
            <p:cNvSpPr/>
            <p:nvPr/>
          </p:nvSpPr>
          <p:spPr>
            <a:xfrm>
              <a:off x="3983618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1,00</a:t>
              </a:r>
            </a:p>
          </p:txBody>
        </p:sp>
        <p:sp>
          <p:nvSpPr>
            <p:cNvPr id="3026" name="pl3026"/>
            <p:cNvSpPr/>
            <p:nvPr/>
          </p:nvSpPr>
          <p:spPr>
            <a:xfrm>
              <a:off x="4301364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l3027"/>
            <p:cNvSpPr/>
            <p:nvPr/>
          </p:nvSpPr>
          <p:spPr>
            <a:xfrm>
              <a:off x="4690341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l3028"/>
            <p:cNvSpPr/>
            <p:nvPr/>
          </p:nvSpPr>
          <p:spPr>
            <a:xfrm>
              <a:off x="5079317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l3029"/>
            <p:cNvSpPr/>
            <p:nvPr/>
          </p:nvSpPr>
          <p:spPr>
            <a:xfrm>
              <a:off x="5468294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l3030"/>
            <p:cNvSpPr/>
            <p:nvPr/>
          </p:nvSpPr>
          <p:spPr>
            <a:xfrm>
              <a:off x="5857271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tx3031"/>
            <p:cNvSpPr/>
            <p:nvPr/>
          </p:nvSpPr>
          <p:spPr>
            <a:xfrm>
              <a:off x="4202471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0,00</a:t>
              </a:r>
            </a:p>
          </p:txBody>
        </p:sp>
        <p:sp>
          <p:nvSpPr>
            <p:cNvPr id="3032" name="tx3032"/>
            <p:cNvSpPr/>
            <p:nvPr/>
          </p:nvSpPr>
          <p:spPr>
            <a:xfrm>
              <a:off x="4591448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0,25</a:t>
              </a:r>
            </a:p>
          </p:txBody>
        </p:sp>
        <p:sp>
          <p:nvSpPr>
            <p:cNvPr id="3033" name="tx3033"/>
            <p:cNvSpPr/>
            <p:nvPr/>
          </p:nvSpPr>
          <p:spPr>
            <a:xfrm>
              <a:off x="4980425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0,50</a:t>
              </a:r>
            </a:p>
          </p:txBody>
        </p:sp>
        <p:sp>
          <p:nvSpPr>
            <p:cNvPr id="3034" name="tx3034"/>
            <p:cNvSpPr/>
            <p:nvPr/>
          </p:nvSpPr>
          <p:spPr>
            <a:xfrm>
              <a:off x="5369402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0,75</a:t>
              </a:r>
            </a:p>
          </p:txBody>
        </p:sp>
        <p:sp>
          <p:nvSpPr>
            <p:cNvPr id="3035" name="tx3035"/>
            <p:cNvSpPr/>
            <p:nvPr/>
          </p:nvSpPr>
          <p:spPr>
            <a:xfrm>
              <a:off x="5758379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1,00</a:t>
              </a:r>
            </a:p>
          </p:txBody>
        </p:sp>
        <p:sp>
          <p:nvSpPr>
            <p:cNvPr id="3036" name="pl3036"/>
            <p:cNvSpPr/>
            <p:nvPr/>
          </p:nvSpPr>
          <p:spPr>
            <a:xfrm>
              <a:off x="6076124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l3037"/>
            <p:cNvSpPr/>
            <p:nvPr/>
          </p:nvSpPr>
          <p:spPr>
            <a:xfrm>
              <a:off x="6465101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l3038"/>
            <p:cNvSpPr/>
            <p:nvPr/>
          </p:nvSpPr>
          <p:spPr>
            <a:xfrm>
              <a:off x="6854078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l3039"/>
            <p:cNvSpPr/>
            <p:nvPr/>
          </p:nvSpPr>
          <p:spPr>
            <a:xfrm>
              <a:off x="7243055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l3040"/>
            <p:cNvSpPr/>
            <p:nvPr/>
          </p:nvSpPr>
          <p:spPr>
            <a:xfrm>
              <a:off x="7632031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tx3041"/>
            <p:cNvSpPr/>
            <p:nvPr/>
          </p:nvSpPr>
          <p:spPr>
            <a:xfrm>
              <a:off x="5977232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0,00</a:t>
              </a:r>
            </a:p>
          </p:txBody>
        </p:sp>
        <p:sp>
          <p:nvSpPr>
            <p:cNvPr id="3042" name="tx3042"/>
            <p:cNvSpPr/>
            <p:nvPr/>
          </p:nvSpPr>
          <p:spPr>
            <a:xfrm>
              <a:off x="6366209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0,25</a:t>
              </a:r>
            </a:p>
          </p:txBody>
        </p:sp>
        <p:sp>
          <p:nvSpPr>
            <p:cNvPr id="3043" name="tx3043"/>
            <p:cNvSpPr/>
            <p:nvPr/>
          </p:nvSpPr>
          <p:spPr>
            <a:xfrm>
              <a:off x="6755186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0,50</a:t>
              </a:r>
            </a:p>
          </p:txBody>
        </p:sp>
        <p:sp>
          <p:nvSpPr>
            <p:cNvPr id="3044" name="tx3044"/>
            <p:cNvSpPr/>
            <p:nvPr/>
          </p:nvSpPr>
          <p:spPr>
            <a:xfrm>
              <a:off x="7144162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0,75</a:t>
              </a:r>
            </a:p>
          </p:txBody>
        </p:sp>
        <p:sp>
          <p:nvSpPr>
            <p:cNvPr id="3045" name="tx3045"/>
            <p:cNvSpPr/>
            <p:nvPr/>
          </p:nvSpPr>
          <p:spPr>
            <a:xfrm>
              <a:off x="7533139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1,00</a:t>
              </a:r>
            </a:p>
          </p:txBody>
        </p:sp>
        <p:sp>
          <p:nvSpPr>
            <p:cNvPr id="3046" name="pl3046"/>
            <p:cNvSpPr/>
            <p:nvPr/>
          </p:nvSpPr>
          <p:spPr>
            <a:xfrm>
              <a:off x="7850885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l3047"/>
            <p:cNvSpPr/>
            <p:nvPr/>
          </p:nvSpPr>
          <p:spPr>
            <a:xfrm>
              <a:off x="8239862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l3048"/>
            <p:cNvSpPr/>
            <p:nvPr/>
          </p:nvSpPr>
          <p:spPr>
            <a:xfrm>
              <a:off x="8628839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l3049"/>
            <p:cNvSpPr/>
            <p:nvPr/>
          </p:nvSpPr>
          <p:spPr>
            <a:xfrm>
              <a:off x="9017815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l3050"/>
            <p:cNvSpPr/>
            <p:nvPr/>
          </p:nvSpPr>
          <p:spPr>
            <a:xfrm>
              <a:off x="9406792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tx3051"/>
            <p:cNvSpPr/>
            <p:nvPr/>
          </p:nvSpPr>
          <p:spPr>
            <a:xfrm>
              <a:off x="7751993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0,00</a:t>
              </a:r>
            </a:p>
          </p:txBody>
        </p:sp>
        <p:sp>
          <p:nvSpPr>
            <p:cNvPr id="3052" name="tx3052"/>
            <p:cNvSpPr/>
            <p:nvPr/>
          </p:nvSpPr>
          <p:spPr>
            <a:xfrm>
              <a:off x="8140969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0,25</a:t>
              </a:r>
            </a:p>
          </p:txBody>
        </p:sp>
        <p:sp>
          <p:nvSpPr>
            <p:cNvPr id="3053" name="tx3053"/>
            <p:cNvSpPr/>
            <p:nvPr/>
          </p:nvSpPr>
          <p:spPr>
            <a:xfrm>
              <a:off x="8529946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0,50</a:t>
              </a:r>
            </a:p>
          </p:txBody>
        </p:sp>
        <p:sp>
          <p:nvSpPr>
            <p:cNvPr id="3054" name="tx3054"/>
            <p:cNvSpPr/>
            <p:nvPr/>
          </p:nvSpPr>
          <p:spPr>
            <a:xfrm>
              <a:off x="8918923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0,75</a:t>
              </a:r>
            </a:p>
          </p:txBody>
        </p:sp>
        <p:sp>
          <p:nvSpPr>
            <p:cNvPr id="3055" name="tx3055"/>
            <p:cNvSpPr/>
            <p:nvPr/>
          </p:nvSpPr>
          <p:spPr>
            <a:xfrm>
              <a:off x="9307900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1,00</a:t>
              </a:r>
            </a:p>
          </p:txBody>
        </p:sp>
        <p:sp>
          <p:nvSpPr>
            <p:cNvPr id="3056" name="tx3056"/>
            <p:cNvSpPr/>
            <p:nvPr/>
          </p:nvSpPr>
          <p:spPr>
            <a:xfrm>
              <a:off x="3567540" y="3200085"/>
              <a:ext cx="3023555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Prevalencia observada (fuera de muestra, 5 pliegues)</a:t>
              </a:r>
            </a:p>
          </p:txBody>
        </p:sp>
        <p:sp>
          <p:nvSpPr>
            <p:cNvPr id="3057" name="rc3057"/>
            <p:cNvSpPr/>
            <p:nvPr/>
          </p:nvSpPr>
          <p:spPr>
            <a:xfrm>
              <a:off x="9611113" y="1390629"/>
              <a:ext cx="1228834" cy="15419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8" name="tx3058"/>
            <p:cNvSpPr/>
            <p:nvPr/>
          </p:nvSpPr>
          <p:spPr>
            <a:xfrm>
              <a:off x="9674376" y="1467242"/>
              <a:ext cx="64282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municipio</a:t>
              </a:r>
            </a:p>
          </p:txBody>
        </p:sp>
        <p:sp>
          <p:nvSpPr>
            <p:cNvPr id="3059" name="tx3059"/>
            <p:cNvSpPr/>
            <p:nvPr/>
          </p:nvSpPr>
          <p:spPr>
            <a:xfrm>
              <a:off x="9674376" y="1604402"/>
              <a:ext cx="110230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(pliegue de prueba)</a:t>
              </a:r>
            </a:p>
          </p:txBody>
        </p:sp>
        <p:sp>
          <p:nvSpPr>
            <p:cNvPr id="3060" name="rc3060"/>
            <p:cNvSpPr/>
            <p:nvPr/>
          </p:nvSpPr>
          <p:spPr>
            <a:xfrm>
              <a:off x="9674376" y="17719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1" name="pt3061"/>
            <p:cNvSpPr/>
            <p:nvPr/>
          </p:nvSpPr>
          <p:spPr>
            <a:xfrm>
              <a:off x="9758417" y="1856039"/>
              <a:ext cx="51374" cy="5137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rc3062"/>
            <p:cNvSpPr/>
            <p:nvPr/>
          </p:nvSpPr>
          <p:spPr>
            <a:xfrm>
              <a:off x="9674376" y="19914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3" name="pt3063"/>
            <p:cNvSpPr/>
            <p:nvPr/>
          </p:nvSpPr>
          <p:spPr>
            <a:xfrm>
              <a:off x="9752171" y="2069249"/>
              <a:ext cx="63865" cy="638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rc3064"/>
            <p:cNvSpPr/>
            <p:nvPr/>
          </p:nvSpPr>
          <p:spPr>
            <a:xfrm>
              <a:off x="9674376" y="22109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5" name="pt3065"/>
            <p:cNvSpPr/>
            <p:nvPr/>
          </p:nvSpPr>
          <p:spPr>
            <a:xfrm>
              <a:off x="9747393" y="2283927"/>
              <a:ext cx="73421" cy="734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rc3066"/>
            <p:cNvSpPr/>
            <p:nvPr/>
          </p:nvSpPr>
          <p:spPr>
            <a:xfrm>
              <a:off x="9674376" y="243036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7" name="pt3067"/>
            <p:cNvSpPr/>
            <p:nvPr/>
          </p:nvSpPr>
          <p:spPr>
            <a:xfrm>
              <a:off x="9743370" y="2499360"/>
              <a:ext cx="81468" cy="8146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rc3068"/>
            <p:cNvSpPr/>
            <p:nvPr/>
          </p:nvSpPr>
          <p:spPr>
            <a:xfrm>
              <a:off x="9674376" y="2649822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9" name="pt3069"/>
            <p:cNvSpPr/>
            <p:nvPr/>
          </p:nvSpPr>
          <p:spPr>
            <a:xfrm>
              <a:off x="9739827" y="2715273"/>
              <a:ext cx="88552" cy="885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tx3070"/>
            <p:cNvSpPr/>
            <p:nvPr/>
          </p:nvSpPr>
          <p:spPr>
            <a:xfrm>
              <a:off x="9957094" y="1845333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3071" name="tx3071"/>
            <p:cNvSpPr/>
            <p:nvPr/>
          </p:nvSpPr>
          <p:spPr>
            <a:xfrm>
              <a:off x="9957094" y="2064789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3072" name="tx3072"/>
            <p:cNvSpPr/>
            <p:nvPr/>
          </p:nvSpPr>
          <p:spPr>
            <a:xfrm>
              <a:off x="9957094" y="2284245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150</a:t>
              </a:r>
            </a:p>
          </p:txBody>
        </p:sp>
        <p:sp>
          <p:nvSpPr>
            <p:cNvPr id="3073" name="tx3073"/>
            <p:cNvSpPr/>
            <p:nvPr/>
          </p:nvSpPr>
          <p:spPr>
            <a:xfrm>
              <a:off x="9957094" y="2503701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3074" name="tx3074"/>
            <p:cNvSpPr/>
            <p:nvPr/>
          </p:nvSpPr>
          <p:spPr>
            <a:xfrm>
              <a:off x="9957094" y="2723157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250</a:t>
              </a:r>
            </a:p>
          </p:txBody>
        </p:sp>
        <p:sp>
          <p:nvSpPr>
            <p:cNvPr id="3075" name="tx3075"/>
            <p:cNvSpPr/>
            <p:nvPr/>
          </p:nvSpPr>
          <p:spPr>
            <a:xfrm>
              <a:off x="674047" y="132851"/>
              <a:ext cx="5443971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A) Calibración: observado vs. predicho, validación cruzada espacial de 5 pliegues</a:t>
              </a:r>
            </a:p>
          </p:txBody>
        </p:sp>
        <p:sp>
          <p:nvSpPr>
            <p:cNvPr id="3076" name="rc3076"/>
            <p:cNvSpPr/>
            <p:nvPr/>
          </p:nvSpPr>
          <p:spPr>
            <a:xfrm>
              <a:off x="674047" y="4421875"/>
              <a:ext cx="8810540" cy="298288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7" name="pl3077"/>
            <p:cNvSpPr/>
            <p:nvPr/>
          </p:nvSpPr>
          <p:spPr>
            <a:xfrm>
              <a:off x="674047" y="6919277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l3078"/>
            <p:cNvSpPr/>
            <p:nvPr/>
          </p:nvSpPr>
          <p:spPr>
            <a:xfrm>
              <a:off x="674047" y="6219480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l3079"/>
            <p:cNvSpPr/>
            <p:nvPr/>
          </p:nvSpPr>
          <p:spPr>
            <a:xfrm>
              <a:off x="674047" y="5519682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l3080"/>
            <p:cNvSpPr/>
            <p:nvPr/>
          </p:nvSpPr>
          <p:spPr>
            <a:xfrm>
              <a:off x="674047" y="4819884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l3081"/>
            <p:cNvSpPr/>
            <p:nvPr/>
          </p:nvSpPr>
          <p:spPr>
            <a:xfrm>
              <a:off x="674047" y="7269176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l3082"/>
            <p:cNvSpPr/>
            <p:nvPr/>
          </p:nvSpPr>
          <p:spPr>
            <a:xfrm>
              <a:off x="674047" y="6569379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l3083"/>
            <p:cNvSpPr/>
            <p:nvPr/>
          </p:nvSpPr>
          <p:spPr>
            <a:xfrm>
              <a:off x="674047" y="5869581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l3084"/>
            <p:cNvSpPr/>
            <p:nvPr/>
          </p:nvSpPr>
          <p:spPr>
            <a:xfrm>
              <a:off x="674047" y="5169783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l3085"/>
            <p:cNvSpPr/>
            <p:nvPr/>
          </p:nvSpPr>
          <p:spPr>
            <a:xfrm>
              <a:off x="674047" y="4469986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l3086"/>
            <p:cNvSpPr/>
            <p:nvPr/>
          </p:nvSpPr>
          <p:spPr>
            <a:xfrm>
              <a:off x="1690648" y="4421875"/>
              <a:ext cx="0" cy="2982887"/>
            </a:xfrm>
            <a:custGeom>
              <a:avLst/>
              <a:pathLst>
                <a:path w="0" h="2982887">
                  <a:moveTo>
                    <a:pt x="0" y="29828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l3087"/>
            <p:cNvSpPr/>
            <p:nvPr/>
          </p:nvSpPr>
          <p:spPr>
            <a:xfrm>
              <a:off x="3384983" y="4421875"/>
              <a:ext cx="0" cy="2982887"/>
            </a:xfrm>
            <a:custGeom>
              <a:avLst/>
              <a:pathLst>
                <a:path w="0" h="2982887">
                  <a:moveTo>
                    <a:pt x="0" y="29828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l3088"/>
            <p:cNvSpPr/>
            <p:nvPr/>
          </p:nvSpPr>
          <p:spPr>
            <a:xfrm>
              <a:off x="5079317" y="4421875"/>
              <a:ext cx="0" cy="2982887"/>
            </a:xfrm>
            <a:custGeom>
              <a:avLst/>
              <a:pathLst>
                <a:path w="0" h="2982887">
                  <a:moveTo>
                    <a:pt x="0" y="29828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l3089"/>
            <p:cNvSpPr/>
            <p:nvPr/>
          </p:nvSpPr>
          <p:spPr>
            <a:xfrm>
              <a:off x="6773652" y="4421875"/>
              <a:ext cx="0" cy="2982887"/>
            </a:xfrm>
            <a:custGeom>
              <a:avLst/>
              <a:pathLst>
                <a:path w="0" h="2982887">
                  <a:moveTo>
                    <a:pt x="0" y="29828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l3090"/>
            <p:cNvSpPr/>
            <p:nvPr/>
          </p:nvSpPr>
          <p:spPr>
            <a:xfrm>
              <a:off x="8467987" y="4421875"/>
              <a:ext cx="0" cy="2982887"/>
            </a:xfrm>
            <a:custGeom>
              <a:avLst/>
              <a:pathLst>
                <a:path w="0" h="2982887">
                  <a:moveTo>
                    <a:pt x="0" y="29828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rc3091"/>
            <p:cNvSpPr/>
            <p:nvPr/>
          </p:nvSpPr>
          <p:spPr>
            <a:xfrm>
              <a:off x="1182348" y="5659642"/>
              <a:ext cx="1016600" cy="1609534"/>
            </a:xfrm>
            <a:prstGeom prst="rect">
              <a:avLst/>
            </a:prstGeom>
            <a:solidFill>
              <a:srgbClr val="2166A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2" name="rc3092"/>
            <p:cNvSpPr/>
            <p:nvPr/>
          </p:nvSpPr>
          <p:spPr>
            <a:xfrm>
              <a:off x="2876682" y="5169783"/>
              <a:ext cx="1016600" cy="2099392"/>
            </a:xfrm>
            <a:prstGeom prst="rect">
              <a:avLst/>
            </a:prstGeom>
            <a:solidFill>
              <a:srgbClr val="2166A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3" name="rc3093"/>
            <p:cNvSpPr/>
            <p:nvPr/>
          </p:nvSpPr>
          <p:spPr>
            <a:xfrm>
              <a:off x="4571017" y="5099804"/>
              <a:ext cx="1016600" cy="2169372"/>
            </a:xfrm>
            <a:prstGeom prst="rect">
              <a:avLst/>
            </a:prstGeom>
            <a:solidFill>
              <a:srgbClr val="2166A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4" name="rc3094"/>
            <p:cNvSpPr/>
            <p:nvPr/>
          </p:nvSpPr>
          <p:spPr>
            <a:xfrm>
              <a:off x="6265352" y="6336113"/>
              <a:ext cx="1016600" cy="933063"/>
            </a:xfrm>
            <a:prstGeom prst="rect">
              <a:avLst/>
            </a:prstGeom>
            <a:solidFill>
              <a:srgbClr val="2166A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5" name="rc3095"/>
            <p:cNvSpPr/>
            <p:nvPr/>
          </p:nvSpPr>
          <p:spPr>
            <a:xfrm>
              <a:off x="7959686" y="6569379"/>
              <a:ext cx="1016600" cy="699797"/>
            </a:xfrm>
            <a:prstGeom prst="rect">
              <a:avLst/>
            </a:prstGeom>
            <a:solidFill>
              <a:srgbClr val="2166A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6" name="tx3096"/>
            <p:cNvSpPr/>
            <p:nvPr/>
          </p:nvSpPr>
          <p:spPr>
            <a:xfrm>
              <a:off x="1554951" y="5540331"/>
              <a:ext cx="271393" cy="852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6,9%</a:t>
              </a:r>
            </a:p>
          </p:txBody>
        </p:sp>
        <p:sp>
          <p:nvSpPr>
            <p:cNvPr id="3097" name="tx3097"/>
            <p:cNvSpPr/>
            <p:nvPr/>
          </p:nvSpPr>
          <p:spPr>
            <a:xfrm>
              <a:off x="3249286" y="5050472"/>
              <a:ext cx="271393" cy="852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9,0%</a:t>
              </a:r>
            </a:p>
          </p:txBody>
        </p:sp>
        <p:sp>
          <p:nvSpPr>
            <p:cNvPr id="3098" name="tx3098"/>
            <p:cNvSpPr/>
            <p:nvPr/>
          </p:nvSpPr>
          <p:spPr>
            <a:xfrm>
              <a:off x="4943620" y="4980493"/>
              <a:ext cx="271393" cy="852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9,3%</a:t>
              </a:r>
            </a:p>
          </p:txBody>
        </p:sp>
        <p:sp>
          <p:nvSpPr>
            <p:cNvPr id="3099" name="tx3099"/>
            <p:cNvSpPr/>
            <p:nvPr/>
          </p:nvSpPr>
          <p:spPr>
            <a:xfrm>
              <a:off x="6637955" y="6216802"/>
              <a:ext cx="271393" cy="852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4,0%</a:t>
              </a:r>
            </a:p>
          </p:txBody>
        </p:sp>
        <p:sp>
          <p:nvSpPr>
            <p:cNvPr id="3100" name="tx3100"/>
            <p:cNvSpPr/>
            <p:nvPr/>
          </p:nvSpPr>
          <p:spPr>
            <a:xfrm>
              <a:off x="8332290" y="6450068"/>
              <a:ext cx="271393" cy="852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3,0%</a:t>
              </a:r>
            </a:p>
          </p:txBody>
        </p:sp>
        <p:sp>
          <p:nvSpPr>
            <p:cNvPr id="3101" name="rc3101"/>
            <p:cNvSpPr/>
            <p:nvPr/>
          </p:nvSpPr>
          <p:spPr>
            <a:xfrm>
              <a:off x="674047" y="4421875"/>
              <a:ext cx="8810540" cy="2982887"/>
            </a:xfrm>
            <a:prstGeom prst="rect">
              <a:avLst/>
            </a:prstGeom>
            <a:noFill/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tx3102"/>
            <p:cNvSpPr/>
            <p:nvPr/>
          </p:nvSpPr>
          <p:spPr>
            <a:xfrm>
              <a:off x="560601" y="7232783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103" name="tx3103"/>
            <p:cNvSpPr/>
            <p:nvPr/>
          </p:nvSpPr>
          <p:spPr>
            <a:xfrm>
              <a:off x="560601" y="6532985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04" name="tx3104"/>
            <p:cNvSpPr/>
            <p:nvPr/>
          </p:nvSpPr>
          <p:spPr>
            <a:xfrm>
              <a:off x="560601" y="5833188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105" name="tx3105"/>
            <p:cNvSpPr/>
            <p:nvPr/>
          </p:nvSpPr>
          <p:spPr>
            <a:xfrm>
              <a:off x="560601" y="5133390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106" name="tx3106"/>
            <p:cNvSpPr/>
            <p:nvPr/>
          </p:nvSpPr>
          <p:spPr>
            <a:xfrm>
              <a:off x="504091" y="4433593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3107" name="pl3107"/>
            <p:cNvSpPr/>
            <p:nvPr/>
          </p:nvSpPr>
          <p:spPr>
            <a:xfrm>
              <a:off x="642416" y="726917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l3108"/>
            <p:cNvSpPr/>
            <p:nvPr/>
          </p:nvSpPr>
          <p:spPr>
            <a:xfrm>
              <a:off x="642416" y="656937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l3109"/>
            <p:cNvSpPr/>
            <p:nvPr/>
          </p:nvSpPr>
          <p:spPr>
            <a:xfrm>
              <a:off x="642416" y="586958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l3110"/>
            <p:cNvSpPr/>
            <p:nvPr/>
          </p:nvSpPr>
          <p:spPr>
            <a:xfrm>
              <a:off x="642416" y="516978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l3111"/>
            <p:cNvSpPr/>
            <p:nvPr/>
          </p:nvSpPr>
          <p:spPr>
            <a:xfrm>
              <a:off x="642416" y="446998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l3112"/>
            <p:cNvSpPr/>
            <p:nvPr/>
          </p:nvSpPr>
          <p:spPr>
            <a:xfrm>
              <a:off x="1690648" y="740476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l3113"/>
            <p:cNvSpPr/>
            <p:nvPr/>
          </p:nvSpPr>
          <p:spPr>
            <a:xfrm>
              <a:off x="3384983" y="740476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l3114"/>
            <p:cNvSpPr/>
            <p:nvPr/>
          </p:nvSpPr>
          <p:spPr>
            <a:xfrm>
              <a:off x="5079317" y="740476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l3115"/>
            <p:cNvSpPr/>
            <p:nvPr/>
          </p:nvSpPr>
          <p:spPr>
            <a:xfrm>
              <a:off x="6773652" y="740476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l3116"/>
            <p:cNvSpPr/>
            <p:nvPr/>
          </p:nvSpPr>
          <p:spPr>
            <a:xfrm>
              <a:off x="8467987" y="740476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tx3117"/>
            <p:cNvSpPr/>
            <p:nvPr/>
          </p:nvSpPr>
          <p:spPr>
            <a:xfrm rot="-1200000">
              <a:off x="892535" y="7602427"/>
              <a:ext cx="83576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Diagnóstico (ESH)</a:t>
              </a:r>
            </a:p>
          </p:txBody>
        </p:sp>
        <p:sp>
          <p:nvSpPr>
            <p:cNvPr id="3118" name="tx3118"/>
            <p:cNvSpPr/>
            <p:nvPr/>
          </p:nvSpPr>
          <p:spPr>
            <a:xfrm rot="-1200000">
              <a:off x="2586870" y="7602427"/>
              <a:ext cx="83576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Diagnóstico (AHA)</a:t>
              </a:r>
            </a:p>
          </p:txBody>
        </p:sp>
        <p:sp>
          <p:nvSpPr>
            <p:cNvPr id="3119" name="tx3119"/>
            <p:cNvSpPr/>
            <p:nvPr/>
          </p:nvSpPr>
          <p:spPr>
            <a:xfrm rot="-1200000">
              <a:off x="4569600" y="7551575"/>
              <a:ext cx="53839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Tratamiento</a:t>
              </a:r>
            </a:p>
          </p:txBody>
        </p:sp>
        <p:sp>
          <p:nvSpPr>
            <p:cNvPr id="3120" name="tx3120"/>
            <p:cNvSpPr/>
            <p:nvPr/>
          </p:nvSpPr>
          <p:spPr>
            <a:xfrm rot="-1200000">
              <a:off x="6172858" y="7567635"/>
              <a:ext cx="63230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Control (ESH)</a:t>
              </a:r>
            </a:p>
          </p:txBody>
        </p:sp>
        <p:sp>
          <p:nvSpPr>
            <p:cNvPr id="3121" name="tx3121"/>
            <p:cNvSpPr/>
            <p:nvPr/>
          </p:nvSpPr>
          <p:spPr>
            <a:xfrm rot="-1200000">
              <a:off x="7867193" y="7567635"/>
              <a:ext cx="63230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Control (AHA)</a:t>
              </a:r>
            </a:p>
          </p:txBody>
        </p:sp>
        <p:sp>
          <p:nvSpPr>
            <p:cNvPr id="3122" name="tx3122"/>
            <p:cNvSpPr/>
            <p:nvPr/>
          </p:nvSpPr>
          <p:spPr>
            <a:xfrm rot="-5400000">
              <a:off x="-411307" y="5867827"/>
              <a:ext cx="1179301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Reducción de RMSE</a:t>
              </a:r>
            </a:p>
          </p:txBody>
        </p:sp>
        <p:sp>
          <p:nvSpPr>
            <p:cNvPr id="3123" name="tx3123"/>
            <p:cNvSpPr/>
            <p:nvPr/>
          </p:nvSpPr>
          <p:spPr>
            <a:xfrm rot="-5400000">
              <a:off x="-810900" y="5867827"/>
              <a:ext cx="225280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BYM2 vs. promedio nacional simple (%)</a:t>
              </a:r>
            </a:p>
          </p:txBody>
        </p:sp>
        <p:sp>
          <p:nvSpPr>
            <p:cNvPr id="3124" name="tx3124"/>
            <p:cNvSpPr/>
            <p:nvPr/>
          </p:nvSpPr>
          <p:spPr>
            <a:xfrm>
              <a:off x="674047" y="4229133"/>
              <a:ext cx="556814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B) Ganancia del modelo espacial sobre una línea base simple no ajustada, por paso</a:t>
              </a:r>
            </a:p>
          </p:txBody>
        </p:sp>
        <p:sp>
          <p:nvSpPr>
            <p:cNvPr id="3125" name="tx3125"/>
            <p:cNvSpPr/>
            <p:nvPr/>
          </p:nvSpPr>
          <p:spPr>
            <a:xfrm>
              <a:off x="2633472" y="7968901"/>
              <a:ext cx="5705856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Compromiso computacional declarado: 5 pliegues por grupo de municipios, no dejar-un-municipio-fuera exhaustivo (~7,5 h estimadas).</a:t>
              </a:r>
            </a:p>
          </p:txBody>
        </p:sp>
        <p:sp>
          <p:nvSpPr>
            <p:cNvPr id="3126" name="tx3126"/>
            <p:cNvSpPr/>
            <p:nvPr/>
          </p:nvSpPr>
          <p:spPr>
            <a:xfrm>
              <a:off x="2615504" y="8071771"/>
              <a:ext cx="5741791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"Observado" = proporción NO ponderada dentro del municipio (más simple que la estimación directa con diseño complejo del script 05).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2026-08-06T21:58:19Z</dcterms:modified>
  <cp:category/>
</cp:coreProperties>
</file>