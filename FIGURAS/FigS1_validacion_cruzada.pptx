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0972800" cy="82296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0972800" cy="8229600"/>
            <a:chOff x="0" y="0"/>
            <a:chExt cx="10972800" cy="82296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0972800" cy="8229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10972799" cy="8229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10833621" cy="40962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4165870"/>
              <a:ext cx="10833621" cy="37334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74047" y="1305836"/>
              <a:ext cx="1711497" cy="17114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74047" y="2745050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74047" y="2356073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74047" y="1967096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74047" y="1578120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6331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335308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724284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113261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74047" y="2939538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74047" y="2550562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74047" y="2161585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047" y="1772608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4047" y="1383631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51843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40819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529796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918773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307750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74047" y="1305836"/>
              <a:ext cx="1711497" cy="1711497"/>
            </a:xfrm>
            <a:custGeom>
              <a:avLst/>
              <a:pathLst>
                <a:path w="1711497" h="1711497">
                  <a:moveTo>
                    <a:pt x="0" y="1711497"/>
                  </a:move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949206" y="176106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966758" y="1856268"/>
              <a:ext cx="68119" cy="6811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949706" y="207517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365262" y="202096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1849777" y="2015003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1974796" y="1966560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933978" y="196522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965584" y="1911071"/>
              <a:ext cx="55609" cy="556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633907" y="1876028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093357" y="207723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525876" y="2033102"/>
              <a:ext cx="50138" cy="5013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857104" y="179378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614412" y="2071013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573274" y="1955652"/>
              <a:ext cx="53136" cy="531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716717" y="1854869"/>
              <a:ext cx="61456" cy="6145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004131" y="1956179"/>
              <a:ext cx="50138" cy="5013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1823233" y="2012393"/>
              <a:ext cx="49821" cy="498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1906065" y="179686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1376242" y="2088200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570140" y="203165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759385" y="176441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706392" y="1979349"/>
              <a:ext cx="61456" cy="6145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737982" y="204874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357466" y="1959891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169815" y="206578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008693" y="204082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640009" y="2039291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1579434" y="184482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717470" y="1906234"/>
              <a:ext cx="47139" cy="47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888471" y="1952831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296883" y="199648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977275" y="222395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292649" y="187650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1552326" y="1935111"/>
              <a:ext cx="46424" cy="464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1600206" y="1987536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449116" y="179759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1158116" y="205823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907249" y="1840265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922975" y="185772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1438795" y="182461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832380" y="185844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296883" y="191838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1348238" y="1812860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891607" y="1982896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1894588" y="1918631"/>
              <a:ext cx="45309" cy="453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701445" y="1844275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441037" y="189063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1749223" y="203556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926191" y="213185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1226056" y="200313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171131" y="196723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1735693" y="1941784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856004" y="197023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296883" y="186758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1386996" y="196799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738859" y="210419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1431027" y="218486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2294766" y="184791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1661750" y="212771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293216" y="181968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1058623" y="212841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736242" y="224145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119162" y="1855673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296883" y="188702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1456246" y="216156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1758138" y="202726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1420455" y="2106689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1737198" y="187478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291697" y="185264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1873018" y="183879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422428" y="174933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1248217" y="182421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1454786" y="204058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1739488" y="2036911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1598164" y="176588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740976" y="218601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1006964" y="197186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1813828" y="216022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1805498" y="1884122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112216" y="188085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1371414" y="193403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296883" y="188975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1716820" y="1872349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296883" y="163518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1649694" y="198056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290895" y="181466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1696876" y="1821083"/>
              <a:ext cx="53421" cy="534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1396095" y="207581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1831662" y="1853616"/>
              <a:ext cx="56651" cy="5665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2171158" y="1698531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1856730" y="1959373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1958303" y="1979549"/>
              <a:ext cx="48514" cy="4851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116170" y="1910041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2090417" y="1880884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2011899" y="1900924"/>
              <a:ext cx="71296" cy="7129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2094968" y="1816959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1848055" y="1795277"/>
              <a:ext cx="48177" cy="481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2059476" y="1722666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1854772" y="1863822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2293889" y="178038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1939113" y="1866929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197100" y="1802270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1463489" y="1968551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1686011" y="1854945"/>
              <a:ext cx="57413" cy="5741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126806" y="1668638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1492996" y="1885014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326105" y="174894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2170963" y="1984895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1711300" y="1952387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1730862" y="187567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882077" y="169032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1715179" y="1908162"/>
              <a:ext cx="50138" cy="5013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293889" y="184004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290895" y="201782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1870246" y="1910103"/>
              <a:ext cx="58159" cy="5815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1799071" y="196224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1873048" y="1945598"/>
              <a:ext cx="44139" cy="44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1805236" y="202281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2093535" y="1725287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1471447" y="195714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1591190" y="184719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1383937" y="2062915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1905106" y="1913236"/>
              <a:ext cx="78228" cy="7822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1869170" y="1900903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2022453" y="195188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1691472" y="2027683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1949020" y="194586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973622" y="194826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555243" y="1986768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2171037" y="1924662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698060" y="200788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1708417" y="2043797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1644583" y="1916668"/>
              <a:ext cx="52850" cy="5285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1347958" y="1981929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294766" y="197822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2294766" y="173264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1973721" y="193043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1719189" y="197629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1864851" y="181374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1772424" y="197303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2294766" y="239177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1825788" y="1915345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1391343" y="2034365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2035663" y="1796264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1658368" y="2047936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2294766" y="190688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1605778" y="1991913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1878276" y="194543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012903" y="197974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1124905" y="2045771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2173880" y="1961032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1758223" y="1956227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2296883" y="157736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2099679" y="198350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1881449" y="1947846"/>
              <a:ext cx="44139" cy="44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1520375" y="201194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1849898" y="1889665"/>
              <a:ext cx="54258" cy="542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1974667" y="1942679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1143487" y="192803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2296883" y="184081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1979244" y="209205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1725217" y="194704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1794229" y="189190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151363" y="1987163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1556366" y="2055737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1854213" y="1881873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097566" y="188754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1586286" y="206951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1715593" y="1944571"/>
              <a:ext cx="47836" cy="478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2004712" y="179740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1333765" y="193458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1361027" y="190149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1915966" y="171679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1905061" y="181170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1641729" y="170491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1580577" y="1924757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1378103" y="1977636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2132144" y="160722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2292149" y="179067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1359756" y="182613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1274955" y="193163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1566336" y="177741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2293889" y="200714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2290188" y="1941149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2293216" y="178100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2292149" y="174442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1790822" y="168159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1707007" y="1901278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1424824" y="196837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1646043" y="184390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2293889" y="174809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1706065" y="202583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1930114" y="1708714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1654199" y="201918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1600839" y="1846213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1262741" y="173099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1785233" y="1767265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1320137" y="193236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737309" y="192139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1275739" y="178340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1401794" y="2077938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1587967" y="1861286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1833328" y="203609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1539189" y="1885508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1700414" y="1906509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1649573" y="219294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1778775" y="199668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979083" y="207939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1809470" y="1834879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1024536" y="178119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1592499" y="178860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1719861" y="188758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738859" y="182443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2075107" y="205432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1286568" y="178082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1611558" y="191389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2296883" y="200630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1283544" y="1965551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1388995" y="195253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1829724" y="176904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1547223" y="212409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1922898" y="2141495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2293216" y="161632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2047161" y="198778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1778072" y="1935839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2113553" y="1960526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2238964" y="188853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1734181" y="203342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1829453" y="1788724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1438532" y="194551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2117811" y="169068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1395850" y="206624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2107096" y="190151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1731767" y="197851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1011359" y="212183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1129999" y="198830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2251849" y="183843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1764224" y="1988916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1714937" y="1957627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869486" y="218651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1949554" y="187049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1356888" y="200284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1878529" y="191289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1684476" y="1914799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1902706" y="1783348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1940842" y="1772884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1467179" y="202844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2292649" y="174419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2291697" y="192177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2293889" y="189475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1908549" y="1899398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1737225" y="1877481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1498589" y="181410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2211672" y="1981808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1834354" y="206914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1882373" y="1951455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1015298" y="202858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1920400" y="2039998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2293216" y="196053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1746270" y="1977227"/>
              <a:ext cx="52850" cy="5285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1875332" y="197961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1987728" y="195831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1714070" y="1883800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1794705" y="178709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1861159" y="182666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1983710" y="220095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2293216" y="186177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988098" y="219993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2085809" y="176425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1477543" y="214587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2294766" y="183230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2135516" y="183050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1440532" y="189924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2081067" y="2090283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1434345" y="1981003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1648687" y="186741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1549616" y="2033049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1287310" y="191406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1090058" y="206033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2292649" y="184519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1563988" y="189948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2124764" y="205038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2293889" y="183051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2294766" y="164374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1243660" y="185179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1835744" y="190849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1806273" y="184198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1158080" y="183137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1905224" y="1893067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2154104" y="1957320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2015353" y="2023801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1538696" y="188214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989206" y="178460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2294766" y="176386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1594540" y="196665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1955114" y="1787358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2130743" y="192819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1270526" y="198500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2005115" y="1892767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2296883" y="167529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1792573" y="179598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1525804" y="1929147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2294766" y="182311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1700207" y="1791363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1733097" y="1928447"/>
              <a:ext cx="47836" cy="478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1459914" y="211504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1998382" y="1980306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1205183" y="199190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1964272" y="1807794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1577628" y="1910822"/>
              <a:ext cx="55343" cy="5534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1329176" y="177481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1331436" y="200586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2163309" y="178401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1788768" y="1906969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2296883" y="180449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1637735" y="1946737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1676722" y="1954684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1252157" y="181007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1579073" y="190806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1356094" y="199955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1369977" y="1909322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1780397" y="203003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1717651" y="200524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2291697" y="175759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2066159" y="1886369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1544028" y="2057480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1379647" y="2013703"/>
              <a:ext cx="45686" cy="4568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860118" y="226710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1540716" y="1898310"/>
              <a:ext cx="60773" cy="6077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2004094" y="1936248"/>
              <a:ext cx="47139" cy="47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2296883" y="159093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1589953" y="2003801"/>
              <a:ext cx="51070" cy="510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1711753" y="2089368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1887276" y="1849068"/>
              <a:ext cx="56134" cy="5613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1985912" y="191050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1440039" y="2098720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1389863" y="1901267"/>
              <a:ext cx="51070" cy="510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738859" y="170638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1776130" y="192850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2290895" y="192322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1814224" y="174750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1291243" y="216808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1425582" y="189672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1694794" y="189099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738859" y="187537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2293216" y="167710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2290532" y="183416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2105250" y="191143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1971073" y="233419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1400125" y="1867485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1794009" y="189090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2080532" y="212944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740976" y="169342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1985926" y="188092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1154362" y="195123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2293216" y="204615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737982" y="239605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1660851" y="185407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1206844" y="189260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1325594" y="191399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980167" y="211796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2293216" y="181813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1731056" y="176006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1343010" y="2205393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2293889" y="188708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1770139" y="173502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1828756" y="176621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1800840" y="190880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2296883" y="157146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2293889" y="184339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2292649" y="194516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2293216" y="179788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2098578" y="192370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1688589" y="204207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1535965" y="189459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1379957" y="192657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1858345" y="187315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1954044" y="194773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1833171" y="175203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1735194" y="211535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1196330" y="1991460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1799929" y="190197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1517405" y="211701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1281159" y="207111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1108546" y="188375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1654674" y="167724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2296883" y="187967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738859" y="181624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2294766" y="194082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1735218" y="1964983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1517687" y="190722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1616894" y="1841677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1962012" y="196154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1377141" y="185282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1889956" y="1916977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1653660" y="175446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1510985" y="205853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1871235" y="166350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1032652" y="213717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1971041" y="194352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2026837" y="209751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2124742" y="167620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1448794" y="1872771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1525082" y="203771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1492419" y="1935704"/>
              <a:ext cx="47490" cy="474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1775195" y="184689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1746065" y="1841090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1972131" y="1905764"/>
              <a:ext cx="60078" cy="6007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1997084" y="195483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1995233" y="1801645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1054299" y="208093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2131306" y="2008304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1554322" y="1970926"/>
              <a:ext cx="52560" cy="5256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1757048" y="2047416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2073691" y="200666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1681881" y="182108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1260313" y="222709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1990330" y="215325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1650428" y="186637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1901165" y="188752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2291697" y="172921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2113411" y="1852297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2294766" y="162237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1758050" y="1790918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1545949" y="1970639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1938149" y="1864576"/>
              <a:ext cx="49821" cy="498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1549162" y="2026155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1060970" y="1931310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1635630" y="1897884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1607020" y="2028850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2296883" y="184555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1571802" y="206705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2232540" y="190435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1576037" y="191064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1827713" y="1930908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2000763" y="1901924"/>
              <a:ext cx="48177" cy="481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1924427" y="1866811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1659137" y="190575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1879007" y="211211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1520041" y="2118278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1638462" y="1973095"/>
              <a:ext cx="50138" cy="5013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2293889" y="173601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1813302" y="2017937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1728356" y="1928870"/>
              <a:ext cx="54805" cy="548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1708226" y="1896034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1759170" y="1825179"/>
              <a:ext cx="51070" cy="510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1639115" y="211704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1649292" y="175576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1847899" y="1911603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2208270" y="196975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1391973" y="1843620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1502565" y="1942167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1762063" y="1925412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1581702" y="1851941"/>
              <a:ext cx="60542" cy="6054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2296883" y="163116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1839089" y="187375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1361567" y="196368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1939817" y="1972323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1567879" y="2151377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1167570" y="216197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804271" y="1931306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1543350" y="2061442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1519955" y="209856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1938980" y="196723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1464863" y="192121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1734320" y="1987646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1851140" y="1921425"/>
              <a:ext cx="50452" cy="5045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1824253" y="1818695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2065487" y="1890293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2009485" y="1940222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1937236" y="206655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1333735" y="2137713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2291697" y="193603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1705796" y="2037558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2296883" y="240184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1496575" y="1895230"/>
              <a:ext cx="49821" cy="498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1197283" y="1874500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1881418" y="1957650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2292149" y="179166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1771822" y="1922609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807095" y="222394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1905354" y="191565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1731217" y="2005326"/>
              <a:ext cx="44139" cy="44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1591538" y="177543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1491393" y="1952725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1379168" y="186320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1264087" y="203318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2226052" y="175827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1766549" y="1976884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2293216" y="169123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2149363" y="1740317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2293889" y="192953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1390333" y="190292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1957818" y="198126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1922011" y="200791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1320356" y="1965817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1905631" y="194111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1769930" y="195030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1798224" y="201641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1705165" y="189331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1315519" y="180648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1405248" y="196496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2293889" y="191760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1642503" y="1996305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1847705" y="1904636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1228446" y="163915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2294766" y="181935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1774836" y="204450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2296883" y="174223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2296883" y="160662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1570668" y="198809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2124996" y="188341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1692523" y="178717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2296883" y="185054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963471" y="192636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2292649" y="175533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738859" y="188471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1248944" y="198872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2052037" y="199033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2294766" y="171382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1418132" y="212453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1832711" y="182227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1563713" y="207827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1324903" y="1971548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1789761" y="226510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1137165" y="214160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2292649" y="165162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1123033" y="187990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1726073" y="208380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1607682" y="192267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2293889" y="182377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1919755" y="174629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1818224" y="206951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1490114" y="202087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2071615" y="179597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1878576" y="181896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2012170" y="173354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1483823" y="201647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2294766" y="169762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1948691" y="183783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2075418" y="1893615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1825747" y="196597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1678615" y="190813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2052595" y="180193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2198171" y="209737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1762004" y="176206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2116020" y="179246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1429529" y="2031639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1529533" y="208875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1843114" y="1931029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1740498" y="2056263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1830019" y="203311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1751193" y="173889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1893091" y="1963876"/>
              <a:ext cx="53421" cy="534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1779173" y="188569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1682441" y="181146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2040948" y="201387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1497310" y="207795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1126594" y="2217923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1459446" y="1939614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943000" y="204635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1067819" y="209142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1015459" y="202902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737982" y="212317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1749797" y="2059153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1351515" y="212228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1389650" y="2135087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1353714" y="2127808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1474695" y="200547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2294766" y="162591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1249886" y="2070332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2294766" y="211538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1886325" y="203212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2049759" y="1928528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1705083" y="1980351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1836754" y="185427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1533235" y="179313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1910324" y="201101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1781786" y="175675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1689087" y="1907956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2116309" y="1893832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1768214" y="1916854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1326551" y="1922421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2129879" y="204347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1746615" y="2003964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2070309" y="201243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1554979" y="199100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2031695" y="167184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1882255" y="192890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rc616"/>
            <p:cNvSpPr/>
            <p:nvPr/>
          </p:nvSpPr>
          <p:spPr>
            <a:xfrm>
              <a:off x="674047" y="1305836"/>
              <a:ext cx="1711497" cy="1711497"/>
            </a:xfrm>
            <a:prstGeom prst="rect">
              <a:avLst/>
            </a:prstGeom>
            <a:noFill/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rc617"/>
            <p:cNvSpPr/>
            <p:nvPr/>
          </p:nvSpPr>
          <p:spPr>
            <a:xfrm>
              <a:off x="2448808" y="1305836"/>
              <a:ext cx="1711497" cy="17114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2448808" y="2745050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2448808" y="2356073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20"/>
            <p:cNvSpPr/>
            <p:nvPr/>
          </p:nvSpPr>
          <p:spPr>
            <a:xfrm>
              <a:off x="2448808" y="1967096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1"/>
            <p:cNvSpPr/>
            <p:nvPr/>
          </p:nvSpPr>
          <p:spPr>
            <a:xfrm>
              <a:off x="2448808" y="1578120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2721092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3110068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4"/>
            <p:cNvSpPr/>
            <p:nvPr/>
          </p:nvSpPr>
          <p:spPr>
            <a:xfrm>
              <a:off x="3499045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l625"/>
            <p:cNvSpPr/>
            <p:nvPr/>
          </p:nvSpPr>
          <p:spPr>
            <a:xfrm>
              <a:off x="3888022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2448808" y="2939538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2448808" y="2550562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2448808" y="2161585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2448808" y="1772608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2448808" y="1383631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2526603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2915580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3304557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3693533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4082510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2448808" y="1305836"/>
              <a:ext cx="1711497" cy="1711497"/>
            </a:xfrm>
            <a:custGeom>
              <a:avLst/>
              <a:pathLst>
                <a:path w="1711497" h="1711497">
                  <a:moveTo>
                    <a:pt x="0" y="1711497"/>
                  </a:move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2769624" y="2491948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3362376" y="2290262"/>
              <a:ext cx="75463" cy="7546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2641207" y="247460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2825306" y="2403370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3451982" y="232173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3165993" y="2302277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3263431" y="2328269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3394742" y="2293007"/>
              <a:ext cx="64078" cy="6407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2928008" y="2280845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2662849" y="242070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2976762" y="2374372"/>
              <a:ext cx="57413" cy="5741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3631864" y="219294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3060913" y="2396787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023896" y="2296718"/>
              <a:ext cx="61681" cy="6168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070401" y="2285537"/>
              <a:ext cx="69641" cy="6964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3312145" y="2309328"/>
              <a:ext cx="55343" cy="5534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3320372" y="2373047"/>
              <a:ext cx="55609" cy="556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3297950" y="203598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2744531" y="2455067"/>
              <a:ext cx="47490" cy="474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3084879" y="2203251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3534145" y="199790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3207408" y="2320512"/>
              <a:ext cx="67926" cy="67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2511502" y="245248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2730869" y="2372445"/>
              <a:ext cx="44536" cy="445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3037801" y="2471229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2661077" y="237240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3053705" y="2407109"/>
              <a:ext cx="47836" cy="478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3010010" y="2263804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3010295" y="2206995"/>
              <a:ext cx="55872" cy="5587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3302430" y="2292025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2675979" y="253200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3353983" y="2578398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3578889" y="218041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3062325" y="2344884"/>
              <a:ext cx="52268" cy="5226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3095884" y="2399136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2918792" y="226007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2675515" y="2437100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2946823" y="2448632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3460322" y="209184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2846314" y="215317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3217065" y="228966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4071644" y="229381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2957415" y="2231188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3433869" y="2252316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2979734" y="2359233"/>
              <a:ext cx="52850" cy="5285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3084636" y="2309420"/>
              <a:ext cx="49175" cy="491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3057491" y="2241113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2930218" y="242460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2597609" y="253078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2777147" y="2311808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3211458" y="2430209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3445008" y="2250287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2593775" y="218891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3398205" y="211113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3004301" y="237329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2512743" y="243517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2817239" y="2521825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4069527" y="218672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2946873" y="2340759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3559029" y="225400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2833384" y="246465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2509041" y="2543419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672833" y="2219480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2672727" y="234873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2976746" y="2412871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2911268" y="2497478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2933644" y="2387908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3150009" y="219150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3574017" y="222228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2512070" y="238249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3415778" y="2160744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3197188" y="203661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2802610" y="211502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2948563" y="242925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3494249" y="2300623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3276016" y="206081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2513620" y="233901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2748618" y="236718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2908791" y="254075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289375" y="2090213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3228395" y="233362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2902947" y="225583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2679702" y="240791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3203389" y="2217151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2929044" y="209481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3424454" y="237075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4065655" y="200963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3128135" y="2212155"/>
              <a:ext cx="60078" cy="6007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2969473" y="2375204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3158149" y="2257915"/>
              <a:ext cx="64499" cy="6449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3623645" y="2065815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3500999" y="2160300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3552246" y="2309049"/>
              <a:ext cx="53136" cy="531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3648322" y="2284584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3332708" y="2175308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3416317" y="2238306"/>
              <a:ext cx="81618" cy="8161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3512023" y="2168709"/>
              <a:ext cx="46424" cy="464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3215439" y="2095147"/>
              <a:ext cx="55609" cy="556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3145614" y="2138935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3101865" y="2274605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3187425" y="230356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3533932" y="2168731"/>
              <a:ext cx="49175" cy="491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3738643" y="2068109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2990922" y="2222632"/>
              <a:ext cx="49175" cy="491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3127220" y="2210683"/>
              <a:ext cx="63652" cy="6365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3800640" y="2041749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3015339" y="2221488"/>
              <a:ext cx="51675" cy="516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2854089" y="2084486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3833393" y="2303379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3055667" y="2368471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3171644" y="229570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2630337" y="192151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3206295" y="2213371"/>
              <a:ext cx="55872" cy="5587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3615942" y="224750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3320183" y="2404808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3302111" y="2265844"/>
              <a:ext cx="64289" cy="6428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3427336" y="2271600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3226556" y="2306598"/>
              <a:ext cx="48514" cy="4851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3238385" y="234356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3254389" y="2159900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3138052" y="230584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2876806" y="2319674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3056835" y="2413412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3241046" y="2260904"/>
              <a:ext cx="89485" cy="8948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3343250" y="2230635"/>
              <a:ext cx="47490" cy="474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685427" y="220143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3179972" y="2365841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3259581" y="2287429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2649511" y="2418577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3216378" y="233222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3212015" y="2381629"/>
              <a:ext cx="44139" cy="44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3046200" y="2409101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3242225" y="2349278"/>
              <a:ext cx="44139" cy="44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2975083" y="2303220"/>
              <a:ext cx="62127" cy="6212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2881207" y="2284446"/>
              <a:ext cx="49175" cy="491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039646" y="246606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4069527" y="196993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3425021" y="2198860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3013124" y="2331139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3010916" y="240386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010216" y="2374180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4069527" y="268018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3182379" y="2293879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3058884" y="2367635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3468705" y="2144657"/>
              <a:ext cx="48514" cy="4851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3287489" y="2305659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2636951" y="265165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3110627" y="2343442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014718" y="2338236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3016368" y="2375875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2776518" y="2369488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3633786" y="2248638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3165265" y="2280886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4071644" y="172512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3314945" y="2332596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3350201" y="2347482"/>
              <a:ext cx="48177" cy="481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3221086" y="2217444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3137324" y="2276765"/>
              <a:ext cx="60542" cy="6054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3118090" y="2419145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2803693" y="209419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4071644" y="199680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185030" y="2378885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3104139" y="245694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2999538" y="2242005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3547376" y="2323242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3098485" y="2303849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3393030" y="2149578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3344443" y="2338926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2828762" y="239188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3098714" y="2319893"/>
              <a:ext cx="54533" cy="5453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3302044" y="233280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2973353" y="233099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2871991" y="224322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3489472" y="2019383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3259772" y="2181127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3337571" y="190944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2823557" y="2375467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2776752" y="2393196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3155931" y="2197355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3841592" y="207100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2941464" y="224988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2840203" y="2270561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089196" y="197983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3122444" y="2348763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3366807" y="2278681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3589924" y="223415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3701018" y="213076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3565583" y="191446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3027501" y="2311255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2708641" y="2433937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3183295" y="227173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4068650" y="189110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3197921" y="2320180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3447958" y="2028114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3150690" y="222554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3084778" y="2227149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2705540" y="207765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3190801" y="2129382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2773216" y="218584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2512070" y="233283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2889969" y="229418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2511502" y="261606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2829028" y="2478893"/>
              <a:ext cx="45686" cy="4568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3095417" y="2222987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3086950" y="242651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2961697" y="2192000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3001244" y="2313417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2938164" y="2475679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553536" y="221912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2597071" y="2344237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3310750" y="2156025"/>
              <a:ext cx="49821" cy="498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2693625" y="212962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3101245" y="204556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3322475" y="2171517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2512070" y="205332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3479346" y="224050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2783795" y="218611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3116391" y="221220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3055651" y="225370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2915933" y="2282142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2977780" y="2356598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3165645" y="2110294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2987434" y="247743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3172813" y="2478556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4067977" y="184112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3526442" y="225475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3078547" y="2316713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3127086" y="2362280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3551734" y="2323498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3157562" y="2393378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3248906" y="2127308"/>
              <a:ext cx="50138" cy="5013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2820953" y="2372639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3892571" y="203649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2727516" y="2400521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3656657" y="213555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3086831" y="224368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2716715" y="2430014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2680231" y="236745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3483792" y="218430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3190331" y="2365229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3188183" y="2355684"/>
              <a:ext cx="44139" cy="44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2579182" y="2506197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3234330" y="232034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2974994" y="238588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3204490" y="221496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3082556" y="2309562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3255645" y="2117602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3075361" y="2173417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3180645" y="229845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3335883" y="230411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3149021" y="2336111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3266528" y="234938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3380759" y="2217229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2977781" y="2344928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3087523" y="213813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3369139" y="2220373"/>
              <a:ext cx="48177" cy="481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3336733" y="2363135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3242178" y="2420385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2691346" y="2390296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3371241" y="246217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3891367" y="249704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3290265" y="2268668"/>
              <a:ext cx="57663" cy="5766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3301431" y="2234848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3169758" y="2319011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2922031" y="2316619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3080097" y="230682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3047441" y="2207728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3372799" y="2429260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3656625" y="217770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2744837" y="244220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3640065" y="2003576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2961589" y="2465931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3756630" y="203774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3222158" y="225140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3215293" y="216139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3415093" y="2429294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2889015" y="2315827"/>
              <a:ext cx="49175" cy="491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3423448" y="206521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2987519" y="2398412"/>
              <a:ext cx="45686" cy="4568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2873760" y="235491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2625759" y="2397792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3402946" y="207025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2873868" y="2313874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3258971" y="2462918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3104928" y="227070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3070504" y="216080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2792447" y="2356637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3291862" y="2306124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3399314" y="2231337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2771172" y="231544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3137805" y="2287207"/>
              <a:ext cx="47139" cy="47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735490" y="2330467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3326402" y="2443284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3257960" y="229998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2596433" y="230086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4069527" y="196794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3058114" y="2430313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3425504" y="223086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3121348" y="2232132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2707884" y="2397846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3553637" y="2288535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2784089" y="243077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2827179" y="2355769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2891121" y="2378239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3163298" y="213059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2979274" y="2362853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3210820" y="2291234"/>
              <a:ext cx="53702" cy="5370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2813984" y="247325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3148903" y="2283086"/>
              <a:ext cx="44139" cy="44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2767202" y="236959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2995579" y="2286180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3052106" y="2226726"/>
              <a:ext cx="63222" cy="6322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2805707" y="2158556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2947072" y="237567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3159628" y="2291416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3201642" y="2219065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2704285" y="243047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2992685" y="2344420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3102031" y="2342114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2773460" y="202520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3000412" y="2311284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2722047" y="2422297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2858169" y="2264677"/>
              <a:ext cx="47139" cy="47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3500217" y="228182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2515737" y="239215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2944365" y="244532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3899318" y="203573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3415766" y="2257351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3011958" y="2377814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2826952" y="2383762"/>
              <a:ext cx="51973" cy="5197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2584907" y="2550901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2971590" y="2180580"/>
              <a:ext cx="69641" cy="6964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3484484" y="2175226"/>
              <a:ext cx="49175" cy="491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4071644" y="173209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2512743" y="248021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3036255" y="2348882"/>
              <a:ext cx="56134" cy="5613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3121788" y="2403089"/>
              <a:ext cx="47490" cy="474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3422738" y="2141627"/>
              <a:ext cx="60078" cy="6007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3289464" y="239081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2928840" y="2484334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2925710" y="2310648"/>
              <a:ext cx="57161" cy="5716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2511502" y="226096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3550891" y="215288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4065655" y="225283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3293753" y="2156948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2695786" y="2495618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3020866" y="2336773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4"/>
            <p:cNvSpPr/>
            <p:nvPr/>
          </p:nvSpPr>
          <p:spPr>
            <a:xfrm>
              <a:off x="3128425" y="2266211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5"/>
            <p:cNvSpPr/>
            <p:nvPr/>
          </p:nvSpPr>
          <p:spPr>
            <a:xfrm>
              <a:off x="2512743" y="217776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6"/>
            <p:cNvSpPr/>
            <p:nvPr/>
          </p:nvSpPr>
          <p:spPr>
            <a:xfrm>
              <a:off x="2961531" y="200282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7"/>
            <p:cNvSpPr/>
            <p:nvPr/>
          </p:nvSpPr>
          <p:spPr>
            <a:xfrm>
              <a:off x="3678262" y="2150883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8"/>
            <p:cNvSpPr/>
            <p:nvPr/>
          </p:nvSpPr>
          <p:spPr>
            <a:xfrm>
              <a:off x="3271848" y="2321779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9"/>
            <p:cNvSpPr/>
            <p:nvPr/>
          </p:nvSpPr>
          <p:spPr>
            <a:xfrm>
              <a:off x="3586848" y="257720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2929373" y="2205525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1"/>
            <p:cNvSpPr/>
            <p:nvPr/>
          </p:nvSpPr>
          <p:spPr>
            <a:xfrm>
              <a:off x="3149897" y="236216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2"/>
            <p:cNvSpPr/>
            <p:nvPr/>
          </p:nvSpPr>
          <p:spPr>
            <a:xfrm>
              <a:off x="2964116" y="2513194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3"/>
            <p:cNvSpPr/>
            <p:nvPr/>
          </p:nvSpPr>
          <p:spPr>
            <a:xfrm>
              <a:off x="2513620" y="205576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4"/>
            <p:cNvSpPr/>
            <p:nvPr/>
          </p:nvSpPr>
          <p:spPr>
            <a:xfrm>
              <a:off x="3460623" y="2268667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5"/>
            <p:cNvSpPr/>
            <p:nvPr/>
          </p:nvSpPr>
          <p:spPr>
            <a:xfrm>
              <a:off x="2738400" y="218946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6"/>
            <p:cNvSpPr/>
            <p:nvPr/>
          </p:nvSpPr>
          <p:spPr>
            <a:xfrm>
              <a:off x="3422375" y="216419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7"/>
            <p:cNvSpPr/>
            <p:nvPr/>
          </p:nvSpPr>
          <p:spPr>
            <a:xfrm>
              <a:off x="2512070" y="267192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8"/>
            <p:cNvSpPr/>
            <p:nvPr/>
          </p:nvSpPr>
          <p:spPr>
            <a:xfrm>
              <a:off x="2839877" y="223980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9"/>
            <p:cNvSpPr/>
            <p:nvPr/>
          </p:nvSpPr>
          <p:spPr>
            <a:xfrm>
              <a:off x="2860777" y="215993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1000"/>
            <p:cNvSpPr/>
            <p:nvPr/>
          </p:nvSpPr>
          <p:spPr>
            <a:xfrm>
              <a:off x="2822296" y="2380086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1"/>
            <p:cNvSpPr/>
            <p:nvPr/>
          </p:nvSpPr>
          <p:spPr>
            <a:xfrm>
              <a:off x="2625417" y="238763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2"/>
            <p:cNvSpPr/>
            <p:nvPr/>
          </p:nvSpPr>
          <p:spPr>
            <a:xfrm>
              <a:off x="3402910" y="222441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2982174" y="2217587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2928318" y="251416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3180879" y="231210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3378074" y="219824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3278371" y="220374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3186144" y="224035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2681044" y="228795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3030405" y="233375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2885806" y="254891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3320434" y="225131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3400509" y="2293088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3302358" y="2382697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2864243" y="241946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2871866" y="214245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2771203" y="247415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2992389" y="239643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2996853" y="2260030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3112370" y="240197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2795156" y="2380852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2515737" y="214876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3574689" y="218355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2958094" y="244230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2869726" y="2372597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2649079" y="240584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2736693" y="2104078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2819273" y="211098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2510551" y="214786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4069527" y="231802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3509978" y="2243413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2513620" y="233857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3001738" y="239668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3124246" y="2174827"/>
              <a:ext cx="49500" cy="495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3525848" y="226721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2788933" y="2325736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3199680" y="2386458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3063279" y="2250181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3044950" y="230234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3321384" y="204574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2660796" y="2458294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3134679" y="235691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3"/>
            <p:cNvSpPr/>
            <p:nvPr/>
          </p:nvSpPr>
          <p:spPr>
            <a:xfrm>
              <a:off x="3266835" y="2455908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4"/>
            <p:cNvSpPr/>
            <p:nvPr/>
          </p:nvSpPr>
          <p:spPr>
            <a:xfrm>
              <a:off x="2843813" y="2313502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5"/>
            <p:cNvSpPr/>
            <p:nvPr/>
          </p:nvSpPr>
          <p:spPr>
            <a:xfrm>
              <a:off x="2925265" y="2272487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6"/>
            <p:cNvSpPr/>
            <p:nvPr/>
          </p:nvSpPr>
          <p:spPr>
            <a:xfrm>
              <a:off x="2950250" y="2313978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7"/>
            <p:cNvSpPr/>
            <p:nvPr/>
          </p:nvSpPr>
          <p:spPr>
            <a:xfrm>
              <a:off x="2986963" y="2335277"/>
              <a:ext cx="52560" cy="5256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8"/>
            <p:cNvSpPr/>
            <p:nvPr/>
          </p:nvSpPr>
          <p:spPr>
            <a:xfrm>
              <a:off x="3282263" y="212142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9"/>
            <p:cNvSpPr/>
            <p:nvPr/>
          </p:nvSpPr>
          <p:spPr>
            <a:xfrm>
              <a:off x="2825739" y="2363529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50"/>
            <p:cNvSpPr/>
            <p:nvPr/>
          </p:nvSpPr>
          <p:spPr>
            <a:xfrm>
              <a:off x="3296664" y="2277698"/>
              <a:ext cx="69265" cy="6926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1"/>
            <p:cNvSpPr/>
            <p:nvPr/>
          </p:nvSpPr>
          <p:spPr>
            <a:xfrm>
              <a:off x="2718956" y="246847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2"/>
            <p:cNvSpPr/>
            <p:nvPr/>
          </p:nvSpPr>
          <p:spPr>
            <a:xfrm>
              <a:off x="3245996" y="2254996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3"/>
            <p:cNvSpPr/>
            <p:nvPr/>
          </p:nvSpPr>
          <p:spPr>
            <a:xfrm>
              <a:off x="2790531" y="235361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4"/>
            <p:cNvSpPr/>
            <p:nvPr/>
          </p:nvSpPr>
          <p:spPr>
            <a:xfrm>
              <a:off x="3520428" y="2355664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5"/>
            <p:cNvSpPr/>
            <p:nvPr/>
          </p:nvSpPr>
          <p:spPr>
            <a:xfrm>
              <a:off x="2977554" y="2388184"/>
              <a:ext cx="61456" cy="6145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t1056"/>
            <p:cNvSpPr/>
            <p:nvPr/>
          </p:nvSpPr>
          <p:spPr>
            <a:xfrm>
              <a:off x="3246708" y="2336990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t1057"/>
            <p:cNvSpPr/>
            <p:nvPr/>
          </p:nvSpPr>
          <p:spPr>
            <a:xfrm>
              <a:off x="3111483" y="2386186"/>
              <a:ext cx="44139" cy="44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t1058"/>
            <p:cNvSpPr/>
            <p:nvPr/>
          </p:nvSpPr>
          <p:spPr>
            <a:xfrm>
              <a:off x="2862595" y="244232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t1059"/>
            <p:cNvSpPr/>
            <p:nvPr/>
          </p:nvSpPr>
          <p:spPr>
            <a:xfrm>
              <a:off x="2698483" y="247746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t1060"/>
            <p:cNvSpPr/>
            <p:nvPr/>
          </p:nvSpPr>
          <p:spPr>
            <a:xfrm>
              <a:off x="3387438" y="248960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t1061"/>
            <p:cNvSpPr/>
            <p:nvPr/>
          </p:nvSpPr>
          <p:spPr>
            <a:xfrm>
              <a:off x="2948671" y="2291498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t1062"/>
            <p:cNvSpPr/>
            <p:nvPr/>
          </p:nvSpPr>
          <p:spPr>
            <a:xfrm>
              <a:off x="3189256" y="203669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t1063"/>
            <p:cNvSpPr/>
            <p:nvPr/>
          </p:nvSpPr>
          <p:spPr>
            <a:xfrm>
              <a:off x="3755407" y="204462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t1064"/>
            <p:cNvSpPr/>
            <p:nvPr/>
          </p:nvSpPr>
          <p:spPr>
            <a:xfrm>
              <a:off x="3580305" y="2150268"/>
              <a:ext cx="44536" cy="445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t1065"/>
            <p:cNvSpPr/>
            <p:nvPr/>
          </p:nvSpPr>
          <p:spPr>
            <a:xfrm>
              <a:off x="3296718" y="204114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t1066"/>
            <p:cNvSpPr/>
            <p:nvPr/>
          </p:nvSpPr>
          <p:spPr>
            <a:xfrm>
              <a:off x="3267954" y="2073409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t1067"/>
            <p:cNvSpPr/>
            <p:nvPr/>
          </p:nvSpPr>
          <p:spPr>
            <a:xfrm>
              <a:off x="3085780" y="2294007"/>
              <a:ext cx="48846" cy="4884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t1068"/>
            <p:cNvSpPr/>
            <p:nvPr/>
          </p:nvSpPr>
          <p:spPr>
            <a:xfrm>
              <a:off x="3051781" y="2282418"/>
              <a:ext cx="55609" cy="556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t1069"/>
            <p:cNvSpPr/>
            <p:nvPr/>
          </p:nvSpPr>
          <p:spPr>
            <a:xfrm>
              <a:off x="2812377" y="2423593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t1070"/>
            <p:cNvSpPr/>
            <p:nvPr/>
          </p:nvSpPr>
          <p:spPr>
            <a:xfrm>
              <a:off x="2764855" y="227998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t1071"/>
            <p:cNvSpPr/>
            <p:nvPr/>
          </p:nvSpPr>
          <p:spPr>
            <a:xfrm>
              <a:off x="3161025" y="2186227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t1072"/>
            <p:cNvSpPr/>
            <p:nvPr/>
          </p:nvSpPr>
          <p:spPr>
            <a:xfrm>
              <a:off x="3200426" y="2392533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t1073"/>
            <p:cNvSpPr/>
            <p:nvPr/>
          </p:nvSpPr>
          <p:spPr>
            <a:xfrm>
              <a:off x="2863511" y="216169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t1074"/>
            <p:cNvSpPr/>
            <p:nvPr/>
          </p:nvSpPr>
          <p:spPr>
            <a:xfrm>
              <a:off x="2925841" y="2470477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t1075"/>
            <p:cNvSpPr/>
            <p:nvPr/>
          </p:nvSpPr>
          <p:spPr>
            <a:xfrm>
              <a:off x="3281564" y="2334906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t1076"/>
            <p:cNvSpPr/>
            <p:nvPr/>
          </p:nvSpPr>
          <p:spPr>
            <a:xfrm>
              <a:off x="2827949" y="2365763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t1077"/>
            <p:cNvSpPr/>
            <p:nvPr/>
          </p:nvSpPr>
          <p:spPr>
            <a:xfrm>
              <a:off x="3500991" y="2135805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t1078"/>
            <p:cNvSpPr/>
            <p:nvPr/>
          </p:nvSpPr>
          <p:spPr>
            <a:xfrm>
              <a:off x="3339370" y="2282386"/>
              <a:ext cx="51675" cy="516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9"/>
            <p:cNvSpPr/>
            <p:nvPr/>
          </p:nvSpPr>
          <p:spPr>
            <a:xfrm>
              <a:off x="3595076" y="2120201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80"/>
            <p:cNvSpPr/>
            <p:nvPr/>
          </p:nvSpPr>
          <p:spPr>
            <a:xfrm>
              <a:off x="3284145" y="2145079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1"/>
            <p:cNvSpPr/>
            <p:nvPr/>
          </p:nvSpPr>
          <p:spPr>
            <a:xfrm>
              <a:off x="3415359" y="241424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2"/>
            <p:cNvSpPr/>
            <p:nvPr/>
          </p:nvSpPr>
          <p:spPr>
            <a:xfrm>
              <a:off x="3212630" y="2481977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3"/>
            <p:cNvSpPr/>
            <p:nvPr/>
          </p:nvSpPr>
          <p:spPr>
            <a:xfrm>
              <a:off x="3082415" y="2317369"/>
              <a:ext cx="56393" cy="5639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4"/>
            <p:cNvSpPr/>
            <p:nvPr/>
          </p:nvSpPr>
          <p:spPr>
            <a:xfrm>
              <a:off x="3421189" y="203575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5"/>
            <p:cNvSpPr/>
            <p:nvPr/>
          </p:nvSpPr>
          <p:spPr>
            <a:xfrm>
              <a:off x="3144230" y="2324345"/>
              <a:ext cx="49821" cy="498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6"/>
            <p:cNvSpPr/>
            <p:nvPr/>
          </p:nvSpPr>
          <p:spPr>
            <a:xfrm>
              <a:off x="3128773" y="2268117"/>
              <a:ext cx="61905" cy="61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7"/>
            <p:cNvSpPr/>
            <p:nvPr/>
          </p:nvSpPr>
          <p:spPr>
            <a:xfrm>
              <a:off x="3124671" y="227946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8"/>
            <p:cNvSpPr/>
            <p:nvPr/>
          </p:nvSpPr>
          <p:spPr>
            <a:xfrm>
              <a:off x="3142807" y="2169028"/>
              <a:ext cx="57912" cy="5791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9"/>
            <p:cNvSpPr/>
            <p:nvPr/>
          </p:nvSpPr>
          <p:spPr>
            <a:xfrm>
              <a:off x="3206171" y="245710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90"/>
            <p:cNvSpPr/>
            <p:nvPr/>
          </p:nvSpPr>
          <p:spPr>
            <a:xfrm>
              <a:off x="3181948" y="202114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1"/>
            <p:cNvSpPr/>
            <p:nvPr/>
          </p:nvSpPr>
          <p:spPr>
            <a:xfrm>
              <a:off x="3031992" y="2174047"/>
              <a:ext cx="49821" cy="498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2"/>
            <p:cNvSpPr/>
            <p:nvPr/>
          </p:nvSpPr>
          <p:spPr>
            <a:xfrm>
              <a:off x="3415345" y="2351811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3"/>
            <p:cNvSpPr/>
            <p:nvPr/>
          </p:nvSpPr>
          <p:spPr>
            <a:xfrm>
              <a:off x="2936388" y="2203774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4"/>
            <p:cNvSpPr/>
            <p:nvPr/>
          </p:nvSpPr>
          <p:spPr>
            <a:xfrm>
              <a:off x="3025769" y="2336604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5"/>
            <p:cNvSpPr/>
            <p:nvPr/>
          </p:nvSpPr>
          <p:spPr>
            <a:xfrm>
              <a:off x="3000264" y="2207518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6"/>
            <p:cNvSpPr/>
            <p:nvPr/>
          </p:nvSpPr>
          <p:spPr>
            <a:xfrm>
              <a:off x="3163645" y="2183244"/>
              <a:ext cx="67536" cy="675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7"/>
            <p:cNvSpPr/>
            <p:nvPr/>
          </p:nvSpPr>
          <p:spPr>
            <a:xfrm>
              <a:off x="4071644" y="180337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8"/>
            <p:cNvSpPr/>
            <p:nvPr/>
          </p:nvSpPr>
          <p:spPr>
            <a:xfrm>
              <a:off x="3301060" y="2308084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9"/>
            <p:cNvSpPr/>
            <p:nvPr/>
          </p:nvSpPr>
          <p:spPr>
            <a:xfrm>
              <a:off x="3001647" y="2382795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100"/>
            <p:cNvSpPr/>
            <p:nvPr/>
          </p:nvSpPr>
          <p:spPr>
            <a:xfrm>
              <a:off x="3336346" y="2327138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1"/>
            <p:cNvSpPr/>
            <p:nvPr/>
          </p:nvSpPr>
          <p:spPr>
            <a:xfrm>
              <a:off x="3225549" y="2387968"/>
              <a:ext cx="45309" cy="453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2"/>
            <p:cNvSpPr/>
            <p:nvPr/>
          </p:nvSpPr>
          <p:spPr>
            <a:xfrm>
              <a:off x="2631174" y="254912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3"/>
            <p:cNvSpPr/>
            <p:nvPr/>
          </p:nvSpPr>
          <p:spPr>
            <a:xfrm>
              <a:off x="2565507" y="2315408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4"/>
            <p:cNvSpPr/>
            <p:nvPr/>
          </p:nvSpPr>
          <p:spPr>
            <a:xfrm>
              <a:off x="3049281" y="2376467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5"/>
            <p:cNvSpPr/>
            <p:nvPr/>
          </p:nvSpPr>
          <p:spPr>
            <a:xfrm>
              <a:off x="3074622" y="231787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6"/>
            <p:cNvSpPr/>
            <p:nvPr/>
          </p:nvSpPr>
          <p:spPr>
            <a:xfrm>
              <a:off x="3017421" y="2414764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7"/>
            <p:cNvSpPr/>
            <p:nvPr/>
          </p:nvSpPr>
          <p:spPr>
            <a:xfrm>
              <a:off x="3093111" y="2258960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8"/>
            <p:cNvSpPr/>
            <p:nvPr/>
          </p:nvSpPr>
          <p:spPr>
            <a:xfrm>
              <a:off x="3248099" y="2354982"/>
              <a:ext cx="49500" cy="495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9"/>
            <p:cNvSpPr/>
            <p:nvPr/>
          </p:nvSpPr>
          <p:spPr>
            <a:xfrm>
              <a:off x="3457229" y="2282930"/>
              <a:ext cx="52560" cy="5256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10"/>
            <p:cNvSpPr/>
            <p:nvPr/>
          </p:nvSpPr>
          <p:spPr>
            <a:xfrm>
              <a:off x="3201906" y="2251060"/>
              <a:ext cx="47836" cy="478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1"/>
            <p:cNvSpPr/>
            <p:nvPr/>
          </p:nvSpPr>
          <p:spPr>
            <a:xfrm>
              <a:off x="3324979" y="2302531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2"/>
            <p:cNvSpPr/>
            <p:nvPr/>
          </p:nvSpPr>
          <p:spPr>
            <a:xfrm>
              <a:off x="3547356" y="2236649"/>
              <a:ext cx="45686" cy="4568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3"/>
            <p:cNvSpPr/>
            <p:nvPr/>
          </p:nvSpPr>
          <p:spPr>
            <a:xfrm>
              <a:off x="3236955" y="244123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4"/>
            <p:cNvSpPr/>
            <p:nvPr/>
          </p:nvSpPr>
          <p:spPr>
            <a:xfrm>
              <a:off x="2897721" y="249064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5"/>
            <p:cNvSpPr/>
            <p:nvPr/>
          </p:nvSpPr>
          <p:spPr>
            <a:xfrm>
              <a:off x="3164281" y="2278789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6"/>
            <p:cNvSpPr/>
            <p:nvPr/>
          </p:nvSpPr>
          <p:spPr>
            <a:xfrm>
              <a:off x="3014073" y="2463568"/>
              <a:ext cx="47836" cy="478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7"/>
            <p:cNvSpPr/>
            <p:nvPr/>
          </p:nvSpPr>
          <p:spPr>
            <a:xfrm>
              <a:off x="4071644" y="272519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8"/>
            <p:cNvSpPr/>
            <p:nvPr/>
          </p:nvSpPr>
          <p:spPr>
            <a:xfrm>
              <a:off x="2952487" y="2315816"/>
              <a:ext cx="59843" cy="5984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2803590" y="2239248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3252319" y="2297792"/>
              <a:ext cx="44536" cy="445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3905431" y="209151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3185690" y="2331685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2552538" y="2483851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3680114" y="213737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3304126" y="2398175"/>
              <a:ext cx="47139" cy="47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3366299" y="211172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3030156" y="2240361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3153929" y="220552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2882778" y="2380425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3264073" y="2191178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3197955" y="2346067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3756573" y="198600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3393723" y="2107224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3006312" y="243393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2927575" y="223362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3195672" y="2180279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3149437" y="2300265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2991803" y="2313385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3269515" y="230943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3382026" y="225713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3080560" y="244194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3479926" y="219409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3021378" y="2189966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3039440" y="231859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3200423" y="238184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3199954" y="2314483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3032534" y="2271017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2872753" y="200899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3638827" y="221840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2804926" y="2467479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2668874" y="249298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2736056" y="246605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2806599" y="2354103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3368051" y="2263271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3260064" y="203048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4071644" y="230255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2738231" y="221659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2977017" y="239207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2512743" y="218986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3023705" y="235041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3106505" y="2333072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2839877" y="231636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2809734" y="2549182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3090450" y="212836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3180176" y="234901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2871388" y="2302354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3100873" y="251667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2728404" y="2478673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4067409" y="187820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2752790" y="213909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3335622" y="241604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2877789" y="236505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4068650" y="219405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2920143" y="2217062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3259958" y="245154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3080280" y="239050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3163435" y="2253682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2798980" y="233734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3415725" y="212770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3116029" y="2309213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3168197" y="211543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3723451" y="212153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3638854" y="2150145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3350841" y="222770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3453376" y="222469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3247636" y="227797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3972931" y="245847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2865429" y="2233600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3802888" y="213540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2893354" y="2400174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2889170" y="2428805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3296060" y="2269990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3295855" y="2363557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3189244" y="2363917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3102447" y="220930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3260072" y="2236825"/>
              <a:ext cx="59843" cy="5984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3134372" y="2194895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3217953" y="225334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3407920" y="2404156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3013172" y="2459711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2856522" y="2363581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2936487" y="2298441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2652190" y="250889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2654666" y="238054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2584523" y="246381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2511003" y="239021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3017992" y="2380919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2932602" y="2381231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2880414" y="2377915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2973410" y="2377272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2877547" y="2359645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2515737" y="247124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3031569" y="183794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2852868" y="2350721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3450610" y="231270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3129795" y="2391297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3483592" y="2303029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2887373" y="2324584"/>
              <a:ext cx="47139" cy="47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3419565" y="220111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3052116" y="207479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3416861" y="2312352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2937639" y="216414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3053475" y="2239086"/>
              <a:ext cx="52560" cy="5256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3629564" y="2216649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3339496" y="2209796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2976651" y="2242843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3169131" y="242900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3275650" y="2331174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3566245" y="2294950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3000366" y="2384258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3050460" y="218597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3576143" y="226298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rc1233"/>
            <p:cNvSpPr/>
            <p:nvPr/>
          </p:nvSpPr>
          <p:spPr>
            <a:xfrm>
              <a:off x="2448808" y="1305836"/>
              <a:ext cx="1711497" cy="1711497"/>
            </a:xfrm>
            <a:prstGeom prst="rect">
              <a:avLst/>
            </a:prstGeom>
            <a:noFill/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rc1234"/>
            <p:cNvSpPr/>
            <p:nvPr/>
          </p:nvSpPr>
          <p:spPr>
            <a:xfrm>
              <a:off x="4223568" y="1305836"/>
              <a:ext cx="1711497" cy="17114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5" name="pl1235"/>
            <p:cNvSpPr/>
            <p:nvPr/>
          </p:nvSpPr>
          <p:spPr>
            <a:xfrm>
              <a:off x="4223568" y="2745050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l1236"/>
            <p:cNvSpPr/>
            <p:nvPr/>
          </p:nvSpPr>
          <p:spPr>
            <a:xfrm>
              <a:off x="4223568" y="2356073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l1237"/>
            <p:cNvSpPr/>
            <p:nvPr/>
          </p:nvSpPr>
          <p:spPr>
            <a:xfrm>
              <a:off x="4223568" y="1967096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l1238"/>
            <p:cNvSpPr/>
            <p:nvPr/>
          </p:nvSpPr>
          <p:spPr>
            <a:xfrm>
              <a:off x="4223568" y="1578120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l1239"/>
            <p:cNvSpPr/>
            <p:nvPr/>
          </p:nvSpPr>
          <p:spPr>
            <a:xfrm>
              <a:off x="4495852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l1240"/>
            <p:cNvSpPr/>
            <p:nvPr/>
          </p:nvSpPr>
          <p:spPr>
            <a:xfrm>
              <a:off x="4884829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l1241"/>
            <p:cNvSpPr/>
            <p:nvPr/>
          </p:nvSpPr>
          <p:spPr>
            <a:xfrm>
              <a:off x="5273806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l1242"/>
            <p:cNvSpPr/>
            <p:nvPr/>
          </p:nvSpPr>
          <p:spPr>
            <a:xfrm>
              <a:off x="5662782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l1243"/>
            <p:cNvSpPr/>
            <p:nvPr/>
          </p:nvSpPr>
          <p:spPr>
            <a:xfrm>
              <a:off x="4223568" y="2939538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l1244"/>
            <p:cNvSpPr/>
            <p:nvPr/>
          </p:nvSpPr>
          <p:spPr>
            <a:xfrm>
              <a:off x="4223568" y="2550562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l1245"/>
            <p:cNvSpPr/>
            <p:nvPr/>
          </p:nvSpPr>
          <p:spPr>
            <a:xfrm>
              <a:off x="4223568" y="2161585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l1246"/>
            <p:cNvSpPr/>
            <p:nvPr/>
          </p:nvSpPr>
          <p:spPr>
            <a:xfrm>
              <a:off x="4223568" y="1772608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l1247"/>
            <p:cNvSpPr/>
            <p:nvPr/>
          </p:nvSpPr>
          <p:spPr>
            <a:xfrm>
              <a:off x="4223568" y="1383631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l1248"/>
            <p:cNvSpPr/>
            <p:nvPr/>
          </p:nvSpPr>
          <p:spPr>
            <a:xfrm>
              <a:off x="4301364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l1249"/>
            <p:cNvSpPr/>
            <p:nvPr/>
          </p:nvSpPr>
          <p:spPr>
            <a:xfrm>
              <a:off x="4690341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l1250"/>
            <p:cNvSpPr/>
            <p:nvPr/>
          </p:nvSpPr>
          <p:spPr>
            <a:xfrm>
              <a:off x="5079317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l1251"/>
            <p:cNvSpPr/>
            <p:nvPr/>
          </p:nvSpPr>
          <p:spPr>
            <a:xfrm>
              <a:off x="5468294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l1252"/>
            <p:cNvSpPr/>
            <p:nvPr/>
          </p:nvSpPr>
          <p:spPr>
            <a:xfrm>
              <a:off x="5857271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l1253"/>
            <p:cNvSpPr/>
            <p:nvPr/>
          </p:nvSpPr>
          <p:spPr>
            <a:xfrm>
              <a:off x="4223568" y="1305836"/>
              <a:ext cx="1711497" cy="1711497"/>
            </a:xfrm>
            <a:custGeom>
              <a:avLst/>
              <a:pathLst>
                <a:path w="1711497" h="1711497">
                  <a:moveTo>
                    <a:pt x="0" y="1711497"/>
                  </a:moveTo>
                  <a:lnTo>
                    <a:pt x="0" y="1711497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54" name="pt1254"/>
            <p:cNvSpPr/>
            <p:nvPr/>
          </p:nvSpPr>
          <p:spPr>
            <a:xfrm>
              <a:off x="5487378" y="161698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t1255"/>
            <p:cNvSpPr/>
            <p:nvPr/>
          </p:nvSpPr>
          <p:spPr>
            <a:xfrm>
              <a:off x="5499431" y="1702543"/>
              <a:ext cx="63865" cy="6386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t1256"/>
            <p:cNvSpPr/>
            <p:nvPr/>
          </p:nvSpPr>
          <p:spPr>
            <a:xfrm>
              <a:off x="5846405" y="175904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t1257"/>
            <p:cNvSpPr/>
            <p:nvPr/>
          </p:nvSpPr>
          <p:spPr>
            <a:xfrm>
              <a:off x="5841670" y="166180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t1258"/>
            <p:cNvSpPr/>
            <p:nvPr/>
          </p:nvSpPr>
          <p:spPr>
            <a:xfrm>
              <a:off x="5841218" y="1730814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t1259"/>
            <p:cNvSpPr/>
            <p:nvPr/>
          </p:nvSpPr>
          <p:spPr>
            <a:xfrm>
              <a:off x="5810352" y="1693008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t1260"/>
            <p:cNvSpPr/>
            <p:nvPr/>
          </p:nvSpPr>
          <p:spPr>
            <a:xfrm>
              <a:off x="5841218" y="151533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t1261"/>
            <p:cNvSpPr/>
            <p:nvPr/>
          </p:nvSpPr>
          <p:spPr>
            <a:xfrm>
              <a:off x="5739106" y="1588986"/>
              <a:ext cx="47836" cy="478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t1262"/>
            <p:cNvSpPr/>
            <p:nvPr/>
          </p:nvSpPr>
          <p:spPr>
            <a:xfrm>
              <a:off x="5840053" y="1488883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t1263"/>
            <p:cNvSpPr/>
            <p:nvPr/>
          </p:nvSpPr>
          <p:spPr>
            <a:xfrm>
              <a:off x="5844287" y="142696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t1264"/>
            <p:cNvSpPr/>
            <p:nvPr/>
          </p:nvSpPr>
          <p:spPr>
            <a:xfrm>
              <a:off x="5795968" y="1518803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t1265"/>
            <p:cNvSpPr/>
            <p:nvPr/>
          </p:nvSpPr>
          <p:spPr>
            <a:xfrm>
              <a:off x="5300806" y="145949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t1266"/>
            <p:cNvSpPr/>
            <p:nvPr/>
          </p:nvSpPr>
          <p:spPr>
            <a:xfrm>
              <a:off x="5528328" y="167539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t1267"/>
            <p:cNvSpPr/>
            <p:nvPr/>
          </p:nvSpPr>
          <p:spPr>
            <a:xfrm>
              <a:off x="5485192" y="1647879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t1268"/>
            <p:cNvSpPr/>
            <p:nvPr/>
          </p:nvSpPr>
          <p:spPr>
            <a:xfrm>
              <a:off x="5599201" y="1538416"/>
              <a:ext cx="54805" cy="548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t1269"/>
            <p:cNvSpPr/>
            <p:nvPr/>
          </p:nvSpPr>
          <p:spPr>
            <a:xfrm>
              <a:off x="5755675" y="1594303"/>
              <a:ext cx="47836" cy="478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t1270"/>
            <p:cNvSpPr/>
            <p:nvPr/>
          </p:nvSpPr>
          <p:spPr>
            <a:xfrm>
              <a:off x="5575190" y="1809219"/>
              <a:ext cx="46424" cy="464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t1271"/>
            <p:cNvSpPr/>
            <p:nvPr/>
          </p:nvSpPr>
          <p:spPr>
            <a:xfrm>
              <a:off x="5843410" y="178559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t1272"/>
            <p:cNvSpPr/>
            <p:nvPr/>
          </p:nvSpPr>
          <p:spPr>
            <a:xfrm>
              <a:off x="5840803" y="157699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t1273"/>
            <p:cNvSpPr/>
            <p:nvPr/>
          </p:nvSpPr>
          <p:spPr>
            <a:xfrm>
              <a:off x="5841670" y="154939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t1274"/>
            <p:cNvSpPr/>
            <p:nvPr/>
          </p:nvSpPr>
          <p:spPr>
            <a:xfrm>
              <a:off x="4862395" y="159596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t1275"/>
            <p:cNvSpPr/>
            <p:nvPr/>
          </p:nvSpPr>
          <p:spPr>
            <a:xfrm>
              <a:off x="5624435" y="1629180"/>
              <a:ext cx="53136" cy="531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t1276"/>
            <p:cNvSpPr/>
            <p:nvPr/>
          </p:nvSpPr>
          <p:spPr>
            <a:xfrm>
              <a:off x="5662749" y="147677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t1277"/>
            <p:cNvSpPr/>
            <p:nvPr/>
          </p:nvSpPr>
          <p:spPr>
            <a:xfrm>
              <a:off x="5609684" y="1687327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t1278"/>
            <p:cNvSpPr/>
            <p:nvPr/>
          </p:nvSpPr>
          <p:spPr>
            <a:xfrm>
              <a:off x="5844287" y="157287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t1279"/>
            <p:cNvSpPr/>
            <p:nvPr/>
          </p:nvSpPr>
          <p:spPr>
            <a:xfrm>
              <a:off x="5704867" y="1603599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t1280"/>
            <p:cNvSpPr/>
            <p:nvPr/>
          </p:nvSpPr>
          <p:spPr>
            <a:xfrm>
              <a:off x="5841670" y="144432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t1281"/>
            <p:cNvSpPr/>
            <p:nvPr/>
          </p:nvSpPr>
          <p:spPr>
            <a:xfrm>
              <a:off x="5757726" y="1608242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t1282"/>
            <p:cNvSpPr/>
            <p:nvPr/>
          </p:nvSpPr>
          <p:spPr>
            <a:xfrm>
              <a:off x="5841218" y="164928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t1283"/>
            <p:cNvSpPr/>
            <p:nvPr/>
          </p:nvSpPr>
          <p:spPr>
            <a:xfrm>
              <a:off x="5846405" y="147373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t1284"/>
            <p:cNvSpPr/>
            <p:nvPr/>
          </p:nvSpPr>
          <p:spPr>
            <a:xfrm>
              <a:off x="5254514" y="193714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t1285"/>
            <p:cNvSpPr/>
            <p:nvPr/>
          </p:nvSpPr>
          <p:spPr>
            <a:xfrm>
              <a:off x="5091193" y="154038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t1286"/>
            <p:cNvSpPr/>
            <p:nvPr/>
          </p:nvSpPr>
          <p:spPr>
            <a:xfrm>
              <a:off x="5541280" y="1662971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t1287"/>
            <p:cNvSpPr/>
            <p:nvPr/>
          </p:nvSpPr>
          <p:spPr>
            <a:xfrm>
              <a:off x="5371945" y="160671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t1288"/>
            <p:cNvSpPr/>
            <p:nvPr/>
          </p:nvSpPr>
          <p:spPr>
            <a:xfrm>
              <a:off x="5480247" y="163934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t1289"/>
            <p:cNvSpPr/>
            <p:nvPr/>
          </p:nvSpPr>
          <p:spPr>
            <a:xfrm>
              <a:off x="5844287" y="176042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t1290"/>
            <p:cNvSpPr/>
            <p:nvPr/>
          </p:nvSpPr>
          <p:spPr>
            <a:xfrm>
              <a:off x="5399491" y="1694573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t1291"/>
            <p:cNvSpPr/>
            <p:nvPr/>
          </p:nvSpPr>
          <p:spPr>
            <a:xfrm>
              <a:off x="5844287" y="149378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t1292"/>
            <p:cNvSpPr/>
            <p:nvPr/>
          </p:nvSpPr>
          <p:spPr>
            <a:xfrm>
              <a:off x="5846405" y="145453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t1293"/>
            <p:cNvSpPr/>
            <p:nvPr/>
          </p:nvSpPr>
          <p:spPr>
            <a:xfrm>
              <a:off x="5324249" y="159912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t1294"/>
            <p:cNvSpPr/>
            <p:nvPr/>
          </p:nvSpPr>
          <p:spPr>
            <a:xfrm>
              <a:off x="5846405" y="179695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t1295"/>
            <p:cNvSpPr/>
            <p:nvPr/>
          </p:nvSpPr>
          <p:spPr>
            <a:xfrm>
              <a:off x="5605652" y="1613774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t1296"/>
            <p:cNvSpPr/>
            <p:nvPr/>
          </p:nvSpPr>
          <p:spPr>
            <a:xfrm>
              <a:off x="5792958" y="151406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t1297"/>
            <p:cNvSpPr/>
            <p:nvPr/>
          </p:nvSpPr>
          <p:spPr>
            <a:xfrm>
              <a:off x="5795941" y="1637610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t1298"/>
            <p:cNvSpPr/>
            <p:nvPr/>
          </p:nvSpPr>
          <p:spPr>
            <a:xfrm>
              <a:off x="5555386" y="1554513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t1299"/>
            <p:cNvSpPr/>
            <p:nvPr/>
          </p:nvSpPr>
          <p:spPr>
            <a:xfrm>
              <a:off x="5842737" y="158134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t1300"/>
            <p:cNvSpPr/>
            <p:nvPr/>
          </p:nvSpPr>
          <p:spPr>
            <a:xfrm>
              <a:off x="5157563" y="163431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t1301"/>
            <p:cNvSpPr/>
            <p:nvPr/>
          </p:nvSpPr>
          <p:spPr>
            <a:xfrm>
              <a:off x="5846405" y="146958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t1302"/>
            <p:cNvSpPr/>
            <p:nvPr/>
          </p:nvSpPr>
          <p:spPr>
            <a:xfrm>
              <a:off x="4885962" y="188484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t1303"/>
            <p:cNvSpPr/>
            <p:nvPr/>
          </p:nvSpPr>
          <p:spPr>
            <a:xfrm>
              <a:off x="4730975" y="208108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t1304"/>
            <p:cNvSpPr/>
            <p:nvPr/>
          </p:nvSpPr>
          <p:spPr>
            <a:xfrm>
              <a:off x="5840416" y="177440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t1305"/>
            <p:cNvSpPr/>
            <p:nvPr/>
          </p:nvSpPr>
          <p:spPr>
            <a:xfrm>
              <a:off x="5846405" y="151336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t1306"/>
            <p:cNvSpPr/>
            <p:nvPr/>
          </p:nvSpPr>
          <p:spPr>
            <a:xfrm>
              <a:off x="5846405" y="148125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t1307"/>
            <p:cNvSpPr/>
            <p:nvPr/>
          </p:nvSpPr>
          <p:spPr>
            <a:xfrm>
              <a:off x="4287503" y="231750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t1308"/>
            <p:cNvSpPr/>
            <p:nvPr/>
          </p:nvSpPr>
          <p:spPr>
            <a:xfrm>
              <a:off x="5494349" y="187646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t1309"/>
            <p:cNvSpPr/>
            <p:nvPr/>
          </p:nvSpPr>
          <p:spPr>
            <a:xfrm>
              <a:off x="4288380" y="194558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t1310"/>
            <p:cNvSpPr/>
            <p:nvPr/>
          </p:nvSpPr>
          <p:spPr>
            <a:xfrm>
              <a:off x="5187352" y="174449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t1311"/>
            <p:cNvSpPr/>
            <p:nvPr/>
          </p:nvSpPr>
          <p:spPr>
            <a:xfrm>
              <a:off x="5616062" y="183976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t1312"/>
            <p:cNvSpPr/>
            <p:nvPr/>
          </p:nvSpPr>
          <p:spPr>
            <a:xfrm>
              <a:off x="5846405" y="148224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t1313"/>
            <p:cNvSpPr/>
            <p:nvPr/>
          </p:nvSpPr>
          <p:spPr>
            <a:xfrm>
              <a:off x="5495126" y="187120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t1314"/>
            <p:cNvSpPr/>
            <p:nvPr/>
          </p:nvSpPr>
          <p:spPr>
            <a:xfrm>
              <a:off x="4290498" y="174919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t1315"/>
            <p:cNvSpPr/>
            <p:nvPr/>
          </p:nvSpPr>
          <p:spPr>
            <a:xfrm>
              <a:off x="5316152" y="202015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t1316"/>
            <p:cNvSpPr/>
            <p:nvPr/>
          </p:nvSpPr>
          <p:spPr>
            <a:xfrm>
              <a:off x="5088359" y="174458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t1317"/>
            <p:cNvSpPr/>
            <p:nvPr/>
          </p:nvSpPr>
          <p:spPr>
            <a:xfrm>
              <a:off x="5003040" y="216630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t1318"/>
            <p:cNvSpPr/>
            <p:nvPr/>
          </p:nvSpPr>
          <p:spPr>
            <a:xfrm>
              <a:off x="4471588" y="190701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t1319"/>
            <p:cNvSpPr/>
            <p:nvPr/>
          </p:nvSpPr>
          <p:spPr>
            <a:xfrm>
              <a:off x="5239762" y="199922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t1320"/>
            <p:cNvSpPr/>
            <p:nvPr/>
          </p:nvSpPr>
          <p:spPr>
            <a:xfrm>
              <a:off x="4733901" y="178640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t1321"/>
            <p:cNvSpPr/>
            <p:nvPr/>
          </p:nvSpPr>
          <p:spPr>
            <a:xfrm>
              <a:off x="4288380" y="210835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t1322"/>
            <p:cNvSpPr/>
            <p:nvPr/>
          </p:nvSpPr>
          <p:spPr>
            <a:xfrm>
              <a:off x="5846405" y="146375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t1323"/>
            <p:cNvSpPr/>
            <p:nvPr/>
          </p:nvSpPr>
          <p:spPr>
            <a:xfrm>
              <a:off x="5844287" y="204151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t1324"/>
            <p:cNvSpPr/>
            <p:nvPr/>
          </p:nvSpPr>
          <p:spPr>
            <a:xfrm>
              <a:off x="5709461" y="1663944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t1325"/>
            <p:cNvSpPr/>
            <p:nvPr/>
          </p:nvSpPr>
          <p:spPr>
            <a:xfrm>
              <a:off x="5846405" y="143236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t1326"/>
            <p:cNvSpPr/>
            <p:nvPr/>
          </p:nvSpPr>
          <p:spPr>
            <a:xfrm>
              <a:off x="5844287" y="142098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t1327"/>
            <p:cNvSpPr/>
            <p:nvPr/>
          </p:nvSpPr>
          <p:spPr>
            <a:xfrm>
              <a:off x="4700199" y="203325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t1328"/>
            <p:cNvSpPr/>
            <p:nvPr/>
          </p:nvSpPr>
          <p:spPr>
            <a:xfrm>
              <a:off x="5686598" y="1491884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t1329"/>
            <p:cNvSpPr/>
            <p:nvPr/>
          </p:nvSpPr>
          <p:spPr>
            <a:xfrm>
              <a:off x="5232253" y="170232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t1330"/>
            <p:cNvSpPr/>
            <p:nvPr/>
          </p:nvSpPr>
          <p:spPr>
            <a:xfrm>
              <a:off x="5437902" y="169862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t1331"/>
            <p:cNvSpPr/>
            <p:nvPr/>
          </p:nvSpPr>
          <p:spPr>
            <a:xfrm>
              <a:off x="5846405" y="158290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t1332"/>
            <p:cNvSpPr/>
            <p:nvPr/>
          </p:nvSpPr>
          <p:spPr>
            <a:xfrm>
              <a:off x="5701243" y="149939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t1333"/>
            <p:cNvSpPr/>
            <p:nvPr/>
          </p:nvSpPr>
          <p:spPr>
            <a:xfrm>
              <a:off x="5846405" y="145647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t1334"/>
            <p:cNvSpPr/>
            <p:nvPr/>
          </p:nvSpPr>
          <p:spPr>
            <a:xfrm>
              <a:off x="4290498" y="187840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t1335"/>
            <p:cNvSpPr/>
            <p:nvPr/>
          </p:nvSpPr>
          <p:spPr>
            <a:xfrm>
              <a:off x="5840416" y="146728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t1336"/>
            <p:cNvSpPr/>
            <p:nvPr/>
          </p:nvSpPr>
          <p:spPr>
            <a:xfrm>
              <a:off x="5685076" y="1514215"/>
              <a:ext cx="48177" cy="481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t1337"/>
            <p:cNvSpPr/>
            <p:nvPr/>
          </p:nvSpPr>
          <p:spPr>
            <a:xfrm>
              <a:off x="5843410" y="141840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t1338"/>
            <p:cNvSpPr/>
            <p:nvPr/>
          </p:nvSpPr>
          <p:spPr>
            <a:xfrm>
              <a:off x="5708988" y="1643353"/>
              <a:ext cx="51675" cy="516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t1339"/>
            <p:cNvSpPr/>
            <p:nvPr/>
          </p:nvSpPr>
          <p:spPr>
            <a:xfrm>
              <a:off x="5840416" y="154786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t1340"/>
            <p:cNvSpPr/>
            <p:nvPr/>
          </p:nvSpPr>
          <p:spPr>
            <a:xfrm>
              <a:off x="5733951" y="150716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t1341"/>
            <p:cNvSpPr/>
            <p:nvPr/>
          </p:nvSpPr>
          <p:spPr>
            <a:xfrm>
              <a:off x="5680065" y="1920486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t1342"/>
            <p:cNvSpPr/>
            <p:nvPr/>
          </p:nvSpPr>
          <p:spPr>
            <a:xfrm>
              <a:off x="5207086" y="1900824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t1343"/>
            <p:cNvSpPr/>
            <p:nvPr/>
          </p:nvSpPr>
          <p:spPr>
            <a:xfrm>
              <a:off x="5674636" y="1693092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t1344"/>
            <p:cNvSpPr/>
            <p:nvPr/>
          </p:nvSpPr>
          <p:spPr>
            <a:xfrm>
              <a:off x="5358663" y="1788364"/>
              <a:ext cx="65123" cy="6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t1345"/>
            <p:cNvSpPr/>
            <p:nvPr/>
          </p:nvSpPr>
          <p:spPr>
            <a:xfrm>
              <a:off x="5770988" y="1635709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t1346"/>
            <p:cNvSpPr/>
            <p:nvPr/>
          </p:nvSpPr>
          <p:spPr>
            <a:xfrm>
              <a:off x="5615962" y="1580140"/>
              <a:ext cx="45309" cy="453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t1347"/>
            <p:cNvSpPr/>
            <p:nvPr/>
          </p:nvSpPr>
          <p:spPr>
            <a:xfrm>
              <a:off x="5639936" y="155553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t1348"/>
            <p:cNvSpPr/>
            <p:nvPr/>
          </p:nvSpPr>
          <p:spPr>
            <a:xfrm>
              <a:off x="5751803" y="162923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t1349"/>
            <p:cNvSpPr/>
            <p:nvPr/>
          </p:nvSpPr>
          <p:spPr>
            <a:xfrm>
              <a:off x="5843410" y="161370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t1350"/>
            <p:cNvSpPr/>
            <p:nvPr/>
          </p:nvSpPr>
          <p:spPr>
            <a:xfrm>
              <a:off x="5082202" y="1826909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t1351"/>
            <p:cNvSpPr/>
            <p:nvPr/>
          </p:nvSpPr>
          <p:spPr>
            <a:xfrm>
              <a:off x="5581731" y="1682303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t1352"/>
            <p:cNvSpPr/>
            <p:nvPr/>
          </p:nvSpPr>
          <p:spPr>
            <a:xfrm>
              <a:off x="5234637" y="1762232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t1353"/>
            <p:cNvSpPr/>
            <p:nvPr/>
          </p:nvSpPr>
          <p:spPr>
            <a:xfrm>
              <a:off x="5473538" y="1586212"/>
              <a:ext cx="52850" cy="5285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t1354"/>
            <p:cNvSpPr/>
            <p:nvPr/>
          </p:nvSpPr>
          <p:spPr>
            <a:xfrm>
              <a:off x="5563721" y="1612356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t1355"/>
            <p:cNvSpPr/>
            <p:nvPr/>
          </p:nvSpPr>
          <p:spPr>
            <a:xfrm>
              <a:off x="5673225" y="1573739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t1356"/>
            <p:cNvSpPr/>
            <p:nvPr/>
          </p:nvSpPr>
          <p:spPr>
            <a:xfrm>
              <a:off x="5542249" y="163598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t1357"/>
            <p:cNvSpPr/>
            <p:nvPr/>
          </p:nvSpPr>
          <p:spPr>
            <a:xfrm>
              <a:off x="5772282" y="1750414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t1358"/>
            <p:cNvSpPr/>
            <p:nvPr/>
          </p:nvSpPr>
          <p:spPr>
            <a:xfrm>
              <a:off x="5504905" y="1482871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t1359"/>
            <p:cNvSpPr/>
            <p:nvPr/>
          </p:nvSpPr>
          <p:spPr>
            <a:xfrm>
              <a:off x="5477657" y="153143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t1360"/>
            <p:cNvSpPr/>
            <p:nvPr/>
          </p:nvSpPr>
          <p:spPr>
            <a:xfrm>
              <a:off x="5846405" y="143376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t1361"/>
            <p:cNvSpPr/>
            <p:nvPr/>
          </p:nvSpPr>
          <p:spPr>
            <a:xfrm>
              <a:off x="5623058" y="1651213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t1362"/>
            <p:cNvSpPr/>
            <p:nvPr/>
          </p:nvSpPr>
          <p:spPr>
            <a:xfrm>
              <a:off x="5843410" y="162920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t1363"/>
            <p:cNvSpPr/>
            <p:nvPr/>
          </p:nvSpPr>
          <p:spPr>
            <a:xfrm>
              <a:off x="5472956" y="158457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t1364"/>
            <p:cNvSpPr/>
            <p:nvPr/>
          </p:nvSpPr>
          <p:spPr>
            <a:xfrm>
              <a:off x="5701918" y="1595646"/>
              <a:ext cx="53136" cy="531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t1365"/>
            <p:cNvSpPr/>
            <p:nvPr/>
          </p:nvSpPr>
          <p:spPr>
            <a:xfrm>
              <a:off x="5365952" y="154279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t1366"/>
            <p:cNvSpPr/>
            <p:nvPr/>
          </p:nvSpPr>
          <p:spPr>
            <a:xfrm>
              <a:off x="5835818" y="1564732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t1367"/>
            <p:cNvSpPr/>
            <p:nvPr/>
          </p:nvSpPr>
          <p:spPr>
            <a:xfrm>
              <a:off x="4812699" y="207057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t1368"/>
            <p:cNvSpPr/>
            <p:nvPr/>
          </p:nvSpPr>
          <p:spPr>
            <a:xfrm>
              <a:off x="5680822" y="155215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t1369"/>
            <p:cNvSpPr/>
            <p:nvPr/>
          </p:nvSpPr>
          <p:spPr>
            <a:xfrm>
              <a:off x="5843410" y="157702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t1370"/>
            <p:cNvSpPr/>
            <p:nvPr/>
          </p:nvSpPr>
          <p:spPr>
            <a:xfrm>
              <a:off x="4765864" y="177524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t1371"/>
            <p:cNvSpPr/>
            <p:nvPr/>
          </p:nvSpPr>
          <p:spPr>
            <a:xfrm>
              <a:off x="5841218" y="176267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t1372"/>
            <p:cNvSpPr/>
            <p:nvPr/>
          </p:nvSpPr>
          <p:spPr>
            <a:xfrm>
              <a:off x="5421139" y="1654649"/>
              <a:ext cx="70567" cy="705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t1373"/>
            <p:cNvSpPr/>
            <p:nvPr/>
          </p:nvSpPr>
          <p:spPr>
            <a:xfrm>
              <a:off x="5179082" y="1659921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t1374"/>
            <p:cNvSpPr/>
            <p:nvPr/>
          </p:nvSpPr>
          <p:spPr>
            <a:xfrm>
              <a:off x="5709376" y="152561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t1375"/>
            <p:cNvSpPr/>
            <p:nvPr/>
          </p:nvSpPr>
          <p:spPr>
            <a:xfrm>
              <a:off x="5168374" y="176849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t1376"/>
            <p:cNvSpPr/>
            <p:nvPr/>
          </p:nvSpPr>
          <p:spPr>
            <a:xfrm>
              <a:off x="5580700" y="1565314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t1377"/>
            <p:cNvSpPr/>
            <p:nvPr/>
          </p:nvSpPr>
          <p:spPr>
            <a:xfrm>
              <a:off x="5844287" y="142062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t1378"/>
            <p:cNvSpPr/>
            <p:nvPr/>
          </p:nvSpPr>
          <p:spPr>
            <a:xfrm>
              <a:off x="5684487" y="167493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t1379"/>
            <p:cNvSpPr/>
            <p:nvPr/>
          </p:nvSpPr>
          <p:spPr>
            <a:xfrm>
              <a:off x="5386658" y="1670555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t1380"/>
            <p:cNvSpPr/>
            <p:nvPr/>
          </p:nvSpPr>
          <p:spPr>
            <a:xfrm>
              <a:off x="5840416" y="160938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t1381"/>
            <p:cNvSpPr/>
            <p:nvPr/>
          </p:nvSpPr>
          <p:spPr>
            <a:xfrm>
              <a:off x="5573055" y="1627096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t1382"/>
            <p:cNvSpPr/>
            <p:nvPr/>
          </p:nvSpPr>
          <p:spPr>
            <a:xfrm>
              <a:off x="5669204" y="1613009"/>
              <a:ext cx="47139" cy="47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t1383"/>
            <p:cNvSpPr/>
            <p:nvPr/>
          </p:nvSpPr>
          <p:spPr>
            <a:xfrm>
              <a:off x="5509417" y="160873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t1384"/>
            <p:cNvSpPr/>
            <p:nvPr/>
          </p:nvSpPr>
          <p:spPr>
            <a:xfrm>
              <a:off x="5844287" y="167392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t1385"/>
            <p:cNvSpPr/>
            <p:nvPr/>
          </p:nvSpPr>
          <p:spPr>
            <a:xfrm>
              <a:off x="5844287" y="159487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t1386"/>
            <p:cNvSpPr/>
            <p:nvPr/>
          </p:nvSpPr>
          <p:spPr>
            <a:xfrm>
              <a:off x="5765320" y="163737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t1387"/>
            <p:cNvSpPr/>
            <p:nvPr/>
          </p:nvSpPr>
          <p:spPr>
            <a:xfrm>
              <a:off x="5660273" y="175391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t1388"/>
            <p:cNvSpPr/>
            <p:nvPr/>
          </p:nvSpPr>
          <p:spPr>
            <a:xfrm>
              <a:off x="5844287" y="162371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t1389"/>
            <p:cNvSpPr/>
            <p:nvPr/>
          </p:nvSpPr>
          <p:spPr>
            <a:xfrm>
              <a:off x="5342761" y="173806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t1390"/>
            <p:cNvSpPr/>
            <p:nvPr/>
          </p:nvSpPr>
          <p:spPr>
            <a:xfrm>
              <a:off x="5844287" y="246961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t1391"/>
            <p:cNvSpPr/>
            <p:nvPr/>
          </p:nvSpPr>
          <p:spPr>
            <a:xfrm>
              <a:off x="5098182" y="167121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t1392"/>
            <p:cNvSpPr/>
            <p:nvPr/>
          </p:nvSpPr>
          <p:spPr>
            <a:xfrm>
              <a:off x="5347657" y="159827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t1393"/>
            <p:cNvSpPr/>
            <p:nvPr/>
          </p:nvSpPr>
          <p:spPr>
            <a:xfrm>
              <a:off x="5206815" y="1598000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t1394"/>
            <p:cNvSpPr/>
            <p:nvPr/>
          </p:nvSpPr>
          <p:spPr>
            <a:xfrm>
              <a:off x="5654736" y="1684222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t1395"/>
            <p:cNvSpPr/>
            <p:nvPr/>
          </p:nvSpPr>
          <p:spPr>
            <a:xfrm>
              <a:off x="4789470" y="183961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t1396"/>
            <p:cNvSpPr/>
            <p:nvPr/>
          </p:nvSpPr>
          <p:spPr>
            <a:xfrm>
              <a:off x="5480399" y="177820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t1397"/>
            <p:cNvSpPr/>
            <p:nvPr/>
          </p:nvSpPr>
          <p:spPr>
            <a:xfrm>
              <a:off x="5470676" y="174822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t1398"/>
            <p:cNvSpPr/>
            <p:nvPr/>
          </p:nvSpPr>
          <p:spPr>
            <a:xfrm>
              <a:off x="5469561" y="163662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t1399"/>
            <p:cNvSpPr/>
            <p:nvPr/>
          </p:nvSpPr>
          <p:spPr>
            <a:xfrm>
              <a:off x="5663862" y="154835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t1400"/>
            <p:cNvSpPr/>
            <p:nvPr/>
          </p:nvSpPr>
          <p:spPr>
            <a:xfrm>
              <a:off x="5775417" y="160452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t1401"/>
            <p:cNvSpPr/>
            <p:nvPr/>
          </p:nvSpPr>
          <p:spPr>
            <a:xfrm>
              <a:off x="5839070" y="1604443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t1402"/>
            <p:cNvSpPr/>
            <p:nvPr/>
          </p:nvSpPr>
          <p:spPr>
            <a:xfrm>
              <a:off x="5846405" y="146411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t1403"/>
            <p:cNvSpPr/>
            <p:nvPr/>
          </p:nvSpPr>
          <p:spPr>
            <a:xfrm>
              <a:off x="5220341" y="174380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t1404"/>
            <p:cNvSpPr/>
            <p:nvPr/>
          </p:nvSpPr>
          <p:spPr>
            <a:xfrm>
              <a:off x="5392754" y="1673417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t1405"/>
            <p:cNvSpPr/>
            <p:nvPr/>
          </p:nvSpPr>
          <p:spPr>
            <a:xfrm>
              <a:off x="5841670" y="145129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t1406"/>
            <p:cNvSpPr/>
            <p:nvPr/>
          </p:nvSpPr>
          <p:spPr>
            <a:xfrm>
              <a:off x="5038441" y="1701889"/>
              <a:ext cx="48514" cy="4851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t1407"/>
            <p:cNvSpPr/>
            <p:nvPr/>
          </p:nvSpPr>
          <p:spPr>
            <a:xfrm>
              <a:off x="5684564" y="165581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t1408"/>
            <p:cNvSpPr/>
            <p:nvPr/>
          </p:nvSpPr>
          <p:spPr>
            <a:xfrm>
              <a:off x="5846405" y="156996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t1409"/>
            <p:cNvSpPr/>
            <p:nvPr/>
          </p:nvSpPr>
          <p:spPr>
            <a:xfrm>
              <a:off x="5846405" y="151626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t1410"/>
            <p:cNvSpPr/>
            <p:nvPr/>
          </p:nvSpPr>
          <p:spPr>
            <a:xfrm>
              <a:off x="5508888" y="165685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t1411"/>
            <p:cNvSpPr/>
            <p:nvPr/>
          </p:nvSpPr>
          <p:spPr>
            <a:xfrm>
              <a:off x="5294557" y="189330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t1412"/>
            <p:cNvSpPr/>
            <p:nvPr/>
          </p:nvSpPr>
          <p:spPr>
            <a:xfrm>
              <a:off x="5844287" y="149584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t1413"/>
            <p:cNvSpPr/>
            <p:nvPr/>
          </p:nvSpPr>
          <p:spPr>
            <a:xfrm>
              <a:off x="5338514" y="170871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t1414"/>
            <p:cNvSpPr/>
            <p:nvPr/>
          </p:nvSpPr>
          <p:spPr>
            <a:xfrm>
              <a:off x="5068652" y="201729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t1415"/>
            <p:cNvSpPr/>
            <p:nvPr/>
          </p:nvSpPr>
          <p:spPr>
            <a:xfrm>
              <a:off x="5652801" y="180921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t1416"/>
            <p:cNvSpPr/>
            <p:nvPr/>
          </p:nvSpPr>
          <p:spPr>
            <a:xfrm>
              <a:off x="5841218" y="160857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t1417"/>
            <p:cNvSpPr/>
            <p:nvPr/>
          </p:nvSpPr>
          <p:spPr>
            <a:xfrm>
              <a:off x="4290498" y="176304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t1418"/>
            <p:cNvSpPr/>
            <p:nvPr/>
          </p:nvSpPr>
          <p:spPr>
            <a:xfrm>
              <a:off x="5033010" y="1806100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t1419"/>
            <p:cNvSpPr/>
            <p:nvPr/>
          </p:nvSpPr>
          <p:spPr>
            <a:xfrm>
              <a:off x="5459163" y="188919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t1420"/>
            <p:cNvSpPr/>
            <p:nvPr/>
          </p:nvSpPr>
          <p:spPr>
            <a:xfrm>
              <a:off x="5274333" y="162009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t1421"/>
            <p:cNvSpPr/>
            <p:nvPr/>
          </p:nvSpPr>
          <p:spPr>
            <a:xfrm>
              <a:off x="5846405" y="143760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t1422"/>
            <p:cNvSpPr/>
            <p:nvPr/>
          </p:nvSpPr>
          <p:spPr>
            <a:xfrm>
              <a:off x="5840416" y="156330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t1423"/>
            <p:cNvSpPr/>
            <p:nvPr/>
          </p:nvSpPr>
          <p:spPr>
            <a:xfrm>
              <a:off x="5721203" y="152986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t1424"/>
            <p:cNvSpPr/>
            <p:nvPr/>
          </p:nvSpPr>
          <p:spPr>
            <a:xfrm>
              <a:off x="5846405" y="154952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t1425"/>
            <p:cNvSpPr/>
            <p:nvPr/>
          </p:nvSpPr>
          <p:spPr>
            <a:xfrm>
              <a:off x="5546488" y="157932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t1426"/>
            <p:cNvSpPr/>
            <p:nvPr/>
          </p:nvSpPr>
          <p:spPr>
            <a:xfrm>
              <a:off x="5089748" y="190340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t1427"/>
            <p:cNvSpPr/>
            <p:nvPr/>
          </p:nvSpPr>
          <p:spPr>
            <a:xfrm>
              <a:off x="5841670" y="152986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t1428"/>
            <p:cNvSpPr/>
            <p:nvPr/>
          </p:nvSpPr>
          <p:spPr>
            <a:xfrm>
              <a:off x="5841670" y="159262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t1429"/>
            <p:cNvSpPr/>
            <p:nvPr/>
          </p:nvSpPr>
          <p:spPr>
            <a:xfrm>
              <a:off x="5844287" y="160051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t1430"/>
            <p:cNvSpPr/>
            <p:nvPr/>
          </p:nvSpPr>
          <p:spPr>
            <a:xfrm>
              <a:off x="4529839" y="164183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t1431"/>
            <p:cNvSpPr/>
            <p:nvPr/>
          </p:nvSpPr>
          <p:spPr>
            <a:xfrm>
              <a:off x="5842737" y="155051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t1432"/>
            <p:cNvSpPr/>
            <p:nvPr/>
          </p:nvSpPr>
          <p:spPr>
            <a:xfrm>
              <a:off x="5039505" y="192366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t1433"/>
            <p:cNvSpPr/>
            <p:nvPr/>
          </p:nvSpPr>
          <p:spPr>
            <a:xfrm>
              <a:off x="5839709" y="1662985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t1434"/>
            <p:cNvSpPr/>
            <p:nvPr/>
          </p:nvSpPr>
          <p:spPr>
            <a:xfrm>
              <a:off x="5552347" y="170436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t1435"/>
            <p:cNvSpPr/>
            <p:nvPr/>
          </p:nvSpPr>
          <p:spPr>
            <a:xfrm>
              <a:off x="5419307" y="163932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t1436"/>
            <p:cNvSpPr/>
            <p:nvPr/>
          </p:nvSpPr>
          <p:spPr>
            <a:xfrm>
              <a:off x="5842737" y="164179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t1437"/>
            <p:cNvSpPr/>
            <p:nvPr/>
          </p:nvSpPr>
          <p:spPr>
            <a:xfrm>
              <a:off x="5785974" y="164459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t1438"/>
            <p:cNvSpPr/>
            <p:nvPr/>
          </p:nvSpPr>
          <p:spPr>
            <a:xfrm>
              <a:off x="5841670" y="172246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t1439"/>
            <p:cNvSpPr/>
            <p:nvPr/>
          </p:nvSpPr>
          <p:spPr>
            <a:xfrm>
              <a:off x="5846405" y="177328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t1440"/>
            <p:cNvSpPr/>
            <p:nvPr/>
          </p:nvSpPr>
          <p:spPr>
            <a:xfrm>
              <a:off x="5843410" y="148234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t1441"/>
            <p:cNvSpPr/>
            <p:nvPr/>
          </p:nvSpPr>
          <p:spPr>
            <a:xfrm>
              <a:off x="5842170" y="168948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t1442"/>
            <p:cNvSpPr/>
            <p:nvPr/>
          </p:nvSpPr>
          <p:spPr>
            <a:xfrm>
              <a:off x="5741411" y="153462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t1443"/>
            <p:cNvSpPr/>
            <p:nvPr/>
          </p:nvSpPr>
          <p:spPr>
            <a:xfrm>
              <a:off x="5842737" y="151211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t1444"/>
            <p:cNvSpPr/>
            <p:nvPr/>
          </p:nvSpPr>
          <p:spPr>
            <a:xfrm>
              <a:off x="5470600" y="156593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t1445"/>
            <p:cNvSpPr/>
            <p:nvPr/>
          </p:nvSpPr>
          <p:spPr>
            <a:xfrm>
              <a:off x="5846405" y="153819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t1446"/>
            <p:cNvSpPr/>
            <p:nvPr/>
          </p:nvSpPr>
          <p:spPr>
            <a:xfrm>
              <a:off x="5665670" y="1543361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t1447"/>
            <p:cNvSpPr/>
            <p:nvPr/>
          </p:nvSpPr>
          <p:spPr>
            <a:xfrm>
              <a:off x="5053178" y="175534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t1448"/>
            <p:cNvSpPr/>
            <p:nvPr/>
          </p:nvSpPr>
          <p:spPr>
            <a:xfrm>
              <a:off x="5846405" y="155739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t1449"/>
            <p:cNvSpPr/>
            <p:nvPr/>
          </p:nvSpPr>
          <p:spPr>
            <a:xfrm>
              <a:off x="5367071" y="2060788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t1450"/>
            <p:cNvSpPr/>
            <p:nvPr/>
          </p:nvSpPr>
          <p:spPr>
            <a:xfrm>
              <a:off x="5365632" y="1630349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t1451"/>
            <p:cNvSpPr/>
            <p:nvPr/>
          </p:nvSpPr>
          <p:spPr>
            <a:xfrm>
              <a:off x="5368399" y="173399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t1452"/>
            <p:cNvSpPr/>
            <p:nvPr/>
          </p:nvSpPr>
          <p:spPr>
            <a:xfrm>
              <a:off x="5554209" y="156862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t1453"/>
            <p:cNvSpPr/>
            <p:nvPr/>
          </p:nvSpPr>
          <p:spPr>
            <a:xfrm>
              <a:off x="5633485" y="1618129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t1454"/>
            <p:cNvSpPr/>
            <p:nvPr/>
          </p:nvSpPr>
          <p:spPr>
            <a:xfrm>
              <a:off x="5009854" y="218014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t1455"/>
            <p:cNvSpPr/>
            <p:nvPr/>
          </p:nvSpPr>
          <p:spPr>
            <a:xfrm>
              <a:off x="5843410" y="153065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t1456"/>
            <p:cNvSpPr/>
            <p:nvPr/>
          </p:nvSpPr>
          <p:spPr>
            <a:xfrm>
              <a:off x="5846405" y="186958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t1457"/>
            <p:cNvSpPr/>
            <p:nvPr/>
          </p:nvSpPr>
          <p:spPr>
            <a:xfrm>
              <a:off x="5615672" y="1561413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t1458"/>
            <p:cNvSpPr/>
            <p:nvPr/>
          </p:nvSpPr>
          <p:spPr>
            <a:xfrm>
              <a:off x="5846405" y="173376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t1459"/>
            <p:cNvSpPr/>
            <p:nvPr/>
          </p:nvSpPr>
          <p:spPr>
            <a:xfrm>
              <a:off x="5182274" y="163488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t1460"/>
            <p:cNvSpPr/>
            <p:nvPr/>
          </p:nvSpPr>
          <p:spPr>
            <a:xfrm>
              <a:off x="5368580" y="153995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t1461"/>
            <p:cNvSpPr/>
            <p:nvPr/>
          </p:nvSpPr>
          <p:spPr>
            <a:xfrm>
              <a:off x="5218622" y="170987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t1462"/>
            <p:cNvSpPr/>
            <p:nvPr/>
          </p:nvSpPr>
          <p:spPr>
            <a:xfrm>
              <a:off x="5843410" y="147147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t1463"/>
            <p:cNvSpPr/>
            <p:nvPr/>
          </p:nvSpPr>
          <p:spPr>
            <a:xfrm>
              <a:off x="5842737" y="159635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t1464"/>
            <p:cNvSpPr/>
            <p:nvPr/>
          </p:nvSpPr>
          <p:spPr>
            <a:xfrm>
              <a:off x="5846405" y="196294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t1465"/>
            <p:cNvSpPr/>
            <p:nvPr/>
          </p:nvSpPr>
          <p:spPr>
            <a:xfrm>
              <a:off x="4836604" y="1863991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t1466"/>
            <p:cNvSpPr/>
            <p:nvPr/>
          </p:nvSpPr>
          <p:spPr>
            <a:xfrm>
              <a:off x="5842170" y="161486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t1467"/>
            <p:cNvSpPr/>
            <p:nvPr/>
          </p:nvSpPr>
          <p:spPr>
            <a:xfrm>
              <a:off x="5843410" y="163917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t1468"/>
            <p:cNvSpPr/>
            <p:nvPr/>
          </p:nvSpPr>
          <p:spPr>
            <a:xfrm>
              <a:off x="4569848" y="206388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t1469"/>
            <p:cNvSpPr/>
            <p:nvPr/>
          </p:nvSpPr>
          <p:spPr>
            <a:xfrm>
              <a:off x="5313488" y="1937197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t1470"/>
            <p:cNvSpPr/>
            <p:nvPr/>
          </p:nvSpPr>
          <p:spPr>
            <a:xfrm>
              <a:off x="5077995" y="155736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t1471"/>
            <p:cNvSpPr/>
            <p:nvPr/>
          </p:nvSpPr>
          <p:spPr>
            <a:xfrm>
              <a:off x="5453980" y="170567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t1472"/>
            <p:cNvSpPr/>
            <p:nvPr/>
          </p:nvSpPr>
          <p:spPr>
            <a:xfrm>
              <a:off x="5840416" y="161377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t1473"/>
            <p:cNvSpPr/>
            <p:nvPr/>
          </p:nvSpPr>
          <p:spPr>
            <a:xfrm>
              <a:off x="5547009" y="1710923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t1474"/>
            <p:cNvSpPr/>
            <p:nvPr/>
          </p:nvSpPr>
          <p:spPr>
            <a:xfrm>
              <a:off x="4728733" y="178775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5"/>
            <p:cNvSpPr/>
            <p:nvPr/>
          </p:nvSpPr>
          <p:spPr>
            <a:xfrm>
              <a:off x="4608536" y="187235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6"/>
            <p:cNvSpPr/>
            <p:nvPr/>
          </p:nvSpPr>
          <p:spPr>
            <a:xfrm>
              <a:off x="5795878" y="1748546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7"/>
            <p:cNvSpPr/>
            <p:nvPr/>
          </p:nvSpPr>
          <p:spPr>
            <a:xfrm>
              <a:off x="5033142" y="172154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8"/>
            <p:cNvSpPr/>
            <p:nvPr/>
          </p:nvSpPr>
          <p:spPr>
            <a:xfrm>
              <a:off x="5841670" y="161261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9"/>
            <p:cNvSpPr/>
            <p:nvPr/>
          </p:nvSpPr>
          <p:spPr>
            <a:xfrm>
              <a:off x="5091814" y="158956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80"/>
            <p:cNvSpPr/>
            <p:nvPr/>
          </p:nvSpPr>
          <p:spPr>
            <a:xfrm>
              <a:off x="5842737" y="159014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1"/>
            <p:cNvSpPr/>
            <p:nvPr/>
          </p:nvSpPr>
          <p:spPr>
            <a:xfrm>
              <a:off x="5286254" y="164388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2"/>
            <p:cNvSpPr/>
            <p:nvPr/>
          </p:nvSpPr>
          <p:spPr>
            <a:xfrm>
              <a:off x="4990267" y="206111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3"/>
            <p:cNvSpPr/>
            <p:nvPr/>
          </p:nvSpPr>
          <p:spPr>
            <a:xfrm>
              <a:off x="4290498" y="169628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4"/>
            <p:cNvSpPr/>
            <p:nvPr/>
          </p:nvSpPr>
          <p:spPr>
            <a:xfrm>
              <a:off x="5731524" y="165868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5"/>
            <p:cNvSpPr/>
            <p:nvPr/>
          </p:nvSpPr>
          <p:spPr>
            <a:xfrm>
              <a:off x="5840416" y="162096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6"/>
            <p:cNvSpPr/>
            <p:nvPr/>
          </p:nvSpPr>
          <p:spPr>
            <a:xfrm>
              <a:off x="5650021" y="1869157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7"/>
            <p:cNvSpPr/>
            <p:nvPr/>
          </p:nvSpPr>
          <p:spPr>
            <a:xfrm>
              <a:off x="4290498" y="191285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8"/>
            <p:cNvSpPr/>
            <p:nvPr/>
          </p:nvSpPr>
          <p:spPr>
            <a:xfrm>
              <a:off x="5842737" y="154940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9"/>
            <p:cNvSpPr/>
            <p:nvPr/>
          </p:nvSpPr>
          <p:spPr>
            <a:xfrm>
              <a:off x="4290498" y="197340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90"/>
            <p:cNvSpPr/>
            <p:nvPr/>
          </p:nvSpPr>
          <p:spPr>
            <a:xfrm>
              <a:off x="5587503" y="161011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1"/>
            <p:cNvSpPr/>
            <p:nvPr/>
          </p:nvSpPr>
          <p:spPr>
            <a:xfrm>
              <a:off x="5398288" y="1731757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2"/>
            <p:cNvSpPr/>
            <p:nvPr/>
          </p:nvSpPr>
          <p:spPr>
            <a:xfrm>
              <a:off x="5704786" y="1631046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3"/>
            <p:cNvSpPr/>
            <p:nvPr/>
          </p:nvSpPr>
          <p:spPr>
            <a:xfrm>
              <a:off x="5839382" y="1639008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4"/>
            <p:cNvSpPr/>
            <p:nvPr/>
          </p:nvSpPr>
          <p:spPr>
            <a:xfrm>
              <a:off x="4658566" y="158579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5"/>
            <p:cNvSpPr/>
            <p:nvPr/>
          </p:nvSpPr>
          <p:spPr>
            <a:xfrm>
              <a:off x="5842170" y="161279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6"/>
            <p:cNvSpPr/>
            <p:nvPr/>
          </p:nvSpPr>
          <p:spPr>
            <a:xfrm>
              <a:off x="5216767" y="162254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7"/>
            <p:cNvSpPr/>
            <p:nvPr/>
          </p:nvSpPr>
          <p:spPr>
            <a:xfrm>
              <a:off x="5843410" y="169738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8"/>
            <p:cNvSpPr/>
            <p:nvPr/>
          </p:nvSpPr>
          <p:spPr>
            <a:xfrm>
              <a:off x="5591388" y="161582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9"/>
            <p:cNvSpPr/>
            <p:nvPr/>
          </p:nvSpPr>
          <p:spPr>
            <a:xfrm>
              <a:off x="5742795" y="161310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500"/>
            <p:cNvSpPr/>
            <p:nvPr/>
          </p:nvSpPr>
          <p:spPr>
            <a:xfrm>
              <a:off x="5493052" y="152329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1"/>
            <p:cNvSpPr/>
            <p:nvPr/>
          </p:nvSpPr>
          <p:spPr>
            <a:xfrm>
              <a:off x="5326849" y="1951351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2"/>
            <p:cNvSpPr/>
            <p:nvPr/>
          </p:nvSpPr>
          <p:spPr>
            <a:xfrm>
              <a:off x="4567457" y="185266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3"/>
            <p:cNvSpPr/>
            <p:nvPr/>
          </p:nvSpPr>
          <p:spPr>
            <a:xfrm>
              <a:off x="5661137" y="182671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4"/>
            <p:cNvSpPr/>
            <p:nvPr/>
          </p:nvSpPr>
          <p:spPr>
            <a:xfrm>
              <a:off x="4633120" y="217436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5"/>
            <p:cNvSpPr/>
            <p:nvPr/>
          </p:nvSpPr>
          <p:spPr>
            <a:xfrm>
              <a:off x="4759692" y="190916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6"/>
            <p:cNvSpPr/>
            <p:nvPr/>
          </p:nvSpPr>
          <p:spPr>
            <a:xfrm>
              <a:off x="5326975" y="229401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7"/>
            <p:cNvSpPr/>
            <p:nvPr/>
          </p:nvSpPr>
          <p:spPr>
            <a:xfrm>
              <a:off x="5281366" y="1746887"/>
              <a:ext cx="47836" cy="478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8"/>
            <p:cNvSpPr/>
            <p:nvPr/>
          </p:nvSpPr>
          <p:spPr>
            <a:xfrm>
              <a:off x="5676664" y="1726495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9"/>
            <p:cNvSpPr/>
            <p:nvPr/>
          </p:nvSpPr>
          <p:spPr>
            <a:xfrm>
              <a:off x="5169536" y="180281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10"/>
            <p:cNvSpPr/>
            <p:nvPr/>
          </p:nvSpPr>
          <p:spPr>
            <a:xfrm>
              <a:off x="5416540" y="149693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1"/>
            <p:cNvSpPr/>
            <p:nvPr/>
          </p:nvSpPr>
          <p:spPr>
            <a:xfrm>
              <a:off x="4972765" y="156224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2"/>
            <p:cNvSpPr/>
            <p:nvPr/>
          </p:nvSpPr>
          <p:spPr>
            <a:xfrm>
              <a:off x="5843410" y="153851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3"/>
            <p:cNvSpPr/>
            <p:nvPr/>
          </p:nvSpPr>
          <p:spPr>
            <a:xfrm>
              <a:off x="5015422" y="178512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4"/>
            <p:cNvSpPr/>
            <p:nvPr/>
          </p:nvSpPr>
          <p:spPr>
            <a:xfrm>
              <a:off x="5842737" y="178170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5"/>
            <p:cNvSpPr/>
            <p:nvPr/>
          </p:nvSpPr>
          <p:spPr>
            <a:xfrm>
              <a:off x="5312442" y="150931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6"/>
            <p:cNvSpPr/>
            <p:nvPr/>
          </p:nvSpPr>
          <p:spPr>
            <a:xfrm>
              <a:off x="5543442" y="1619264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7"/>
            <p:cNvSpPr/>
            <p:nvPr/>
          </p:nvSpPr>
          <p:spPr>
            <a:xfrm>
              <a:off x="5840803" y="169432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8"/>
            <p:cNvSpPr/>
            <p:nvPr/>
          </p:nvSpPr>
          <p:spPr>
            <a:xfrm>
              <a:off x="5844287" y="156060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9"/>
            <p:cNvSpPr/>
            <p:nvPr/>
          </p:nvSpPr>
          <p:spPr>
            <a:xfrm>
              <a:off x="5843410" y="161959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20"/>
            <p:cNvSpPr/>
            <p:nvPr/>
          </p:nvSpPr>
          <p:spPr>
            <a:xfrm>
              <a:off x="5843410" y="153183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1"/>
            <p:cNvSpPr/>
            <p:nvPr/>
          </p:nvSpPr>
          <p:spPr>
            <a:xfrm>
              <a:off x="5409758" y="1738814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2"/>
            <p:cNvSpPr/>
            <p:nvPr/>
          </p:nvSpPr>
          <p:spPr>
            <a:xfrm>
              <a:off x="5838482" y="1560759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3"/>
            <p:cNvSpPr/>
            <p:nvPr/>
          </p:nvSpPr>
          <p:spPr>
            <a:xfrm>
              <a:off x="5842737" y="161009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4"/>
            <p:cNvSpPr/>
            <p:nvPr/>
          </p:nvSpPr>
          <p:spPr>
            <a:xfrm>
              <a:off x="5533214" y="1682462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5"/>
            <p:cNvSpPr/>
            <p:nvPr/>
          </p:nvSpPr>
          <p:spPr>
            <a:xfrm>
              <a:off x="5843410" y="175241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6"/>
            <p:cNvSpPr/>
            <p:nvPr/>
          </p:nvSpPr>
          <p:spPr>
            <a:xfrm>
              <a:off x="5846405" y="160392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7"/>
            <p:cNvSpPr/>
            <p:nvPr/>
          </p:nvSpPr>
          <p:spPr>
            <a:xfrm>
              <a:off x="5842170" y="160105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8"/>
            <p:cNvSpPr/>
            <p:nvPr/>
          </p:nvSpPr>
          <p:spPr>
            <a:xfrm>
              <a:off x="5843410" y="154824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9"/>
            <p:cNvSpPr/>
            <p:nvPr/>
          </p:nvSpPr>
          <p:spPr>
            <a:xfrm>
              <a:off x="5842170" y="174708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30"/>
            <p:cNvSpPr/>
            <p:nvPr/>
          </p:nvSpPr>
          <p:spPr>
            <a:xfrm>
              <a:off x="5843410" y="150732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1"/>
            <p:cNvSpPr/>
            <p:nvPr/>
          </p:nvSpPr>
          <p:spPr>
            <a:xfrm>
              <a:off x="5844287" y="147215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2"/>
            <p:cNvSpPr/>
            <p:nvPr/>
          </p:nvSpPr>
          <p:spPr>
            <a:xfrm>
              <a:off x="4288380" y="149841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3"/>
            <p:cNvSpPr/>
            <p:nvPr/>
          </p:nvSpPr>
          <p:spPr>
            <a:xfrm>
              <a:off x="5445357" y="186909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4"/>
            <p:cNvSpPr/>
            <p:nvPr/>
          </p:nvSpPr>
          <p:spPr>
            <a:xfrm>
              <a:off x="5841670" y="170449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t1535"/>
            <p:cNvSpPr/>
            <p:nvPr/>
          </p:nvSpPr>
          <p:spPr>
            <a:xfrm>
              <a:off x="5844287" y="167623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t1536"/>
            <p:cNvSpPr/>
            <p:nvPr/>
          </p:nvSpPr>
          <p:spPr>
            <a:xfrm>
              <a:off x="5576163" y="1795925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t1537"/>
            <p:cNvSpPr/>
            <p:nvPr/>
          </p:nvSpPr>
          <p:spPr>
            <a:xfrm>
              <a:off x="5259392" y="194810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t1538"/>
            <p:cNvSpPr/>
            <p:nvPr/>
          </p:nvSpPr>
          <p:spPr>
            <a:xfrm>
              <a:off x="5608559" y="166964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t1539"/>
            <p:cNvSpPr/>
            <p:nvPr/>
          </p:nvSpPr>
          <p:spPr>
            <a:xfrm>
              <a:off x="4610097" y="186001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t1540"/>
            <p:cNvSpPr/>
            <p:nvPr/>
          </p:nvSpPr>
          <p:spPr>
            <a:xfrm>
              <a:off x="5846405" y="163370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t1541"/>
            <p:cNvSpPr/>
            <p:nvPr/>
          </p:nvSpPr>
          <p:spPr>
            <a:xfrm>
              <a:off x="5844287" y="162153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2"/>
            <p:cNvSpPr/>
            <p:nvPr/>
          </p:nvSpPr>
          <p:spPr>
            <a:xfrm>
              <a:off x="5572045" y="208755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3"/>
            <p:cNvSpPr/>
            <p:nvPr/>
          </p:nvSpPr>
          <p:spPr>
            <a:xfrm>
              <a:off x="5461303" y="1629034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t1544"/>
            <p:cNvSpPr/>
            <p:nvPr/>
          </p:nvSpPr>
          <p:spPr>
            <a:xfrm>
              <a:off x="5733537" y="163491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t1545"/>
            <p:cNvSpPr/>
            <p:nvPr/>
          </p:nvSpPr>
          <p:spPr>
            <a:xfrm>
              <a:off x="5844287" y="161933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t1546"/>
            <p:cNvSpPr/>
            <p:nvPr/>
          </p:nvSpPr>
          <p:spPr>
            <a:xfrm>
              <a:off x="5601513" y="1725693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t1547"/>
            <p:cNvSpPr/>
            <p:nvPr/>
          </p:nvSpPr>
          <p:spPr>
            <a:xfrm>
              <a:off x="5846405" y="162929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t1548"/>
            <p:cNvSpPr/>
            <p:nvPr/>
          </p:nvSpPr>
          <p:spPr>
            <a:xfrm>
              <a:off x="5274540" y="165052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t1549"/>
            <p:cNvSpPr/>
            <p:nvPr/>
          </p:nvSpPr>
          <p:spPr>
            <a:xfrm>
              <a:off x="5515599" y="173336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t1550"/>
            <p:cNvSpPr/>
            <p:nvPr/>
          </p:nvSpPr>
          <p:spPr>
            <a:xfrm>
              <a:off x="5844287" y="214262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t1551"/>
            <p:cNvSpPr/>
            <p:nvPr/>
          </p:nvSpPr>
          <p:spPr>
            <a:xfrm>
              <a:off x="5556845" y="164669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t1552"/>
            <p:cNvSpPr/>
            <p:nvPr/>
          </p:nvSpPr>
          <p:spPr>
            <a:xfrm>
              <a:off x="5594399" y="1692658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t1553"/>
            <p:cNvSpPr/>
            <p:nvPr/>
          </p:nvSpPr>
          <p:spPr>
            <a:xfrm>
              <a:off x="5846405" y="223110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t1554"/>
            <p:cNvSpPr/>
            <p:nvPr/>
          </p:nvSpPr>
          <p:spPr>
            <a:xfrm>
              <a:off x="5245722" y="1830316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5"/>
            <p:cNvSpPr/>
            <p:nvPr/>
          </p:nvSpPr>
          <p:spPr>
            <a:xfrm>
              <a:off x="5844287" y="159480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6"/>
            <p:cNvSpPr/>
            <p:nvPr/>
          </p:nvSpPr>
          <p:spPr>
            <a:xfrm>
              <a:off x="5841670" y="157146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7"/>
            <p:cNvSpPr/>
            <p:nvPr/>
          </p:nvSpPr>
          <p:spPr>
            <a:xfrm>
              <a:off x="5691373" y="1530716"/>
              <a:ext cx="47490" cy="474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8"/>
            <p:cNvSpPr/>
            <p:nvPr/>
          </p:nvSpPr>
          <p:spPr>
            <a:xfrm>
              <a:off x="5843410" y="162633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9"/>
            <p:cNvSpPr/>
            <p:nvPr/>
          </p:nvSpPr>
          <p:spPr>
            <a:xfrm>
              <a:off x="5843410" y="166894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60"/>
            <p:cNvSpPr/>
            <p:nvPr/>
          </p:nvSpPr>
          <p:spPr>
            <a:xfrm>
              <a:off x="5216619" y="166527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1"/>
            <p:cNvSpPr/>
            <p:nvPr/>
          </p:nvSpPr>
          <p:spPr>
            <a:xfrm>
              <a:off x="5784480" y="1513533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2"/>
            <p:cNvSpPr/>
            <p:nvPr/>
          </p:nvSpPr>
          <p:spPr>
            <a:xfrm>
              <a:off x="5846405" y="160321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3"/>
            <p:cNvSpPr/>
            <p:nvPr/>
          </p:nvSpPr>
          <p:spPr>
            <a:xfrm>
              <a:off x="5457404" y="1524310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4"/>
            <p:cNvSpPr/>
            <p:nvPr/>
          </p:nvSpPr>
          <p:spPr>
            <a:xfrm>
              <a:off x="5423758" y="167099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5"/>
            <p:cNvSpPr/>
            <p:nvPr/>
          </p:nvSpPr>
          <p:spPr>
            <a:xfrm>
              <a:off x="4976089" y="168256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6"/>
            <p:cNvSpPr/>
            <p:nvPr/>
          </p:nvSpPr>
          <p:spPr>
            <a:xfrm>
              <a:off x="5841218" y="168436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7"/>
            <p:cNvSpPr/>
            <p:nvPr/>
          </p:nvSpPr>
          <p:spPr>
            <a:xfrm>
              <a:off x="5032028" y="165056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8"/>
            <p:cNvSpPr/>
            <p:nvPr/>
          </p:nvSpPr>
          <p:spPr>
            <a:xfrm>
              <a:off x="5608681" y="155555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9"/>
            <p:cNvSpPr/>
            <p:nvPr/>
          </p:nvSpPr>
          <p:spPr>
            <a:xfrm>
              <a:off x="5842737" y="165220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70"/>
            <p:cNvSpPr/>
            <p:nvPr/>
          </p:nvSpPr>
          <p:spPr>
            <a:xfrm>
              <a:off x="5295693" y="172283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1"/>
            <p:cNvSpPr/>
            <p:nvPr/>
          </p:nvSpPr>
          <p:spPr>
            <a:xfrm>
              <a:off x="5841218" y="151573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2"/>
            <p:cNvSpPr/>
            <p:nvPr/>
          </p:nvSpPr>
          <p:spPr>
            <a:xfrm>
              <a:off x="5694523" y="166983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3"/>
            <p:cNvSpPr/>
            <p:nvPr/>
          </p:nvSpPr>
          <p:spPr>
            <a:xfrm>
              <a:off x="5690640" y="162839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4"/>
            <p:cNvSpPr/>
            <p:nvPr/>
          </p:nvSpPr>
          <p:spPr>
            <a:xfrm>
              <a:off x="5561738" y="1732087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5"/>
            <p:cNvSpPr/>
            <p:nvPr/>
          </p:nvSpPr>
          <p:spPr>
            <a:xfrm>
              <a:off x="4290498" y="153403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6"/>
            <p:cNvSpPr/>
            <p:nvPr/>
          </p:nvSpPr>
          <p:spPr>
            <a:xfrm>
              <a:off x="5349735" y="1466271"/>
              <a:ext cx="55075" cy="550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7"/>
            <p:cNvSpPr/>
            <p:nvPr/>
          </p:nvSpPr>
          <p:spPr>
            <a:xfrm>
              <a:off x="5597012" y="1533971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8"/>
            <p:cNvSpPr/>
            <p:nvPr/>
          </p:nvSpPr>
          <p:spPr>
            <a:xfrm>
              <a:off x="4290498" y="141386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9"/>
            <p:cNvSpPr/>
            <p:nvPr/>
          </p:nvSpPr>
          <p:spPr>
            <a:xfrm>
              <a:off x="5679413" y="1583707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80"/>
            <p:cNvSpPr/>
            <p:nvPr/>
          </p:nvSpPr>
          <p:spPr>
            <a:xfrm>
              <a:off x="5681314" y="1782806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1"/>
            <p:cNvSpPr/>
            <p:nvPr/>
          </p:nvSpPr>
          <p:spPr>
            <a:xfrm>
              <a:off x="5705224" y="1456856"/>
              <a:ext cx="52268" cy="5226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2"/>
            <p:cNvSpPr/>
            <p:nvPr/>
          </p:nvSpPr>
          <p:spPr>
            <a:xfrm>
              <a:off x="5083183" y="162609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3"/>
            <p:cNvSpPr/>
            <p:nvPr/>
          </p:nvSpPr>
          <p:spPr>
            <a:xfrm>
              <a:off x="5320601" y="177671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4"/>
            <p:cNvSpPr/>
            <p:nvPr/>
          </p:nvSpPr>
          <p:spPr>
            <a:xfrm>
              <a:off x="5766333" y="1631211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5"/>
            <p:cNvSpPr/>
            <p:nvPr/>
          </p:nvSpPr>
          <p:spPr>
            <a:xfrm>
              <a:off x="5846405" y="164322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6"/>
            <p:cNvSpPr/>
            <p:nvPr/>
          </p:nvSpPr>
          <p:spPr>
            <a:xfrm>
              <a:off x="5236947" y="175860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7"/>
            <p:cNvSpPr/>
            <p:nvPr/>
          </p:nvSpPr>
          <p:spPr>
            <a:xfrm>
              <a:off x="5683499" y="165649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8"/>
            <p:cNvSpPr/>
            <p:nvPr/>
          </p:nvSpPr>
          <p:spPr>
            <a:xfrm>
              <a:off x="4977830" y="194357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9"/>
            <p:cNvSpPr/>
            <p:nvPr/>
          </p:nvSpPr>
          <p:spPr>
            <a:xfrm>
              <a:off x="5842170" y="177242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90"/>
            <p:cNvSpPr/>
            <p:nvPr/>
          </p:nvSpPr>
          <p:spPr>
            <a:xfrm>
              <a:off x="4980929" y="201076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1"/>
            <p:cNvSpPr/>
            <p:nvPr/>
          </p:nvSpPr>
          <p:spPr>
            <a:xfrm>
              <a:off x="5842737" y="156543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2"/>
            <p:cNvSpPr/>
            <p:nvPr/>
          </p:nvSpPr>
          <p:spPr>
            <a:xfrm>
              <a:off x="5521279" y="1643635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3"/>
            <p:cNvSpPr/>
            <p:nvPr/>
          </p:nvSpPr>
          <p:spPr>
            <a:xfrm>
              <a:off x="5748810" y="161297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4"/>
            <p:cNvSpPr/>
            <p:nvPr/>
          </p:nvSpPr>
          <p:spPr>
            <a:xfrm>
              <a:off x="5034183" y="222810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5"/>
            <p:cNvSpPr/>
            <p:nvPr/>
          </p:nvSpPr>
          <p:spPr>
            <a:xfrm>
              <a:off x="5840053" y="159276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6"/>
            <p:cNvSpPr/>
            <p:nvPr/>
          </p:nvSpPr>
          <p:spPr>
            <a:xfrm>
              <a:off x="5380670" y="174354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7"/>
            <p:cNvSpPr/>
            <p:nvPr/>
          </p:nvSpPr>
          <p:spPr>
            <a:xfrm>
              <a:off x="5210086" y="183911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8"/>
            <p:cNvSpPr/>
            <p:nvPr/>
          </p:nvSpPr>
          <p:spPr>
            <a:xfrm>
              <a:off x="5841670" y="153742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9"/>
            <p:cNvSpPr/>
            <p:nvPr/>
          </p:nvSpPr>
          <p:spPr>
            <a:xfrm>
              <a:off x="5844287" y="175622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600"/>
            <p:cNvSpPr/>
            <p:nvPr/>
          </p:nvSpPr>
          <p:spPr>
            <a:xfrm>
              <a:off x="5407294" y="172803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1"/>
            <p:cNvSpPr/>
            <p:nvPr/>
          </p:nvSpPr>
          <p:spPr>
            <a:xfrm>
              <a:off x="5846405" y="221925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2"/>
            <p:cNvSpPr/>
            <p:nvPr/>
          </p:nvSpPr>
          <p:spPr>
            <a:xfrm>
              <a:off x="5844287" y="152358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3"/>
            <p:cNvSpPr/>
            <p:nvPr/>
          </p:nvSpPr>
          <p:spPr>
            <a:xfrm>
              <a:off x="5546769" y="161854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4"/>
            <p:cNvSpPr/>
            <p:nvPr/>
          </p:nvSpPr>
          <p:spPr>
            <a:xfrm>
              <a:off x="5846405" y="174842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5643356" y="156824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5455362" y="160067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5392137" y="172351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5411511" y="153564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5844287" y="202003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5104402" y="175815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5429480" y="185641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5846405" y="143057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5465882" y="186051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4"/>
            <p:cNvSpPr/>
            <p:nvPr/>
          </p:nvSpPr>
          <p:spPr>
            <a:xfrm>
              <a:off x="4451283" y="164596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5"/>
            <p:cNvSpPr/>
            <p:nvPr/>
          </p:nvSpPr>
          <p:spPr>
            <a:xfrm>
              <a:off x="5842737" y="145693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6"/>
            <p:cNvSpPr/>
            <p:nvPr/>
          </p:nvSpPr>
          <p:spPr>
            <a:xfrm>
              <a:off x="5839382" y="1753235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7"/>
            <p:cNvSpPr/>
            <p:nvPr/>
          </p:nvSpPr>
          <p:spPr>
            <a:xfrm>
              <a:off x="5466545" y="201100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8"/>
            <p:cNvSpPr/>
            <p:nvPr/>
          </p:nvSpPr>
          <p:spPr>
            <a:xfrm>
              <a:off x="5433854" y="173888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9"/>
            <p:cNvSpPr/>
            <p:nvPr/>
          </p:nvSpPr>
          <p:spPr>
            <a:xfrm>
              <a:off x="5844287" y="155097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20"/>
            <p:cNvSpPr/>
            <p:nvPr/>
          </p:nvSpPr>
          <p:spPr>
            <a:xfrm>
              <a:off x="5844287" y="164598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1"/>
            <p:cNvSpPr/>
            <p:nvPr/>
          </p:nvSpPr>
          <p:spPr>
            <a:xfrm>
              <a:off x="5206775" y="169149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2"/>
            <p:cNvSpPr/>
            <p:nvPr/>
          </p:nvSpPr>
          <p:spPr>
            <a:xfrm>
              <a:off x="5575779" y="1675554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3"/>
            <p:cNvSpPr/>
            <p:nvPr/>
          </p:nvSpPr>
          <p:spPr>
            <a:xfrm>
              <a:off x="5453176" y="184983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4"/>
            <p:cNvSpPr/>
            <p:nvPr/>
          </p:nvSpPr>
          <p:spPr>
            <a:xfrm>
              <a:off x="5841670" y="190018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5"/>
            <p:cNvSpPr/>
            <p:nvPr/>
          </p:nvSpPr>
          <p:spPr>
            <a:xfrm>
              <a:off x="5844287" y="161236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6"/>
            <p:cNvSpPr/>
            <p:nvPr/>
          </p:nvSpPr>
          <p:spPr>
            <a:xfrm>
              <a:off x="4988446" y="200003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7"/>
            <p:cNvSpPr/>
            <p:nvPr/>
          </p:nvSpPr>
          <p:spPr>
            <a:xfrm>
              <a:off x="5117309" y="168468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8"/>
            <p:cNvSpPr/>
            <p:nvPr/>
          </p:nvSpPr>
          <p:spPr>
            <a:xfrm>
              <a:off x="5844287" y="145288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9"/>
            <p:cNvSpPr/>
            <p:nvPr/>
          </p:nvSpPr>
          <p:spPr>
            <a:xfrm>
              <a:off x="5729421" y="148379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30"/>
            <p:cNvSpPr/>
            <p:nvPr/>
          </p:nvSpPr>
          <p:spPr>
            <a:xfrm>
              <a:off x="4290498" y="188145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1"/>
            <p:cNvSpPr/>
            <p:nvPr/>
          </p:nvSpPr>
          <p:spPr>
            <a:xfrm>
              <a:off x="5844287" y="187275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2"/>
            <p:cNvSpPr/>
            <p:nvPr/>
          </p:nvSpPr>
          <p:spPr>
            <a:xfrm>
              <a:off x="4837945" y="181723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3"/>
            <p:cNvSpPr/>
            <p:nvPr/>
          </p:nvSpPr>
          <p:spPr>
            <a:xfrm>
              <a:off x="5460811" y="185606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4"/>
            <p:cNvSpPr/>
            <p:nvPr/>
          </p:nvSpPr>
          <p:spPr>
            <a:xfrm>
              <a:off x="5719529" y="1660938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5"/>
            <p:cNvSpPr/>
            <p:nvPr/>
          </p:nvSpPr>
          <p:spPr>
            <a:xfrm>
              <a:off x="5841670" y="168637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6"/>
            <p:cNvSpPr/>
            <p:nvPr/>
          </p:nvSpPr>
          <p:spPr>
            <a:xfrm>
              <a:off x="5844287" y="179991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7"/>
            <p:cNvSpPr/>
            <p:nvPr/>
          </p:nvSpPr>
          <p:spPr>
            <a:xfrm>
              <a:off x="5526138" y="174977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8"/>
            <p:cNvSpPr/>
            <p:nvPr/>
          </p:nvSpPr>
          <p:spPr>
            <a:xfrm>
              <a:off x="5367979" y="179639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9"/>
            <p:cNvSpPr/>
            <p:nvPr/>
          </p:nvSpPr>
          <p:spPr>
            <a:xfrm>
              <a:off x="5843410" y="178477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40"/>
            <p:cNvSpPr/>
            <p:nvPr/>
          </p:nvSpPr>
          <p:spPr>
            <a:xfrm>
              <a:off x="5844287" y="164546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1"/>
            <p:cNvSpPr/>
            <p:nvPr/>
          </p:nvSpPr>
          <p:spPr>
            <a:xfrm>
              <a:off x="5846405" y="173132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2"/>
            <p:cNvSpPr/>
            <p:nvPr/>
          </p:nvSpPr>
          <p:spPr>
            <a:xfrm>
              <a:off x="5329556" y="170292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3"/>
            <p:cNvSpPr/>
            <p:nvPr/>
          </p:nvSpPr>
          <p:spPr>
            <a:xfrm>
              <a:off x="4712445" y="188030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4"/>
            <p:cNvSpPr/>
            <p:nvPr/>
          </p:nvSpPr>
          <p:spPr>
            <a:xfrm>
              <a:off x="5841218" y="146897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5"/>
            <p:cNvSpPr/>
            <p:nvPr/>
          </p:nvSpPr>
          <p:spPr>
            <a:xfrm>
              <a:off x="5655896" y="159286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6"/>
            <p:cNvSpPr/>
            <p:nvPr/>
          </p:nvSpPr>
          <p:spPr>
            <a:xfrm>
              <a:off x="5844287" y="154224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7"/>
            <p:cNvSpPr/>
            <p:nvPr/>
          </p:nvSpPr>
          <p:spPr>
            <a:xfrm>
              <a:off x="5562183" y="1597160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t1648"/>
            <p:cNvSpPr/>
            <p:nvPr/>
          </p:nvSpPr>
          <p:spPr>
            <a:xfrm>
              <a:off x="5844287" y="170090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t1649"/>
            <p:cNvSpPr/>
            <p:nvPr/>
          </p:nvSpPr>
          <p:spPr>
            <a:xfrm>
              <a:off x="5552369" y="161363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t1650"/>
            <p:cNvSpPr/>
            <p:nvPr/>
          </p:nvSpPr>
          <p:spPr>
            <a:xfrm>
              <a:off x="5795374" y="1685425"/>
              <a:ext cx="55343" cy="5534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t1651"/>
            <p:cNvSpPr/>
            <p:nvPr/>
          </p:nvSpPr>
          <p:spPr>
            <a:xfrm>
              <a:off x="5843410" y="155542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t1652"/>
            <p:cNvSpPr/>
            <p:nvPr/>
          </p:nvSpPr>
          <p:spPr>
            <a:xfrm>
              <a:off x="5493165" y="175197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t1653"/>
            <p:cNvSpPr/>
            <p:nvPr/>
          </p:nvSpPr>
          <p:spPr>
            <a:xfrm>
              <a:off x="5843410" y="146526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t1654"/>
            <p:cNvSpPr/>
            <p:nvPr/>
          </p:nvSpPr>
          <p:spPr>
            <a:xfrm>
              <a:off x="5366100" y="1637451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t1655"/>
            <p:cNvSpPr/>
            <p:nvPr/>
          </p:nvSpPr>
          <p:spPr>
            <a:xfrm>
              <a:off x="5501065" y="1680606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t1656"/>
            <p:cNvSpPr/>
            <p:nvPr/>
          </p:nvSpPr>
          <p:spPr>
            <a:xfrm>
              <a:off x="5451809" y="1647517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t1657"/>
            <p:cNvSpPr/>
            <p:nvPr/>
          </p:nvSpPr>
          <p:spPr>
            <a:xfrm>
              <a:off x="5165318" y="168661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t1658"/>
            <p:cNvSpPr/>
            <p:nvPr/>
          </p:nvSpPr>
          <p:spPr>
            <a:xfrm>
              <a:off x="5844287" y="166154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t1659"/>
            <p:cNvSpPr/>
            <p:nvPr/>
          </p:nvSpPr>
          <p:spPr>
            <a:xfrm>
              <a:off x="5844287" y="158186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t1660"/>
            <p:cNvSpPr/>
            <p:nvPr/>
          </p:nvSpPr>
          <p:spPr>
            <a:xfrm>
              <a:off x="5705366" y="203322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1"/>
            <p:cNvSpPr/>
            <p:nvPr/>
          </p:nvSpPr>
          <p:spPr>
            <a:xfrm>
              <a:off x="5401367" y="179326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2"/>
            <p:cNvSpPr/>
            <p:nvPr/>
          </p:nvSpPr>
          <p:spPr>
            <a:xfrm>
              <a:off x="5843410" y="153194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3"/>
            <p:cNvSpPr/>
            <p:nvPr/>
          </p:nvSpPr>
          <p:spPr>
            <a:xfrm>
              <a:off x="5654116" y="153068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4"/>
            <p:cNvSpPr/>
            <p:nvPr/>
          </p:nvSpPr>
          <p:spPr>
            <a:xfrm>
              <a:off x="5384696" y="1610284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5"/>
            <p:cNvSpPr/>
            <p:nvPr/>
          </p:nvSpPr>
          <p:spPr>
            <a:xfrm>
              <a:off x="5325652" y="148116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6"/>
            <p:cNvSpPr/>
            <p:nvPr/>
          </p:nvSpPr>
          <p:spPr>
            <a:xfrm>
              <a:off x="5839709" y="152325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7"/>
            <p:cNvSpPr/>
            <p:nvPr/>
          </p:nvSpPr>
          <p:spPr>
            <a:xfrm>
              <a:off x="5402807" y="1704564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8"/>
            <p:cNvSpPr/>
            <p:nvPr/>
          </p:nvSpPr>
          <p:spPr>
            <a:xfrm>
              <a:off x="5824820" y="1576183"/>
              <a:ext cx="47139" cy="4713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9"/>
            <p:cNvSpPr/>
            <p:nvPr/>
          </p:nvSpPr>
          <p:spPr>
            <a:xfrm>
              <a:off x="5515108" y="162968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70"/>
            <p:cNvSpPr/>
            <p:nvPr/>
          </p:nvSpPr>
          <p:spPr>
            <a:xfrm>
              <a:off x="5843410" y="141217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1"/>
            <p:cNvSpPr/>
            <p:nvPr/>
          </p:nvSpPr>
          <p:spPr>
            <a:xfrm>
              <a:off x="5840803" y="158987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t1672"/>
            <p:cNvSpPr/>
            <p:nvPr/>
          </p:nvSpPr>
          <p:spPr>
            <a:xfrm>
              <a:off x="5672814" y="1755885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t1673"/>
            <p:cNvSpPr/>
            <p:nvPr/>
          </p:nvSpPr>
          <p:spPr>
            <a:xfrm>
              <a:off x="5846405" y="151887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t1674"/>
            <p:cNvSpPr/>
            <p:nvPr/>
          </p:nvSpPr>
          <p:spPr>
            <a:xfrm>
              <a:off x="4653056" y="198657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t1675"/>
            <p:cNvSpPr/>
            <p:nvPr/>
          </p:nvSpPr>
          <p:spPr>
            <a:xfrm>
              <a:off x="5839709" y="158033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t1676"/>
            <p:cNvSpPr/>
            <p:nvPr/>
          </p:nvSpPr>
          <p:spPr>
            <a:xfrm>
              <a:off x="5502157" y="162698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t1677"/>
            <p:cNvSpPr/>
            <p:nvPr/>
          </p:nvSpPr>
          <p:spPr>
            <a:xfrm>
              <a:off x="5839382" y="1470398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t1678"/>
            <p:cNvSpPr/>
            <p:nvPr/>
          </p:nvSpPr>
          <p:spPr>
            <a:xfrm>
              <a:off x="5766624" y="1508846"/>
              <a:ext cx="45686" cy="4568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t1679"/>
            <p:cNvSpPr/>
            <p:nvPr/>
          </p:nvSpPr>
          <p:spPr>
            <a:xfrm>
              <a:off x="5840416" y="151059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t1680"/>
            <p:cNvSpPr/>
            <p:nvPr/>
          </p:nvSpPr>
          <p:spPr>
            <a:xfrm>
              <a:off x="5523812" y="162759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t1681"/>
            <p:cNvSpPr/>
            <p:nvPr/>
          </p:nvSpPr>
          <p:spPr>
            <a:xfrm>
              <a:off x="4809128" y="186792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t1682"/>
            <p:cNvSpPr/>
            <p:nvPr/>
          </p:nvSpPr>
          <p:spPr>
            <a:xfrm>
              <a:off x="5686700" y="169442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t1683"/>
            <p:cNvSpPr/>
            <p:nvPr/>
          </p:nvSpPr>
          <p:spPr>
            <a:xfrm>
              <a:off x="5633834" y="1589487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t1684"/>
            <p:cNvSpPr/>
            <p:nvPr/>
          </p:nvSpPr>
          <p:spPr>
            <a:xfrm>
              <a:off x="5843410" y="145132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t1685"/>
            <p:cNvSpPr/>
            <p:nvPr/>
          </p:nvSpPr>
          <p:spPr>
            <a:xfrm>
              <a:off x="5622579" y="1553013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t1686"/>
            <p:cNvSpPr/>
            <p:nvPr/>
          </p:nvSpPr>
          <p:spPr>
            <a:xfrm>
              <a:off x="5640644" y="1553128"/>
              <a:ext cx="49175" cy="491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t1687"/>
            <p:cNvSpPr/>
            <p:nvPr/>
          </p:nvSpPr>
          <p:spPr>
            <a:xfrm>
              <a:off x="5842170" y="159595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t1688"/>
            <p:cNvSpPr/>
            <p:nvPr/>
          </p:nvSpPr>
          <p:spPr>
            <a:xfrm>
              <a:off x="5664757" y="1553302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t1689"/>
            <p:cNvSpPr/>
            <p:nvPr/>
          </p:nvSpPr>
          <p:spPr>
            <a:xfrm>
              <a:off x="5842737" y="191359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t1690"/>
            <p:cNvSpPr/>
            <p:nvPr/>
          </p:nvSpPr>
          <p:spPr>
            <a:xfrm>
              <a:off x="5842737" y="151610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t1691"/>
            <p:cNvSpPr/>
            <p:nvPr/>
          </p:nvSpPr>
          <p:spPr>
            <a:xfrm>
              <a:off x="5748334" y="1544273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t1692"/>
            <p:cNvSpPr/>
            <p:nvPr/>
          </p:nvSpPr>
          <p:spPr>
            <a:xfrm>
              <a:off x="5400018" y="172039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t1693"/>
            <p:cNvSpPr/>
            <p:nvPr/>
          </p:nvSpPr>
          <p:spPr>
            <a:xfrm>
              <a:off x="5840416" y="150403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t1694"/>
            <p:cNvSpPr/>
            <p:nvPr/>
          </p:nvSpPr>
          <p:spPr>
            <a:xfrm>
              <a:off x="5306974" y="166722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t1695"/>
            <p:cNvSpPr/>
            <p:nvPr/>
          </p:nvSpPr>
          <p:spPr>
            <a:xfrm>
              <a:off x="5839070" y="152479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t1696"/>
            <p:cNvSpPr/>
            <p:nvPr/>
          </p:nvSpPr>
          <p:spPr>
            <a:xfrm>
              <a:off x="5725803" y="1559221"/>
              <a:ext cx="50138" cy="5013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t1697"/>
            <p:cNvSpPr/>
            <p:nvPr/>
          </p:nvSpPr>
          <p:spPr>
            <a:xfrm>
              <a:off x="5846405" y="146520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t1698"/>
            <p:cNvSpPr/>
            <p:nvPr/>
          </p:nvSpPr>
          <p:spPr>
            <a:xfrm>
              <a:off x="5267414" y="155234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t1699"/>
            <p:cNvSpPr/>
            <p:nvPr/>
          </p:nvSpPr>
          <p:spPr>
            <a:xfrm>
              <a:off x="5842737" y="154776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t1700"/>
            <p:cNvSpPr/>
            <p:nvPr/>
          </p:nvSpPr>
          <p:spPr>
            <a:xfrm>
              <a:off x="5525406" y="1577516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t1701"/>
            <p:cNvSpPr/>
            <p:nvPr/>
          </p:nvSpPr>
          <p:spPr>
            <a:xfrm>
              <a:off x="5688916" y="1542776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t1702"/>
            <p:cNvSpPr/>
            <p:nvPr/>
          </p:nvSpPr>
          <p:spPr>
            <a:xfrm>
              <a:off x="5006985" y="155333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t1703"/>
            <p:cNvSpPr/>
            <p:nvPr/>
          </p:nvSpPr>
          <p:spPr>
            <a:xfrm>
              <a:off x="5846405" y="140113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t1704"/>
            <p:cNvSpPr/>
            <p:nvPr/>
          </p:nvSpPr>
          <p:spPr>
            <a:xfrm>
              <a:off x="5458274" y="1746855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t1705"/>
            <p:cNvSpPr/>
            <p:nvPr/>
          </p:nvSpPr>
          <p:spPr>
            <a:xfrm>
              <a:off x="5843410" y="171590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t1706"/>
            <p:cNvSpPr/>
            <p:nvPr/>
          </p:nvSpPr>
          <p:spPr>
            <a:xfrm>
              <a:off x="5843410" y="211188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t1707"/>
            <p:cNvSpPr/>
            <p:nvPr/>
          </p:nvSpPr>
          <p:spPr>
            <a:xfrm>
              <a:off x="5713453" y="1572228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t1708"/>
            <p:cNvSpPr/>
            <p:nvPr/>
          </p:nvSpPr>
          <p:spPr>
            <a:xfrm>
              <a:off x="5378631" y="1710237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t1709"/>
            <p:cNvSpPr/>
            <p:nvPr/>
          </p:nvSpPr>
          <p:spPr>
            <a:xfrm>
              <a:off x="5718543" y="1723694"/>
              <a:ext cx="45686" cy="4568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t1710"/>
            <p:cNvSpPr/>
            <p:nvPr/>
          </p:nvSpPr>
          <p:spPr>
            <a:xfrm>
              <a:off x="5612894" y="1681351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t1711"/>
            <p:cNvSpPr/>
            <p:nvPr/>
          </p:nvSpPr>
          <p:spPr>
            <a:xfrm>
              <a:off x="5449778" y="160373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t1712"/>
            <p:cNvSpPr/>
            <p:nvPr/>
          </p:nvSpPr>
          <p:spPr>
            <a:xfrm>
              <a:off x="5613583" y="1711022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t1713"/>
            <p:cNvSpPr/>
            <p:nvPr/>
          </p:nvSpPr>
          <p:spPr>
            <a:xfrm>
              <a:off x="4642251" y="200243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t1714"/>
            <p:cNvSpPr/>
            <p:nvPr/>
          </p:nvSpPr>
          <p:spPr>
            <a:xfrm>
              <a:off x="5268842" y="174524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t1715"/>
            <p:cNvSpPr/>
            <p:nvPr/>
          </p:nvSpPr>
          <p:spPr>
            <a:xfrm>
              <a:off x="5653961" y="188891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t1716"/>
            <p:cNvSpPr/>
            <p:nvPr/>
          </p:nvSpPr>
          <p:spPr>
            <a:xfrm>
              <a:off x="5517287" y="1930043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t1717"/>
            <p:cNvSpPr/>
            <p:nvPr/>
          </p:nvSpPr>
          <p:spPr>
            <a:xfrm>
              <a:off x="4290498" y="240008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t1718"/>
            <p:cNvSpPr/>
            <p:nvPr/>
          </p:nvSpPr>
          <p:spPr>
            <a:xfrm>
              <a:off x="5334728" y="1722028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t1719"/>
            <p:cNvSpPr/>
            <p:nvPr/>
          </p:nvSpPr>
          <p:spPr>
            <a:xfrm>
              <a:off x="5840803" y="1490638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t1720"/>
            <p:cNvSpPr/>
            <p:nvPr/>
          </p:nvSpPr>
          <p:spPr>
            <a:xfrm>
              <a:off x="5433509" y="1789053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t1721"/>
            <p:cNvSpPr/>
            <p:nvPr/>
          </p:nvSpPr>
          <p:spPr>
            <a:xfrm>
              <a:off x="5558122" y="157229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t1722"/>
            <p:cNvSpPr/>
            <p:nvPr/>
          </p:nvSpPr>
          <p:spPr>
            <a:xfrm>
              <a:off x="5840053" y="168336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t1723"/>
            <p:cNvSpPr/>
            <p:nvPr/>
          </p:nvSpPr>
          <p:spPr>
            <a:xfrm>
              <a:off x="5846405" y="147958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t1724"/>
            <p:cNvSpPr/>
            <p:nvPr/>
          </p:nvSpPr>
          <p:spPr>
            <a:xfrm>
              <a:off x="5842170" y="159205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t1725"/>
            <p:cNvSpPr/>
            <p:nvPr/>
          </p:nvSpPr>
          <p:spPr>
            <a:xfrm>
              <a:off x="5537189" y="1801976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t1726"/>
            <p:cNvSpPr/>
            <p:nvPr/>
          </p:nvSpPr>
          <p:spPr>
            <a:xfrm>
              <a:off x="5846405" y="164740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7"/>
            <p:cNvSpPr/>
            <p:nvPr/>
          </p:nvSpPr>
          <p:spPr>
            <a:xfrm>
              <a:off x="5840803" y="158871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8"/>
            <p:cNvSpPr/>
            <p:nvPr/>
          </p:nvSpPr>
          <p:spPr>
            <a:xfrm>
              <a:off x="5846405" y="159637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9"/>
            <p:cNvSpPr/>
            <p:nvPr/>
          </p:nvSpPr>
          <p:spPr>
            <a:xfrm>
              <a:off x="5430809" y="165425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30"/>
            <p:cNvSpPr/>
            <p:nvPr/>
          </p:nvSpPr>
          <p:spPr>
            <a:xfrm>
              <a:off x="5736323" y="157576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1"/>
            <p:cNvSpPr/>
            <p:nvPr/>
          </p:nvSpPr>
          <p:spPr>
            <a:xfrm>
              <a:off x="5409072" y="169676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t1732"/>
            <p:cNvSpPr/>
            <p:nvPr/>
          </p:nvSpPr>
          <p:spPr>
            <a:xfrm>
              <a:off x="5842737" y="151327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3"/>
            <p:cNvSpPr/>
            <p:nvPr/>
          </p:nvSpPr>
          <p:spPr>
            <a:xfrm>
              <a:off x="5391623" y="1627612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4"/>
            <p:cNvSpPr/>
            <p:nvPr/>
          </p:nvSpPr>
          <p:spPr>
            <a:xfrm>
              <a:off x="5843410" y="186156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5"/>
            <p:cNvSpPr/>
            <p:nvPr/>
          </p:nvSpPr>
          <p:spPr>
            <a:xfrm>
              <a:off x="5843410" y="172400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6"/>
            <p:cNvSpPr/>
            <p:nvPr/>
          </p:nvSpPr>
          <p:spPr>
            <a:xfrm>
              <a:off x="5842170" y="179470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7"/>
            <p:cNvSpPr/>
            <p:nvPr/>
          </p:nvSpPr>
          <p:spPr>
            <a:xfrm>
              <a:off x="5659366" y="166008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8"/>
            <p:cNvSpPr/>
            <p:nvPr/>
          </p:nvSpPr>
          <p:spPr>
            <a:xfrm>
              <a:off x="5841218" y="167828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9"/>
            <p:cNvSpPr/>
            <p:nvPr/>
          </p:nvSpPr>
          <p:spPr>
            <a:xfrm>
              <a:off x="5842737" y="176250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40"/>
            <p:cNvSpPr/>
            <p:nvPr/>
          </p:nvSpPr>
          <p:spPr>
            <a:xfrm>
              <a:off x="5565192" y="174364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1"/>
            <p:cNvSpPr/>
            <p:nvPr/>
          </p:nvSpPr>
          <p:spPr>
            <a:xfrm>
              <a:off x="5441300" y="178558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2"/>
            <p:cNvSpPr/>
            <p:nvPr/>
          </p:nvSpPr>
          <p:spPr>
            <a:xfrm>
              <a:off x="4839139" y="195389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3"/>
            <p:cNvSpPr/>
            <p:nvPr/>
          </p:nvSpPr>
          <p:spPr>
            <a:xfrm>
              <a:off x="5047793" y="210432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4"/>
            <p:cNvSpPr/>
            <p:nvPr/>
          </p:nvSpPr>
          <p:spPr>
            <a:xfrm>
              <a:off x="5090094" y="158424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5"/>
            <p:cNvSpPr/>
            <p:nvPr/>
          </p:nvSpPr>
          <p:spPr>
            <a:xfrm>
              <a:off x="5015639" y="199343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6"/>
            <p:cNvSpPr/>
            <p:nvPr/>
          </p:nvSpPr>
          <p:spPr>
            <a:xfrm>
              <a:off x="5209401" y="1793923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7"/>
            <p:cNvSpPr/>
            <p:nvPr/>
          </p:nvSpPr>
          <p:spPr>
            <a:xfrm>
              <a:off x="5185795" y="1812332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8"/>
            <p:cNvSpPr/>
            <p:nvPr/>
          </p:nvSpPr>
          <p:spPr>
            <a:xfrm>
              <a:off x="5198572" y="175460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9"/>
            <p:cNvSpPr/>
            <p:nvPr/>
          </p:nvSpPr>
          <p:spPr>
            <a:xfrm>
              <a:off x="4288380" y="173056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50"/>
            <p:cNvSpPr/>
            <p:nvPr/>
          </p:nvSpPr>
          <p:spPr>
            <a:xfrm>
              <a:off x="4507476" y="182330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1"/>
            <p:cNvSpPr/>
            <p:nvPr/>
          </p:nvSpPr>
          <p:spPr>
            <a:xfrm>
              <a:off x="5846405" y="160128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2"/>
            <p:cNvSpPr/>
            <p:nvPr/>
          </p:nvSpPr>
          <p:spPr>
            <a:xfrm>
              <a:off x="5846405" y="150349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3"/>
            <p:cNvSpPr/>
            <p:nvPr/>
          </p:nvSpPr>
          <p:spPr>
            <a:xfrm>
              <a:off x="5451141" y="189469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4"/>
            <p:cNvSpPr/>
            <p:nvPr/>
          </p:nvSpPr>
          <p:spPr>
            <a:xfrm>
              <a:off x="5840053" y="1721617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5"/>
            <p:cNvSpPr/>
            <p:nvPr/>
          </p:nvSpPr>
          <p:spPr>
            <a:xfrm>
              <a:off x="5674335" y="163604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6"/>
            <p:cNvSpPr/>
            <p:nvPr/>
          </p:nvSpPr>
          <p:spPr>
            <a:xfrm>
              <a:off x="5846405" y="202411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7"/>
            <p:cNvSpPr/>
            <p:nvPr/>
          </p:nvSpPr>
          <p:spPr>
            <a:xfrm>
              <a:off x="4290498" y="190913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8"/>
            <p:cNvSpPr/>
            <p:nvPr/>
          </p:nvSpPr>
          <p:spPr>
            <a:xfrm>
              <a:off x="5842170" y="161286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9"/>
            <p:cNvSpPr/>
            <p:nvPr/>
          </p:nvSpPr>
          <p:spPr>
            <a:xfrm>
              <a:off x="5842737" y="183230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60"/>
            <p:cNvSpPr/>
            <p:nvPr/>
          </p:nvSpPr>
          <p:spPr>
            <a:xfrm>
              <a:off x="5670218" y="170500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1"/>
            <p:cNvSpPr/>
            <p:nvPr/>
          </p:nvSpPr>
          <p:spPr>
            <a:xfrm>
              <a:off x="5844287" y="147834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t1762"/>
            <p:cNvSpPr/>
            <p:nvPr/>
          </p:nvSpPr>
          <p:spPr>
            <a:xfrm>
              <a:off x="5843410" y="185736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t1763"/>
            <p:cNvSpPr/>
            <p:nvPr/>
          </p:nvSpPr>
          <p:spPr>
            <a:xfrm>
              <a:off x="5230007" y="157491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t1764"/>
            <p:cNvSpPr/>
            <p:nvPr/>
          </p:nvSpPr>
          <p:spPr>
            <a:xfrm>
              <a:off x="5844287" y="166262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t1765"/>
            <p:cNvSpPr/>
            <p:nvPr/>
          </p:nvSpPr>
          <p:spPr>
            <a:xfrm>
              <a:off x="5769413" y="174480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t1766"/>
            <p:cNvSpPr/>
            <p:nvPr/>
          </p:nvSpPr>
          <p:spPr>
            <a:xfrm>
              <a:off x="5846405" y="217953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t1767"/>
            <p:cNvSpPr/>
            <p:nvPr/>
          </p:nvSpPr>
          <p:spPr>
            <a:xfrm>
              <a:off x="5844287" y="150443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8"/>
            <p:cNvSpPr/>
            <p:nvPr/>
          </p:nvSpPr>
          <p:spPr>
            <a:xfrm>
              <a:off x="5842170" y="157947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9"/>
            <p:cNvSpPr/>
            <p:nvPr/>
          </p:nvSpPr>
          <p:spPr>
            <a:xfrm>
              <a:off x="5846405" y="152875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70"/>
            <p:cNvSpPr/>
            <p:nvPr/>
          </p:nvSpPr>
          <p:spPr>
            <a:xfrm>
              <a:off x="5225150" y="205377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1"/>
            <p:cNvSpPr/>
            <p:nvPr/>
          </p:nvSpPr>
          <p:spPr>
            <a:xfrm>
              <a:off x="5371742" y="206262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2"/>
            <p:cNvSpPr/>
            <p:nvPr/>
          </p:nvSpPr>
          <p:spPr>
            <a:xfrm>
              <a:off x="5843410" y="183184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3"/>
            <p:cNvSpPr/>
            <p:nvPr/>
          </p:nvSpPr>
          <p:spPr>
            <a:xfrm>
              <a:off x="5842737" y="166064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4"/>
            <p:cNvSpPr/>
            <p:nvPr/>
          </p:nvSpPr>
          <p:spPr>
            <a:xfrm>
              <a:off x="4844079" y="199777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5"/>
            <p:cNvSpPr/>
            <p:nvPr/>
          </p:nvSpPr>
          <p:spPr>
            <a:xfrm>
              <a:off x="5844287" y="173639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6"/>
            <p:cNvSpPr/>
            <p:nvPr/>
          </p:nvSpPr>
          <p:spPr>
            <a:xfrm>
              <a:off x="5701154" y="168275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7"/>
            <p:cNvSpPr/>
            <p:nvPr/>
          </p:nvSpPr>
          <p:spPr>
            <a:xfrm>
              <a:off x="4708622" y="185948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8"/>
            <p:cNvSpPr/>
            <p:nvPr/>
          </p:nvSpPr>
          <p:spPr>
            <a:xfrm>
              <a:off x="5127276" y="176428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9"/>
            <p:cNvSpPr/>
            <p:nvPr/>
          </p:nvSpPr>
          <p:spPr>
            <a:xfrm>
              <a:off x="5446630" y="163321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80"/>
            <p:cNvSpPr/>
            <p:nvPr/>
          </p:nvSpPr>
          <p:spPr>
            <a:xfrm>
              <a:off x="5156499" y="156552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1"/>
            <p:cNvSpPr/>
            <p:nvPr/>
          </p:nvSpPr>
          <p:spPr>
            <a:xfrm>
              <a:off x="4945876" y="166337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2"/>
            <p:cNvSpPr/>
            <p:nvPr/>
          </p:nvSpPr>
          <p:spPr>
            <a:xfrm>
              <a:off x="5838482" y="1603508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3"/>
            <p:cNvSpPr/>
            <p:nvPr/>
          </p:nvSpPr>
          <p:spPr>
            <a:xfrm>
              <a:off x="5498383" y="151316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4"/>
            <p:cNvSpPr/>
            <p:nvPr/>
          </p:nvSpPr>
          <p:spPr>
            <a:xfrm>
              <a:off x="5367531" y="170813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5842737" y="167528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4822139" y="218715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5695489" y="150783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5410412" y="170266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5103466" y="158326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4984234" y="174482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5812942" y="1588918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5766451" y="163719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5752737" y="172377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5844287" y="153894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5769428" y="1581285"/>
              <a:ext cx="47836" cy="478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5641526" y="172099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5843410" y="155298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5421804" y="166677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5591562" y="181829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5450288" y="167686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5842737" y="161676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5846405" y="205428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5846405" y="163167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5846405" y="166588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5583508" y="148817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5599050" y="169528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5317295" y="174772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5614972" y="163772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5842737" y="148746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4824497" y="148405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5842170" y="157465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5844287" y="163011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5052786" y="161995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5497251" y="1840363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5616020" y="1721725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5843410" y="186855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5844287" y="153945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5840416" y="161904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5844287" y="146022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5639346" y="1573367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5322047" y="1626835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5839709" y="167080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5698192" y="174152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5841670" y="178304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5840803" y="152893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5841670" y="161261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5478261" y="179771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5841670" y="147410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5163339" y="154345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rc1830"/>
            <p:cNvSpPr/>
            <p:nvPr/>
          </p:nvSpPr>
          <p:spPr>
            <a:xfrm>
              <a:off x="4223568" y="1305836"/>
              <a:ext cx="1711497" cy="1711497"/>
            </a:xfrm>
            <a:prstGeom prst="rect">
              <a:avLst/>
            </a:prstGeom>
            <a:noFill/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rc1831"/>
            <p:cNvSpPr/>
            <p:nvPr/>
          </p:nvSpPr>
          <p:spPr>
            <a:xfrm>
              <a:off x="5998329" y="1305836"/>
              <a:ext cx="1711497" cy="17114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2" name="pl1832"/>
            <p:cNvSpPr/>
            <p:nvPr/>
          </p:nvSpPr>
          <p:spPr>
            <a:xfrm>
              <a:off x="5998329" y="2745050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l1833"/>
            <p:cNvSpPr/>
            <p:nvPr/>
          </p:nvSpPr>
          <p:spPr>
            <a:xfrm>
              <a:off x="5998329" y="2356073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l1834"/>
            <p:cNvSpPr/>
            <p:nvPr/>
          </p:nvSpPr>
          <p:spPr>
            <a:xfrm>
              <a:off x="5998329" y="1967096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l1835"/>
            <p:cNvSpPr/>
            <p:nvPr/>
          </p:nvSpPr>
          <p:spPr>
            <a:xfrm>
              <a:off x="5998329" y="1578120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l1836"/>
            <p:cNvSpPr/>
            <p:nvPr/>
          </p:nvSpPr>
          <p:spPr>
            <a:xfrm>
              <a:off x="6270613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l1837"/>
            <p:cNvSpPr/>
            <p:nvPr/>
          </p:nvSpPr>
          <p:spPr>
            <a:xfrm>
              <a:off x="6659590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l1838"/>
            <p:cNvSpPr/>
            <p:nvPr/>
          </p:nvSpPr>
          <p:spPr>
            <a:xfrm>
              <a:off x="7048566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l1839"/>
            <p:cNvSpPr/>
            <p:nvPr/>
          </p:nvSpPr>
          <p:spPr>
            <a:xfrm>
              <a:off x="7437543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l1840"/>
            <p:cNvSpPr/>
            <p:nvPr/>
          </p:nvSpPr>
          <p:spPr>
            <a:xfrm>
              <a:off x="5998329" y="2939538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l1841"/>
            <p:cNvSpPr/>
            <p:nvPr/>
          </p:nvSpPr>
          <p:spPr>
            <a:xfrm>
              <a:off x="5998329" y="2550562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l1842"/>
            <p:cNvSpPr/>
            <p:nvPr/>
          </p:nvSpPr>
          <p:spPr>
            <a:xfrm>
              <a:off x="5998329" y="2161585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l1843"/>
            <p:cNvSpPr/>
            <p:nvPr/>
          </p:nvSpPr>
          <p:spPr>
            <a:xfrm>
              <a:off x="5998329" y="1772608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l1844"/>
            <p:cNvSpPr/>
            <p:nvPr/>
          </p:nvSpPr>
          <p:spPr>
            <a:xfrm>
              <a:off x="5998329" y="1383631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l1845"/>
            <p:cNvSpPr/>
            <p:nvPr/>
          </p:nvSpPr>
          <p:spPr>
            <a:xfrm>
              <a:off x="6076124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l1846"/>
            <p:cNvSpPr/>
            <p:nvPr/>
          </p:nvSpPr>
          <p:spPr>
            <a:xfrm>
              <a:off x="6465101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l1847"/>
            <p:cNvSpPr/>
            <p:nvPr/>
          </p:nvSpPr>
          <p:spPr>
            <a:xfrm>
              <a:off x="6854078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l1848"/>
            <p:cNvSpPr/>
            <p:nvPr/>
          </p:nvSpPr>
          <p:spPr>
            <a:xfrm>
              <a:off x="7243055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l1849"/>
            <p:cNvSpPr/>
            <p:nvPr/>
          </p:nvSpPr>
          <p:spPr>
            <a:xfrm>
              <a:off x="7632031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l1850"/>
            <p:cNvSpPr/>
            <p:nvPr/>
          </p:nvSpPr>
          <p:spPr>
            <a:xfrm>
              <a:off x="5998329" y="1305836"/>
              <a:ext cx="1711497" cy="1711497"/>
            </a:xfrm>
            <a:custGeom>
              <a:avLst/>
              <a:pathLst>
                <a:path w="1711497" h="1711497">
                  <a:moveTo>
                    <a:pt x="0" y="1711497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7621165" y="177143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7169267" y="1800539"/>
              <a:ext cx="61229" cy="6122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7621165" y="167822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6989250" y="174286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7427835" y="192471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6894520" y="1865532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6989038" y="185666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7148261" y="2066443"/>
              <a:ext cx="45309" cy="453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6777231" y="1932770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6063141" y="202509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7001527" y="2075298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7254470" y="190078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6616201" y="185309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7222944" y="1849093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7312270" y="1933088"/>
              <a:ext cx="53421" cy="534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6809158" y="1881243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6767701" y="1990880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6883328" y="192993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7178211" y="214834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7379236" y="203780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6869016" y="1969614"/>
              <a:ext cx="51374" cy="5137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6611278" y="218764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6705831" y="215451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6689740" y="209897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7194428" y="1881720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7260525" y="186342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7293157" y="1832671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7066911" y="183478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6065258" y="202064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6852128" y="179511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6698888" y="194647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7310345" y="1773464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7408475" y="181209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6947240" y="187885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6866886" y="193460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7615177" y="181340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7619048" y="190160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7621165" y="175575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7619048" y="189861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7621165" y="179000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7214465" y="1734685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6867358" y="1983568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7238628" y="1810703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7267014" y="1831689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6061591" y="202850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6065258" y="217157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6065258" y="209938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6870840" y="208668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7618171" y="186946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6847649" y="190800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6065258" y="208376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6065258" y="222706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6720362" y="213053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7619048" y="193256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7352840" y="186836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6065258" y="214646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6974605" y="203076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7114948" y="213587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7351756" y="227121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6847064" y="214528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7621165" y="197973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7482611" y="202166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7619048" y="191159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6065258" y="200037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7619048" y="189020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6992786" y="1962987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7621165" y="194238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7619048" y="181517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7621165" y="199377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6711262" y="2022896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7323450" y="177581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6522152" y="193201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7621165" y="199890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6936192" y="197862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7621165" y="175456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6991698" y="196483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7184049" y="1933341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6473277" y="207036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7017277" y="1877323"/>
              <a:ext cx="50763" cy="5076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7075239" y="182996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6627392" y="198648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7085054" y="1817578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7491735" y="1837693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7301395" y="1810344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5"/>
            <p:cNvSpPr/>
            <p:nvPr/>
          </p:nvSpPr>
          <p:spPr>
            <a:xfrm>
              <a:off x="7095854" y="1847019"/>
              <a:ext cx="61681" cy="6168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6"/>
            <p:cNvSpPr/>
            <p:nvPr/>
          </p:nvSpPr>
          <p:spPr>
            <a:xfrm>
              <a:off x="7285493" y="1911076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7"/>
            <p:cNvSpPr/>
            <p:nvPr/>
          </p:nvSpPr>
          <p:spPr>
            <a:xfrm>
              <a:off x="6948639" y="1895728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8"/>
            <p:cNvSpPr/>
            <p:nvPr/>
          </p:nvSpPr>
          <p:spPr>
            <a:xfrm>
              <a:off x="7507170" y="173998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9"/>
            <p:cNvSpPr/>
            <p:nvPr/>
          </p:nvSpPr>
          <p:spPr>
            <a:xfrm>
              <a:off x="7019604" y="182520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40"/>
            <p:cNvSpPr/>
            <p:nvPr/>
          </p:nvSpPr>
          <p:spPr>
            <a:xfrm>
              <a:off x="7207696" y="187765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1"/>
            <p:cNvSpPr/>
            <p:nvPr/>
          </p:nvSpPr>
          <p:spPr>
            <a:xfrm>
              <a:off x="7227931" y="1863691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2"/>
            <p:cNvSpPr/>
            <p:nvPr/>
          </p:nvSpPr>
          <p:spPr>
            <a:xfrm>
              <a:off x="7560508" y="1864304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3"/>
            <p:cNvSpPr/>
            <p:nvPr/>
          </p:nvSpPr>
          <p:spPr>
            <a:xfrm>
              <a:off x="7059578" y="186719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4"/>
            <p:cNvSpPr/>
            <p:nvPr/>
          </p:nvSpPr>
          <p:spPr>
            <a:xfrm>
              <a:off x="7268610" y="1919742"/>
              <a:ext cx="50138" cy="5013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5"/>
            <p:cNvSpPr/>
            <p:nvPr/>
          </p:nvSpPr>
          <p:spPr>
            <a:xfrm>
              <a:off x="7247722" y="1804019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6"/>
            <p:cNvSpPr/>
            <p:nvPr/>
          </p:nvSpPr>
          <p:spPr>
            <a:xfrm>
              <a:off x="6891428" y="1901257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7"/>
            <p:cNvSpPr/>
            <p:nvPr/>
          </p:nvSpPr>
          <p:spPr>
            <a:xfrm>
              <a:off x="7253537" y="192886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8"/>
            <p:cNvSpPr/>
            <p:nvPr/>
          </p:nvSpPr>
          <p:spPr>
            <a:xfrm>
              <a:off x="6592155" y="1817957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t1949"/>
            <p:cNvSpPr/>
            <p:nvPr/>
          </p:nvSpPr>
          <p:spPr>
            <a:xfrm>
              <a:off x="6934102" y="193503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t1950"/>
            <p:cNvSpPr/>
            <p:nvPr/>
          </p:nvSpPr>
          <p:spPr>
            <a:xfrm>
              <a:off x="7331708" y="195209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t1951"/>
            <p:cNvSpPr/>
            <p:nvPr/>
          </p:nvSpPr>
          <p:spPr>
            <a:xfrm>
              <a:off x="6065258" y="196012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t1952"/>
            <p:cNvSpPr/>
            <p:nvPr/>
          </p:nvSpPr>
          <p:spPr>
            <a:xfrm>
              <a:off x="7045855" y="1980537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t1953"/>
            <p:cNvSpPr/>
            <p:nvPr/>
          </p:nvSpPr>
          <p:spPr>
            <a:xfrm>
              <a:off x="7203861" y="189858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t1954"/>
            <p:cNvSpPr/>
            <p:nvPr/>
          </p:nvSpPr>
          <p:spPr>
            <a:xfrm>
              <a:off x="6623115" y="202681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t1955"/>
            <p:cNvSpPr/>
            <p:nvPr/>
          </p:nvSpPr>
          <p:spPr>
            <a:xfrm>
              <a:off x="7308216" y="1863643"/>
              <a:ext cx="51675" cy="516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t1956"/>
            <p:cNvSpPr/>
            <p:nvPr/>
          </p:nvSpPr>
          <p:spPr>
            <a:xfrm>
              <a:off x="7141507" y="196255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t1957"/>
            <p:cNvSpPr/>
            <p:nvPr/>
          </p:nvSpPr>
          <p:spPr>
            <a:xfrm>
              <a:off x="7057697" y="1889413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t1958"/>
            <p:cNvSpPr/>
            <p:nvPr/>
          </p:nvSpPr>
          <p:spPr>
            <a:xfrm>
              <a:off x="7618171" y="178124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t1959"/>
            <p:cNvSpPr/>
            <p:nvPr/>
          </p:nvSpPr>
          <p:spPr>
            <a:xfrm>
              <a:off x="7098733" y="185560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t1960"/>
            <p:cNvSpPr/>
            <p:nvPr/>
          </p:nvSpPr>
          <p:spPr>
            <a:xfrm>
              <a:off x="7618171" y="184761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t1961"/>
            <p:cNvSpPr/>
            <p:nvPr/>
          </p:nvSpPr>
          <p:spPr>
            <a:xfrm>
              <a:off x="6065258" y="191808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t1962"/>
            <p:cNvSpPr/>
            <p:nvPr/>
          </p:nvSpPr>
          <p:spPr>
            <a:xfrm>
              <a:off x="7030632" y="202675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t1963"/>
            <p:cNvSpPr/>
            <p:nvPr/>
          </p:nvSpPr>
          <p:spPr>
            <a:xfrm>
              <a:off x="7093856" y="1953635"/>
              <a:ext cx="65942" cy="6594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t1964"/>
            <p:cNvSpPr/>
            <p:nvPr/>
          </p:nvSpPr>
          <p:spPr>
            <a:xfrm>
              <a:off x="6407423" y="192257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t1965"/>
            <p:cNvSpPr/>
            <p:nvPr/>
          </p:nvSpPr>
          <p:spPr>
            <a:xfrm>
              <a:off x="6859618" y="2013858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t1966"/>
            <p:cNvSpPr/>
            <p:nvPr/>
          </p:nvSpPr>
          <p:spPr>
            <a:xfrm>
              <a:off x="7232347" y="198248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t1967"/>
            <p:cNvSpPr/>
            <p:nvPr/>
          </p:nvSpPr>
          <p:spPr>
            <a:xfrm>
              <a:off x="7016193" y="205327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t1968"/>
            <p:cNvSpPr/>
            <p:nvPr/>
          </p:nvSpPr>
          <p:spPr>
            <a:xfrm>
              <a:off x="7619048" y="208926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t1969"/>
            <p:cNvSpPr/>
            <p:nvPr/>
          </p:nvSpPr>
          <p:spPr>
            <a:xfrm>
              <a:off x="7063817" y="192271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t1970"/>
            <p:cNvSpPr/>
            <p:nvPr/>
          </p:nvSpPr>
          <p:spPr>
            <a:xfrm>
              <a:off x="7367586" y="1971510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t1971"/>
            <p:cNvSpPr/>
            <p:nvPr/>
          </p:nvSpPr>
          <p:spPr>
            <a:xfrm>
              <a:off x="7504661" y="200757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t1972"/>
            <p:cNvSpPr/>
            <p:nvPr/>
          </p:nvSpPr>
          <p:spPr>
            <a:xfrm>
              <a:off x="7201523" y="1939294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t1973"/>
            <p:cNvSpPr/>
            <p:nvPr/>
          </p:nvSpPr>
          <p:spPr>
            <a:xfrm>
              <a:off x="7202956" y="1955595"/>
              <a:ext cx="45686" cy="4568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t1974"/>
            <p:cNvSpPr/>
            <p:nvPr/>
          </p:nvSpPr>
          <p:spPr>
            <a:xfrm>
              <a:off x="6721689" y="193014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t1975"/>
            <p:cNvSpPr/>
            <p:nvPr/>
          </p:nvSpPr>
          <p:spPr>
            <a:xfrm>
              <a:off x="7044802" y="203902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t1976"/>
            <p:cNvSpPr/>
            <p:nvPr/>
          </p:nvSpPr>
          <p:spPr>
            <a:xfrm>
              <a:off x="7619048" y="191867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t1977"/>
            <p:cNvSpPr/>
            <p:nvPr/>
          </p:nvSpPr>
          <p:spPr>
            <a:xfrm>
              <a:off x="7236723" y="191923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t1978"/>
            <p:cNvSpPr/>
            <p:nvPr/>
          </p:nvSpPr>
          <p:spPr>
            <a:xfrm>
              <a:off x="7369480" y="205999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t1979"/>
            <p:cNvSpPr/>
            <p:nvPr/>
          </p:nvSpPr>
          <p:spPr>
            <a:xfrm>
              <a:off x="7619048" y="186596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t1980"/>
            <p:cNvSpPr/>
            <p:nvPr/>
          </p:nvSpPr>
          <p:spPr>
            <a:xfrm>
              <a:off x="7431427" y="197706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t1981"/>
            <p:cNvSpPr/>
            <p:nvPr/>
          </p:nvSpPr>
          <p:spPr>
            <a:xfrm>
              <a:off x="7619048" y="197508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t1982"/>
            <p:cNvSpPr/>
            <p:nvPr/>
          </p:nvSpPr>
          <p:spPr>
            <a:xfrm>
              <a:off x="6544712" y="192526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t1983"/>
            <p:cNvSpPr/>
            <p:nvPr/>
          </p:nvSpPr>
          <p:spPr>
            <a:xfrm>
              <a:off x="7148569" y="197784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t1984"/>
            <p:cNvSpPr/>
            <p:nvPr/>
          </p:nvSpPr>
          <p:spPr>
            <a:xfrm>
              <a:off x="6901189" y="1866876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t1985"/>
            <p:cNvSpPr/>
            <p:nvPr/>
          </p:nvSpPr>
          <p:spPr>
            <a:xfrm>
              <a:off x="7195085" y="2022583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t1986"/>
            <p:cNvSpPr/>
            <p:nvPr/>
          </p:nvSpPr>
          <p:spPr>
            <a:xfrm>
              <a:off x="6065258" y="197529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t1987"/>
            <p:cNvSpPr/>
            <p:nvPr/>
          </p:nvSpPr>
          <p:spPr>
            <a:xfrm>
              <a:off x="7038416" y="194871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t1988"/>
            <p:cNvSpPr/>
            <p:nvPr/>
          </p:nvSpPr>
          <p:spPr>
            <a:xfrm>
              <a:off x="6497944" y="190114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t1989"/>
            <p:cNvSpPr/>
            <p:nvPr/>
          </p:nvSpPr>
          <p:spPr>
            <a:xfrm>
              <a:off x="6438227" y="202383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t1990"/>
            <p:cNvSpPr/>
            <p:nvPr/>
          </p:nvSpPr>
          <p:spPr>
            <a:xfrm>
              <a:off x="6499037" y="196050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t1991"/>
            <p:cNvSpPr/>
            <p:nvPr/>
          </p:nvSpPr>
          <p:spPr>
            <a:xfrm>
              <a:off x="7027235" y="2027006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2"/>
            <p:cNvSpPr/>
            <p:nvPr/>
          </p:nvSpPr>
          <p:spPr>
            <a:xfrm>
              <a:off x="6972915" y="1879825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t1993"/>
            <p:cNvSpPr/>
            <p:nvPr/>
          </p:nvSpPr>
          <p:spPr>
            <a:xfrm>
              <a:off x="7621165" y="185034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t1994"/>
            <p:cNvSpPr/>
            <p:nvPr/>
          </p:nvSpPr>
          <p:spPr>
            <a:xfrm>
              <a:off x="7292939" y="205692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t1995"/>
            <p:cNvSpPr/>
            <p:nvPr/>
          </p:nvSpPr>
          <p:spPr>
            <a:xfrm>
              <a:off x="7271921" y="1921670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t1996"/>
            <p:cNvSpPr/>
            <p:nvPr/>
          </p:nvSpPr>
          <p:spPr>
            <a:xfrm>
              <a:off x="7106749" y="210776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t1997"/>
            <p:cNvSpPr/>
            <p:nvPr/>
          </p:nvSpPr>
          <p:spPr>
            <a:xfrm>
              <a:off x="7076683" y="1908435"/>
              <a:ext cx="45309" cy="453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t1998"/>
            <p:cNvSpPr/>
            <p:nvPr/>
          </p:nvSpPr>
          <p:spPr>
            <a:xfrm>
              <a:off x="6556206" y="199516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t1999"/>
            <p:cNvSpPr/>
            <p:nvPr/>
          </p:nvSpPr>
          <p:spPr>
            <a:xfrm>
              <a:off x="6065258" y="201172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t2000"/>
            <p:cNvSpPr/>
            <p:nvPr/>
          </p:nvSpPr>
          <p:spPr>
            <a:xfrm>
              <a:off x="7621165" y="207180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t2001"/>
            <p:cNvSpPr/>
            <p:nvPr/>
          </p:nvSpPr>
          <p:spPr>
            <a:xfrm>
              <a:off x="6484347" y="199361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t2002"/>
            <p:cNvSpPr/>
            <p:nvPr/>
          </p:nvSpPr>
          <p:spPr>
            <a:xfrm>
              <a:off x="7617498" y="186075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t2003"/>
            <p:cNvSpPr/>
            <p:nvPr/>
          </p:nvSpPr>
          <p:spPr>
            <a:xfrm>
              <a:off x="7383829" y="205340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t2004"/>
            <p:cNvSpPr/>
            <p:nvPr/>
          </p:nvSpPr>
          <p:spPr>
            <a:xfrm>
              <a:off x="6867623" y="207506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t2005"/>
            <p:cNvSpPr/>
            <p:nvPr/>
          </p:nvSpPr>
          <p:spPr>
            <a:xfrm>
              <a:off x="6312295" y="199635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t2006"/>
            <p:cNvSpPr/>
            <p:nvPr/>
          </p:nvSpPr>
          <p:spPr>
            <a:xfrm>
              <a:off x="6803082" y="192958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t2007"/>
            <p:cNvSpPr/>
            <p:nvPr/>
          </p:nvSpPr>
          <p:spPr>
            <a:xfrm>
              <a:off x="7377879" y="195152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t2008"/>
            <p:cNvSpPr/>
            <p:nvPr/>
          </p:nvSpPr>
          <p:spPr>
            <a:xfrm>
              <a:off x="6958915" y="1880360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t2009"/>
            <p:cNvSpPr/>
            <p:nvPr/>
          </p:nvSpPr>
          <p:spPr>
            <a:xfrm>
              <a:off x="7617498" y="181754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t2010"/>
            <p:cNvSpPr/>
            <p:nvPr/>
          </p:nvSpPr>
          <p:spPr>
            <a:xfrm>
              <a:off x="7045774" y="192541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t2011"/>
            <p:cNvSpPr/>
            <p:nvPr/>
          </p:nvSpPr>
          <p:spPr>
            <a:xfrm>
              <a:off x="6065258" y="217670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t2012"/>
            <p:cNvSpPr/>
            <p:nvPr/>
          </p:nvSpPr>
          <p:spPr>
            <a:xfrm>
              <a:off x="7020818" y="187729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t2013"/>
            <p:cNvSpPr/>
            <p:nvPr/>
          </p:nvSpPr>
          <p:spPr>
            <a:xfrm>
              <a:off x="7616931" y="203077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t2014"/>
            <p:cNvSpPr/>
            <p:nvPr/>
          </p:nvSpPr>
          <p:spPr>
            <a:xfrm>
              <a:off x="6065258" y="192129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t2015"/>
            <p:cNvSpPr/>
            <p:nvPr/>
          </p:nvSpPr>
          <p:spPr>
            <a:xfrm>
              <a:off x="7123175" y="191648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t2016"/>
            <p:cNvSpPr/>
            <p:nvPr/>
          </p:nvSpPr>
          <p:spPr>
            <a:xfrm>
              <a:off x="6062264" y="206821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t2017"/>
            <p:cNvSpPr/>
            <p:nvPr/>
          </p:nvSpPr>
          <p:spPr>
            <a:xfrm>
              <a:off x="7177245" y="174248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t2018"/>
            <p:cNvSpPr/>
            <p:nvPr/>
          </p:nvSpPr>
          <p:spPr>
            <a:xfrm>
              <a:off x="6889754" y="183944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t2019"/>
            <p:cNvSpPr/>
            <p:nvPr/>
          </p:nvSpPr>
          <p:spPr>
            <a:xfrm>
              <a:off x="6841094" y="195251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t2020"/>
            <p:cNvSpPr/>
            <p:nvPr/>
          </p:nvSpPr>
          <p:spPr>
            <a:xfrm>
              <a:off x="6065258" y="203094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t2021"/>
            <p:cNvSpPr/>
            <p:nvPr/>
          </p:nvSpPr>
          <p:spPr>
            <a:xfrm>
              <a:off x="6655274" y="190329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t2022"/>
            <p:cNvSpPr/>
            <p:nvPr/>
          </p:nvSpPr>
          <p:spPr>
            <a:xfrm>
              <a:off x="6449511" y="186591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t2023"/>
            <p:cNvSpPr/>
            <p:nvPr/>
          </p:nvSpPr>
          <p:spPr>
            <a:xfrm>
              <a:off x="6609663" y="203083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t2024"/>
            <p:cNvSpPr/>
            <p:nvPr/>
          </p:nvSpPr>
          <p:spPr>
            <a:xfrm>
              <a:off x="7261146" y="203501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t2025"/>
            <p:cNvSpPr/>
            <p:nvPr/>
          </p:nvSpPr>
          <p:spPr>
            <a:xfrm>
              <a:off x="6570334" y="190019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t2026"/>
            <p:cNvSpPr/>
            <p:nvPr/>
          </p:nvSpPr>
          <p:spPr>
            <a:xfrm>
              <a:off x="6788082" y="189344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t2027"/>
            <p:cNvSpPr/>
            <p:nvPr/>
          </p:nvSpPr>
          <p:spPr>
            <a:xfrm>
              <a:off x="6724515" y="1875884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t2028"/>
            <p:cNvSpPr/>
            <p:nvPr/>
          </p:nvSpPr>
          <p:spPr>
            <a:xfrm>
              <a:off x="7156316" y="190946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t2029"/>
            <p:cNvSpPr/>
            <p:nvPr/>
          </p:nvSpPr>
          <p:spPr>
            <a:xfrm>
              <a:off x="6065258" y="193419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t2030"/>
            <p:cNvSpPr/>
            <p:nvPr/>
          </p:nvSpPr>
          <p:spPr>
            <a:xfrm>
              <a:off x="7618171" y="200992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t2031"/>
            <p:cNvSpPr/>
            <p:nvPr/>
          </p:nvSpPr>
          <p:spPr>
            <a:xfrm>
              <a:off x="6811564" y="199882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t2032"/>
            <p:cNvSpPr/>
            <p:nvPr/>
          </p:nvSpPr>
          <p:spPr>
            <a:xfrm>
              <a:off x="6875124" y="183176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t2033"/>
            <p:cNvSpPr/>
            <p:nvPr/>
          </p:nvSpPr>
          <p:spPr>
            <a:xfrm>
              <a:off x="6765220" y="208267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t2034"/>
            <p:cNvSpPr/>
            <p:nvPr/>
          </p:nvSpPr>
          <p:spPr>
            <a:xfrm>
              <a:off x="6516469" y="206594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t2035"/>
            <p:cNvSpPr/>
            <p:nvPr/>
          </p:nvSpPr>
          <p:spPr>
            <a:xfrm>
              <a:off x="6065258" y="173577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t2036"/>
            <p:cNvSpPr/>
            <p:nvPr/>
          </p:nvSpPr>
          <p:spPr>
            <a:xfrm>
              <a:off x="6958458" y="197327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t2037"/>
            <p:cNvSpPr/>
            <p:nvPr/>
          </p:nvSpPr>
          <p:spPr>
            <a:xfrm>
              <a:off x="7621165" y="198232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t2038"/>
            <p:cNvSpPr/>
            <p:nvPr/>
          </p:nvSpPr>
          <p:spPr>
            <a:xfrm>
              <a:off x="7621165" y="194891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t2039"/>
            <p:cNvSpPr/>
            <p:nvPr/>
          </p:nvSpPr>
          <p:spPr>
            <a:xfrm>
              <a:off x="7359027" y="191775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t2040"/>
            <p:cNvSpPr/>
            <p:nvPr/>
          </p:nvSpPr>
          <p:spPr>
            <a:xfrm>
              <a:off x="6976008" y="190107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t2041"/>
            <p:cNvSpPr/>
            <p:nvPr/>
          </p:nvSpPr>
          <p:spPr>
            <a:xfrm>
              <a:off x="7438960" y="190136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t2042"/>
            <p:cNvSpPr/>
            <p:nvPr/>
          </p:nvSpPr>
          <p:spPr>
            <a:xfrm>
              <a:off x="7319051" y="182236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t2043"/>
            <p:cNvSpPr/>
            <p:nvPr/>
          </p:nvSpPr>
          <p:spPr>
            <a:xfrm>
              <a:off x="6666338" y="1859710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t2044"/>
            <p:cNvSpPr/>
            <p:nvPr/>
          </p:nvSpPr>
          <p:spPr>
            <a:xfrm>
              <a:off x="6065258" y="196049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t2045"/>
            <p:cNvSpPr/>
            <p:nvPr/>
          </p:nvSpPr>
          <p:spPr>
            <a:xfrm>
              <a:off x="7618171" y="196833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t2046"/>
            <p:cNvSpPr/>
            <p:nvPr/>
          </p:nvSpPr>
          <p:spPr>
            <a:xfrm>
              <a:off x="6065258" y="175960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t2047"/>
            <p:cNvSpPr/>
            <p:nvPr/>
          </p:nvSpPr>
          <p:spPr>
            <a:xfrm>
              <a:off x="7315161" y="1872532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t2048"/>
            <p:cNvSpPr/>
            <p:nvPr/>
          </p:nvSpPr>
          <p:spPr>
            <a:xfrm>
              <a:off x="7621165" y="176540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t2049"/>
            <p:cNvSpPr/>
            <p:nvPr/>
          </p:nvSpPr>
          <p:spPr>
            <a:xfrm>
              <a:off x="6738492" y="176308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t2050"/>
            <p:cNvSpPr/>
            <p:nvPr/>
          </p:nvSpPr>
          <p:spPr>
            <a:xfrm>
              <a:off x="6061024" y="188510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t2051"/>
            <p:cNvSpPr/>
            <p:nvPr/>
          </p:nvSpPr>
          <p:spPr>
            <a:xfrm>
              <a:off x="7621165" y="196281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t2052"/>
            <p:cNvSpPr/>
            <p:nvPr/>
          </p:nvSpPr>
          <p:spPr>
            <a:xfrm>
              <a:off x="6911923" y="187758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t2053"/>
            <p:cNvSpPr/>
            <p:nvPr/>
          </p:nvSpPr>
          <p:spPr>
            <a:xfrm>
              <a:off x="6996680" y="183946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t2054"/>
            <p:cNvSpPr/>
            <p:nvPr/>
          </p:nvSpPr>
          <p:spPr>
            <a:xfrm>
              <a:off x="7621165" y="175759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t2055"/>
            <p:cNvSpPr/>
            <p:nvPr/>
          </p:nvSpPr>
          <p:spPr>
            <a:xfrm>
              <a:off x="6894342" y="177954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t2056"/>
            <p:cNvSpPr/>
            <p:nvPr/>
          </p:nvSpPr>
          <p:spPr>
            <a:xfrm>
              <a:off x="7616931" y="200277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t2057"/>
            <p:cNvSpPr/>
            <p:nvPr/>
          </p:nvSpPr>
          <p:spPr>
            <a:xfrm>
              <a:off x="7281997" y="198380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t2058"/>
            <p:cNvSpPr/>
            <p:nvPr/>
          </p:nvSpPr>
          <p:spPr>
            <a:xfrm>
              <a:off x="7621165" y="209945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t2059"/>
            <p:cNvSpPr/>
            <p:nvPr/>
          </p:nvSpPr>
          <p:spPr>
            <a:xfrm>
              <a:off x="6327787" y="196613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t2060"/>
            <p:cNvSpPr/>
            <p:nvPr/>
          </p:nvSpPr>
          <p:spPr>
            <a:xfrm>
              <a:off x="7619048" y="186806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t2061"/>
            <p:cNvSpPr/>
            <p:nvPr/>
          </p:nvSpPr>
          <p:spPr>
            <a:xfrm>
              <a:off x="6061591" y="201881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t2062"/>
            <p:cNvSpPr/>
            <p:nvPr/>
          </p:nvSpPr>
          <p:spPr>
            <a:xfrm>
              <a:off x="7127371" y="200460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t2063"/>
            <p:cNvSpPr/>
            <p:nvPr/>
          </p:nvSpPr>
          <p:spPr>
            <a:xfrm>
              <a:off x="6942472" y="1997564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t2064"/>
            <p:cNvSpPr/>
            <p:nvPr/>
          </p:nvSpPr>
          <p:spPr>
            <a:xfrm>
              <a:off x="6062264" y="179633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t2065"/>
            <p:cNvSpPr/>
            <p:nvPr/>
          </p:nvSpPr>
          <p:spPr>
            <a:xfrm>
              <a:off x="6065258" y="195728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t2066"/>
            <p:cNvSpPr/>
            <p:nvPr/>
          </p:nvSpPr>
          <p:spPr>
            <a:xfrm>
              <a:off x="7411945" y="1848718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t2067"/>
            <p:cNvSpPr/>
            <p:nvPr/>
          </p:nvSpPr>
          <p:spPr>
            <a:xfrm>
              <a:off x="7118966" y="192313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t2068"/>
            <p:cNvSpPr/>
            <p:nvPr/>
          </p:nvSpPr>
          <p:spPr>
            <a:xfrm>
              <a:off x="7312808" y="177545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t2069"/>
            <p:cNvSpPr/>
            <p:nvPr/>
          </p:nvSpPr>
          <p:spPr>
            <a:xfrm>
              <a:off x="6525375" y="205755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t2070"/>
            <p:cNvSpPr/>
            <p:nvPr/>
          </p:nvSpPr>
          <p:spPr>
            <a:xfrm>
              <a:off x="7054768" y="199227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t2071"/>
            <p:cNvSpPr/>
            <p:nvPr/>
          </p:nvSpPr>
          <p:spPr>
            <a:xfrm>
              <a:off x="7621165" y="221041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t2072"/>
            <p:cNvSpPr/>
            <p:nvPr/>
          </p:nvSpPr>
          <p:spPr>
            <a:xfrm>
              <a:off x="7621165" y="196514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t2073"/>
            <p:cNvSpPr/>
            <p:nvPr/>
          </p:nvSpPr>
          <p:spPr>
            <a:xfrm>
              <a:off x="7400761" y="190568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t2074"/>
            <p:cNvSpPr/>
            <p:nvPr/>
          </p:nvSpPr>
          <p:spPr>
            <a:xfrm>
              <a:off x="7486841" y="200332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t2075"/>
            <p:cNvSpPr/>
            <p:nvPr/>
          </p:nvSpPr>
          <p:spPr>
            <a:xfrm>
              <a:off x="7128846" y="186768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t2076"/>
            <p:cNvSpPr/>
            <p:nvPr/>
          </p:nvSpPr>
          <p:spPr>
            <a:xfrm>
              <a:off x="6253793" y="191100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t2077"/>
            <p:cNvSpPr/>
            <p:nvPr/>
          </p:nvSpPr>
          <p:spPr>
            <a:xfrm>
              <a:off x="7618171" y="194157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t2078"/>
            <p:cNvSpPr/>
            <p:nvPr/>
          </p:nvSpPr>
          <p:spPr>
            <a:xfrm>
              <a:off x="6827497" y="195356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t2079"/>
            <p:cNvSpPr/>
            <p:nvPr/>
          </p:nvSpPr>
          <p:spPr>
            <a:xfrm>
              <a:off x="6716369" y="1869771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t2080"/>
            <p:cNvSpPr/>
            <p:nvPr/>
          </p:nvSpPr>
          <p:spPr>
            <a:xfrm>
              <a:off x="7060625" y="183992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t2081"/>
            <p:cNvSpPr/>
            <p:nvPr/>
          </p:nvSpPr>
          <p:spPr>
            <a:xfrm>
              <a:off x="6065258" y="196942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t2082"/>
            <p:cNvSpPr/>
            <p:nvPr/>
          </p:nvSpPr>
          <p:spPr>
            <a:xfrm>
              <a:off x="7419249" y="191715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t2083"/>
            <p:cNvSpPr/>
            <p:nvPr/>
          </p:nvSpPr>
          <p:spPr>
            <a:xfrm>
              <a:off x="6977340" y="204691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t2084"/>
            <p:cNvSpPr/>
            <p:nvPr/>
          </p:nvSpPr>
          <p:spPr>
            <a:xfrm>
              <a:off x="6808620" y="199272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t2085"/>
            <p:cNvSpPr/>
            <p:nvPr/>
          </p:nvSpPr>
          <p:spPr>
            <a:xfrm>
              <a:off x="6153644" y="188755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t2086"/>
            <p:cNvSpPr/>
            <p:nvPr/>
          </p:nvSpPr>
          <p:spPr>
            <a:xfrm>
              <a:off x="7615563" y="201696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t2087"/>
            <p:cNvSpPr/>
            <p:nvPr/>
          </p:nvSpPr>
          <p:spPr>
            <a:xfrm>
              <a:off x="6647349" y="195051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t2088"/>
            <p:cNvSpPr/>
            <p:nvPr/>
          </p:nvSpPr>
          <p:spPr>
            <a:xfrm>
              <a:off x="6986039" y="1934638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t2089"/>
            <p:cNvSpPr/>
            <p:nvPr/>
          </p:nvSpPr>
          <p:spPr>
            <a:xfrm>
              <a:off x="7618171" y="188279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t2090"/>
            <p:cNvSpPr/>
            <p:nvPr/>
          </p:nvSpPr>
          <p:spPr>
            <a:xfrm>
              <a:off x="7616431" y="190581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t2091"/>
            <p:cNvSpPr/>
            <p:nvPr/>
          </p:nvSpPr>
          <p:spPr>
            <a:xfrm>
              <a:off x="6065258" y="199142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t2092"/>
            <p:cNvSpPr/>
            <p:nvPr/>
          </p:nvSpPr>
          <p:spPr>
            <a:xfrm>
              <a:off x="7198985" y="212132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t2093"/>
            <p:cNvSpPr/>
            <p:nvPr/>
          </p:nvSpPr>
          <p:spPr>
            <a:xfrm>
              <a:off x="6241122" y="172284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t2094"/>
            <p:cNvSpPr/>
            <p:nvPr/>
          </p:nvSpPr>
          <p:spPr>
            <a:xfrm>
              <a:off x="7129303" y="1927169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t2095"/>
            <p:cNvSpPr/>
            <p:nvPr/>
          </p:nvSpPr>
          <p:spPr>
            <a:xfrm>
              <a:off x="7387608" y="193016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t2096"/>
            <p:cNvSpPr/>
            <p:nvPr/>
          </p:nvSpPr>
          <p:spPr>
            <a:xfrm>
              <a:off x="6805964" y="188749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t2097"/>
            <p:cNvSpPr/>
            <p:nvPr/>
          </p:nvSpPr>
          <p:spPr>
            <a:xfrm>
              <a:off x="6667359" y="196363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t2098"/>
            <p:cNvSpPr/>
            <p:nvPr/>
          </p:nvSpPr>
          <p:spPr>
            <a:xfrm>
              <a:off x="6902233" y="209885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t2099"/>
            <p:cNvSpPr/>
            <p:nvPr/>
          </p:nvSpPr>
          <p:spPr>
            <a:xfrm>
              <a:off x="6872666" y="192050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t2100"/>
            <p:cNvSpPr/>
            <p:nvPr/>
          </p:nvSpPr>
          <p:spPr>
            <a:xfrm>
              <a:off x="6614473" y="199631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t2101"/>
            <p:cNvSpPr/>
            <p:nvPr/>
          </p:nvSpPr>
          <p:spPr>
            <a:xfrm>
              <a:off x="7268502" y="189140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t2102"/>
            <p:cNvSpPr/>
            <p:nvPr/>
          </p:nvSpPr>
          <p:spPr>
            <a:xfrm>
              <a:off x="6772192" y="202076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t2103"/>
            <p:cNvSpPr/>
            <p:nvPr/>
          </p:nvSpPr>
          <p:spPr>
            <a:xfrm>
              <a:off x="6346790" y="195799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t2104"/>
            <p:cNvSpPr/>
            <p:nvPr/>
          </p:nvSpPr>
          <p:spPr>
            <a:xfrm>
              <a:off x="7150384" y="193731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t2105"/>
            <p:cNvSpPr/>
            <p:nvPr/>
          </p:nvSpPr>
          <p:spPr>
            <a:xfrm>
              <a:off x="7619048" y="189393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t2106"/>
            <p:cNvSpPr/>
            <p:nvPr/>
          </p:nvSpPr>
          <p:spPr>
            <a:xfrm>
              <a:off x="7205361" y="197359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t2107"/>
            <p:cNvSpPr/>
            <p:nvPr/>
          </p:nvSpPr>
          <p:spPr>
            <a:xfrm>
              <a:off x="6477018" y="184886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t2108"/>
            <p:cNvSpPr/>
            <p:nvPr/>
          </p:nvSpPr>
          <p:spPr>
            <a:xfrm>
              <a:off x="7614813" y="1870547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t2109"/>
            <p:cNvSpPr/>
            <p:nvPr/>
          </p:nvSpPr>
          <p:spPr>
            <a:xfrm>
              <a:off x="6831327" y="1881079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t2110"/>
            <p:cNvSpPr/>
            <p:nvPr/>
          </p:nvSpPr>
          <p:spPr>
            <a:xfrm>
              <a:off x="6847949" y="205617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t2111"/>
            <p:cNvSpPr/>
            <p:nvPr/>
          </p:nvSpPr>
          <p:spPr>
            <a:xfrm>
              <a:off x="7221436" y="1928146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t2112"/>
            <p:cNvSpPr/>
            <p:nvPr/>
          </p:nvSpPr>
          <p:spPr>
            <a:xfrm>
              <a:off x="7618171" y="186247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t2113"/>
            <p:cNvSpPr/>
            <p:nvPr/>
          </p:nvSpPr>
          <p:spPr>
            <a:xfrm>
              <a:off x="6065258" y="215305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t2114"/>
            <p:cNvSpPr/>
            <p:nvPr/>
          </p:nvSpPr>
          <p:spPr>
            <a:xfrm>
              <a:off x="7241038" y="199020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t2115"/>
            <p:cNvSpPr/>
            <p:nvPr/>
          </p:nvSpPr>
          <p:spPr>
            <a:xfrm>
              <a:off x="6503842" y="203738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t2116"/>
            <p:cNvSpPr/>
            <p:nvPr/>
          </p:nvSpPr>
          <p:spPr>
            <a:xfrm>
              <a:off x="6343691" y="191491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t2117"/>
            <p:cNvSpPr/>
            <p:nvPr/>
          </p:nvSpPr>
          <p:spPr>
            <a:xfrm>
              <a:off x="7213058" y="204837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t2118"/>
            <p:cNvSpPr/>
            <p:nvPr/>
          </p:nvSpPr>
          <p:spPr>
            <a:xfrm>
              <a:off x="6063141" y="194200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t2119"/>
            <p:cNvSpPr/>
            <p:nvPr/>
          </p:nvSpPr>
          <p:spPr>
            <a:xfrm>
              <a:off x="7228228" y="179991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t2120"/>
            <p:cNvSpPr/>
            <p:nvPr/>
          </p:nvSpPr>
          <p:spPr>
            <a:xfrm>
              <a:off x="6795458" y="191096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t2121"/>
            <p:cNvSpPr/>
            <p:nvPr/>
          </p:nvSpPr>
          <p:spPr>
            <a:xfrm>
              <a:off x="6581777" y="186365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t2122"/>
            <p:cNvSpPr/>
            <p:nvPr/>
          </p:nvSpPr>
          <p:spPr>
            <a:xfrm>
              <a:off x="6725340" y="197160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t2123"/>
            <p:cNvSpPr/>
            <p:nvPr/>
          </p:nvSpPr>
          <p:spPr>
            <a:xfrm>
              <a:off x="6921429" y="191209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t2124"/>
            <p:cNvSpPr/>
            <p:nvPr/>
          </p:nvSpPr>
          <p:spPr>
            <a:xfrm>
              <a:off x="7615979" y="197782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t2125"/>
            <p:cNvSpPr/>
            <p:nvPr/>
          </p:nvSpPr>
          <p:spPr>
            <a:xfrm>
              <a:off x="7621165" y="188424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t2126"/>
            <p:cNvSpPr/>
            <p:nvPr/>
          </p:nvSpPr>
          <p:spPr>
            <a:xfrm>
              <a:off x="7621165" y="198077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t2127"/>
            <p:cNvSpPr/>
            <p:nvPr/>
          </p:nvSpPr>
          <p:spPr>
            <a:xfrm>
              <a:off x="7100412" y="195490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t2128"/>
            <p:cNvSpPr/>
            <p:nvPr/>
          </p:nvSpPr>
          <p:spPr>
            <a:xfrm>
              <a:off x="6527441" y="190722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t2129"/>
            <p:cNvSpPr/>
            <p:nvPr/>
          </p:nvSpPr>
          <p:spPr>
            <a:xfrm>
              <a:off x="7616931" y="181384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t2130"/>
            <p:cNvSpPr/>
            <p:nvPr/>
          </p:nvSpPr>
          <p:spPr>
            <a:xfrm>
              <a:off x="6853150" y="2011788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t2131"/>
            <p:cNvSpPr/>
            <p:nvPr/>
          </p:nvSpPr>
          <p:spPr>
            <a:xfrm>
              <a:off x="7103384" y="193307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t2132"/>
            <p:cNvSpPr/>
            <p:nvPr/>
          </p:nvSpPr>
          <p:spPr>
            <a:xfrm>
              <a:off x="7474791" y="1892744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t2133"/>
            <p:cNvSpPr/>
            <p:nvPr/>
          </p:nvSpPr>
          <p:spPr>
            <a:xfrm>
              <a:off x="6065258" y="186509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t2134"/>
            <p:cNvSpPr/>
            <p:nvPr/>
          </p:nvSpPr>
          <p:spPr>
            <a:xfrm>
              <a:off x="7367820" y="188425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t2135"/>
            <p:cNvSpPr/>
            <p:nvPr/>
          </p:nvSpPr>
          <p:spPr>
            <a:xfrm>
              <a:off x="6724446" y="1917194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t2136"/>
            <p:cNvSpPr/>
            <p:nvPr/>
          </p:nvSpPr>
          <p:spPr>
            <a:xfrm>
              <a:off x="7111216" y="177815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t2137"/>
            <p:cNvSpPr/>
            <p:nvPr/>
          </p:nvSpPr>
          <p:spPr>
            <a:xfrm>
              <a:off x="6917402" y="191618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t2138"/>
            <p:cNvSpPr/>
            <p:nvPr/>
          </p:nvSpPr>
          <p:spPr>
            <a:xfrm>
              <a:off x="6969222" y="1886232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t2139"/>
            <p:cNvSpPr/>
            <p:nvPr/>
          </p:nvSpPr>
          <p:spPr>
            <a:xfrm>
              <a:off x="6065258" y="193098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t2140"/>
            <p:cNvSpPr/>
            <p:nvPr/>
          </p:nvSpPr>
          <p:spPr>
            <a:xfrm>
              <a:off x="7309158" y="201627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t2141"/>
            <p:cNvSpPr/>
            <p:nvPr/>
          </p:nvSpPr>
          <p:spPr>
            <a:xfrm>
              <a:off x="6766195" y="194492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t2142"/>
            <p:cNvSpPr/>
            <p:nvPr/>
          </p:nvSpPr>
          <p:spPr>
            <a:xfrm>
              <a:off x="7449670" y="192319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t2143"/>
            <p:cNvSpPr/>
            <p:nvPr/>
          </p:nvSpPr>
          <p:spPr>
            <a:xfrm>
              <a:off x="7164460" y="1850205"/>
              <a:ext cx="46424" cy="464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t2144"/>
            <p:cNvSpPr/>
            <p:nvPr/>
          </p:nvSpPr>
          <p:spPr>
            <a:xfrm>
              <a:off x="7312292" y="186061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t2145"/>
            <p:cNvSpPr/>
            <p:nvPr/>
          </p:nvSpPr>
          <p:spPr>
            <a:xfrm>
              <a:off x="6881684" y="181212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t2146"/>
            <p:cNvSpPr/>
            <p:nvPr/>
          </p:nvSpPr>
          <p:spPr>
            <a:xfrm>
              <a:off x="7374095" y="177414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t2147"/>
            <p:cNvSpPr/>
            <p:nvPr/>
          </p:nvSpPr>
          <p:spPr>
            <a:xfrm>
              <a:off x="7122765" y="1958259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t2148"/>
            <p:cNvSpPr/>
            <p:nvPr/>
          </p:nvSpPr>
          <p:spPr>
            <a:xfrm>
              <a:off x="6065258" y="194333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t2149"/>
            <p:cNvSpPr/>
            <p:nvPr/>
          </p:nvSpPr>
          <p:spPr>
            <a:xfrm>
              <a:off x="7403876" y="194015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t2150"/>
            <p:cNvSpPr/>
            <p:nvPr/>
          </p:nvSpPr>
          <p:spPr>
            <a:xfrm>
              <a:off x="7432253" y="194188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t2151"/>
            <p:cNvSpPr/>
            <p:nvPr/>
          </p:nvSpPr>
          <p:spPr>
            <a:xfrm>
              <a:off x="7621165" y="190407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t2152"/>
            <p:cNvSpPr/>
            <p:nvPr/>
          </p:nvSpPr>
          <p:spPr>
            <a:xfrm>
              <a:off x="7498763" y="181685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t2153"/>
            <p:cNvSpPr/>
            <p:nvPr/>
          </p:nvSpPr>
          <p:spPr>
            <a:xfrm>
              <a:off x="7619048" y="188107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t2154"/>
            <p:cNvSpPr/>
            <p:nvPr/>
          </p:nvSpPr>
          <p:spPr>
            <a:xfrm>
              <a:off x="6665000" y="1829867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t2155"/>
            <p:cNvSpPr/>
            <p:nvPr/>
          </p:nvSpPr>
          <p:spPr>
            <a:xfrm>
              <a:off x="6543054" y="197295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t2156"/>
            <p:cNvSpPr/>
            <p:nvPr/>
          </p:nvSpPr>
          <p:spPr>
            <a:xfrm>
              <a:off x="6063141" y="196212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t2157"/>
            <p:cNvSpPr/>
            <p:nvPr/>
          </p:nvSpPr>
          <p:spPr>
            <a:xfrm>
              <a:off x="6819498" y="182635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t2158"/>
            <p:cNvSpPr/>
            <p:nvPr/>
          </p:nvSpPr>
          <p:spPr>
            <a:xfrm>
              <a:off x="7531754" y="191681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t2159"/>
            <p:cNvSpPr/>
            <p:nvPr/>
          </p:nvSpPr>
          <p:spPr>
            <a:xfrm>
              <a:off x="6849353" y="190957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t2160"/>
            <p:cNvSpPr/>
            <p:nvPr/>
          </p:nvSpPr>
          <p:spPr>
            <a:xfrm>
              <a:off x="6963256" y="1854503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t2161"/>
            <p:cNvSpPr/>
            <p:nvPr/>
          </p:nvSpPr>
          <p:spPr>
            <a:xfrm>
              <a:off x="7111490" y="1876784"/>
              <a:ext cx="52268" cy="5226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t2162"/>
            <p:cNvSpPr/>
            <p:nvPr/>
          </p:nvSpPr>
          <p:spPr>
            <a:xfrm>
              <a:off x="7293773" y="1876839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t2163"/>
            <p:cNvSpPr/>
            <p:nvPr/>
          </p:nvSpPr>
          <p:spPr>
            <a:xfrm>
              <a:off x="6753942" y="1857952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t2164"/>
            <p:cNvSpPr/>
            <p:nvPr/>
          </p:nvSpPr>
          <p:spPr>
            <a:xfrm>
              <a:off x="7417531" y="1933201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t2165"/>
            <p:cNvSpPr/>
            <p:nvPr/>
          </p:nvSpPr>
          <p:spPr>
            <a:xfrm>
              <a:off x="7054229" y="1876270"/>
              <a:ext cx="50138" cy="5013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t2166"/>
            <p:cNvSpPr/>
            <p:nvPr/>
          </p:nvSpPr>
          <p:spPr>
            <a:xfrm>
              <a:off x="7161339" y="206230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t2167"/>
            <p:cNvSpPr/>
            <p:nvPr/>
          </p:nvSpPr>
          <p:spPr>
            <a:xfrm>
              <a:off x="7065586" y="184592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t2168"/>
            <p:cNvSpPr/>
            <p:nvPr/>
          </p:nvSpPr>
          <p:spPr>
            <a:xfrm>
              <a:off x="7229669" y="1842447"/>
              <a:ext cx="44536" cy="445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t2169"/>
            <p:cNvSpPr/>
            <p:nvPr/>
          </p:nvSpPr>
          <p:spPr>
            <a:xfrm>
              <a:off x="6065258" y="223909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t2170"/>
            <p:cNvSpPr/>
            <p:nvPr/>
          </p:nvSpPr>
          <p:spPr>
            <a:xfrm>
              <a:off x="7035586" y="192900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t2171"/>
            <p:cNvSpPr/>
            <p:nvPr/>
          </p:nvSpPr>
          <p:spPr>
            <a:xfrm>
              <a:off x="7616931" y="197977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t2172"/>
            <p:cNvSpPr/>
            <p:nvPr/>
          </p:nvSpPr>
          <p:spPr>
            <a:xfrm>
              <a:off x="7621165" y="201077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t2173"/>
            <p:cNvSpPr/>
            <p:nvPr/>
          </p:nvSpPr>
          <p:spPr>
            <a:xfrm>
              <a:off x="7616931" y="180552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t2174"/>
            <p:cNvSpPr/>
            <p:nvPr/>
          </p:nvSpPr>
          <p:spPr>
            <a:xfrm>
              <a:off x="7619048" y="198158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t2175"/>
            <p:cNvSpPr/>
            <p:nvPr/>
          </p:nvSpPr>
          <p:spPr>
            <a:xfrm>
              <a:off x="7249200" y="194590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t2176"/>
            <p:cNvSpPr/>
            <p:nvPr/>
          </p:nvSpPr>
          <p:spPr>
            <a:xfrm>
              <a:off x="7043107" y="195707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t2177"/>
            <p:cNvSpPr/>
            <p:nvPr/>
          </p:nvSpPr>
          <p:spPr>
            <a:xfrm>
              <a:off x="7617498" y="196146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t2178"/>
            <p:cNvSpPr/>
            <p:nvPr/>
          </p:nvSpPr>
          <p:spPr>
            <a:xfrm>
              <a:off x="7618171" y="210882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t2179"/>
            <p:cNvSpPr/>
            <p:nvPr/>
          </p:nvSpPr>
          <p:spPr>
            <a:xfrm>
              <a:off x="6389027" y="186676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t2180"/>
            <p:cNvSpPr/>
            <p:nvPr/>
          </p:nvSpPr>
          <p:spPr>
            <a:xfrm>
              <a:off x="6732735" y="200500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t2181"/>
            <p:cNvSpPr/>
            <p:nvPr/>
          </p:nvSpPr>
          <p:spPr>
            <a:xfrm>
              <a:off x="7132990" y="208781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t2182"/>
            <p:cNvSpPr/>
            <p:nvPr/>
          </p:nvSpPr>
          <p:spPr>
            <a:xfrm>
              <a:off x="7341302" y="191333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t2183"/>
            <p:cNvSpPr/>
            <p:nvPr/>
          </p:nvSpPr>
          <p:spPr>
            <a:xfrm>
              <a:off x="7302154" y="202031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t2184"/>
            <p:cNvSpPr/>
            <p:nvPr/>
          </p:nvSpPr>
          <p:spPr>
            <a:xfrm>
              <a:off x="6841094" y="216252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t2185"/>
            <p:cNvSpPr/>
            <p:nvPr/>
          </p:nvSpPr>
          <p:spPr>
            <a:xfrm>
              <a:off x="7621165" y="183026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t2186"/>
            <p:cNvSpPr/>
            <p:nvPr/>
          </p:nvSpPr>
          <p:spPr>
            <a:xfrm>
              <a:off x="6820316" y="209321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t2187"/>
            <p:cNvSpPr/>
            <p:nvPr/>
          </p:nvSpPr>
          <p:spPr>
            <a:xfrm>
              <a:off x="7306328" y="197720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t2188"/>
            <p:cNvSpPr/>
            <p:nvPr/>
          </p:nvSpPr>
          <p:spPr>
            <a:xfrm>
              <a:off x="7621165" y="184472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t2189"/>
            <p:cNvSpPr/>
            <p:nvPr/>
          </p:nvSpPr>
          <p:spPr>
            <a:xfrm>
              <a:off x="7008340" y="208525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t2190"/>
            <p:cNvSpPr/>
            <p:nvPr/>
          </p:nvSpPr>
          <p:spPr>
            <a:xfrm>
              <a:off x="6849767" y="191838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t2191"/>
            <p:cNvSpPr/>
            <p:nvPr/>
          </p:nvSpPr>
          <p:spPr>
            <a:xfrm>
              <a:off x="6061591" y="196499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t2192"/>
            <p:cNvSpPr/>
            <p:nvPr/>
          </p:nvSpPr>
          <p:spPr>
            <a:xfrm>
              <a:off x="7619048" y="201990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t2193"/>
            <p:cNvSpPr/>
            <p:nvPr/>
          </p:nvSpPr>
          <p:spPr>
            <a:xfrm>
              <a:off x="6456417" y="182099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t2194"/>
            <p:cNvSpPr/>
            <p:nvPr/>
          </p:nvSpPr>
          <p:spPr>
            <a:xfrm>
              <a:off x="7618171" y="190229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t2195"/>
            <p:cNvSpPr/>
            <p:nvPr/>
          </p:nvSpPr>
          <p:spPr>
            <a:xfrm>
              <a:off x="7619048" y="186453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t2196"/>
            <p:cNvSpPr/>
            <p:nvPr/>
          </p:nvSpPr>
          <p:spPr>
            <a:xfrm>
              <a:off x="7621165" y="193792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t2197"/>
            <p:cNvSpPr/>
            <p:nvPr/>
          </p:nvSpPr>
          <p:spPr>
            <a:xfrm>
              <a:off x="6063141" y="179633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t2198"/>
            <p:cNvSpPr/>
            <p:nvPr/>
          </p:nvSpPr>
          <p:spPr>
            <a:xfrm>
              <a:off x="7621165" y="193413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t2199"/>
            <p:cNvSpPr/>
            <p:nvPr/>
          </p:nvSpPr>
          <p:spPr>
            <a:xfrm>
              <a:off x="6359891" y="197828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t2200"/>
            <p:cNvSpPr/>
            <p:nvPr/>
          </p:nvSpPr>
          <p:spPr>
            <a:xfrm>
              <a:off x="6894958" y="2000964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t2201"/>
            <p:cNvSpPr/>
            <p:nvPr/>
          </p:nvSpPr>
          <p:spPr>
            <a:xfrm>
              <a:off x="7187886" y="207489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t2202"/>
            <p:cNvSpPr/>
            <p:nvPr/>
          </p:nvSpPr>
          <p:spPr>
            <a:xfrm>
              <a:off x="6895607" y="208530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t2203"/>
            <p:cNvSpPr/>
            <p:nvPr/>
          </p:nvSpPr>
          <p:spPr>
            <a:xfrm>
              <a:off x="7619048" y="214711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t2204"/>
            <p:cNvSpPr/>
            <p:nvPr/>
          </p:nvSpPr>
          <p:spPr>
            <a:xfrm>
              <a:off x="6820316" y="205044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t2205"/>
            <p:cNvSpPr/>
            <p:nvPr/>
          </p:nvSpPr>
          <p:spPr>
            <a:xfrm>
              <a:off x="6065258" y="216819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t2206"/>
            <p:cNvSpPr/>
            <p:nvPr/>
          </p:nvSpPr>
          <p:spPr>
            <a:xfrm>
              <a:off x="6907106" y="202392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t2207"/>
            <p:cNvSpPr/>
            <p:nvPr/>
          </p:nvSpPr>
          <p:spPr>
            <a:xfrm>
              <a:off x="7176075" y="214927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t2208"/>
            <p:cNvSpPr/>
            <p:nvPr/>
          </p:nvSpPr>
          <p:spPr>
            <a:xfrm>
              <a:off x="7420281" y="190738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t2209"/>
            <p:cNvSpPr/>
            <p:nvPr/>
          </p:nvSpPr>
          <p:spPr>
            <a:xfrm>
              <a:off x="7619048" y="208558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t2210"/>
            <p:cNvSpPr/>
            <p:nvPr/>
          </p:nvSpPr>
          <p:spPr>
            <a:xfrm>
              <a:off x="7072676" y="201616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t2211"/>
            <p:cNvSpPr/>
            <p:nvPr/>
          </p:nvSpPr>
          <p:spPr>
            <a:xfrm>
              <a:off x="7137706" y="210734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t2212"/>
            <p:cNvSpPr/>
            <p:nvPr/>
          </p:nvSpPr>
          <p:spPr>
            <a:xfrm>
              <a:off x="6063141" y="201313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t2213"/>
            <p:cNvSpPr/>
            <p:nvPr/>
          </p:nvSpPr>
          <p:spPr>
            <a:xfrm>
              <a:off x="7021972" y="190680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t2214"/>
            <p:cNvSpPr/>
            <p:nvPr/>
          </p:nvSpPr>
          <p:spPr>
            <a:xfrm>
              <a:off x="7619048" y="198154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t2215"/>
            <p:cNvSpPr/>
            <p:nvPr/>
          </p:nvSpPr>
          <p:spPr>
            <a:xfrm>
              <a:off x="7378030" y="204447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t2216"/>
            <p:cNvSpPr/>
            <p:nvPr/>
          </p:nvSpPr>
          <p:spPr>
            <a:xfrm>
              <a:off x="7618171" y="198732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t2217"/>
            <p:cNvSpPr/>
            <p:nvPr/>
          </p:nvSpPr>
          <p:spPr>
            <a:xfrm>
              <a:off x="7099445" y="1851970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t2218"/>
            <p:cNvSpPr/>
            <p:nvPr/>
          </p:nvSpPr>
          <p:spPr>
            <a:xfrm>
              <a:off x="6869447" y="205165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t2219"/>
            <p:cNvSpPr/>
            <p:nvPr/>
          </p:nvSpPr>
          <p:spPr>
            <a:xfrm>
              <a:off x="6798628" y="182203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t2220"/>
            <p:cNvSpPr/>
            <p:nvPr/>
          </p:nvSpPr>
          <p:spPr>
            <a:xfrm>
              <a:off x="7169954" y="208267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t2221"/>
            <p:cNvSpPr/>
            <p:nvPr/>
          </p:nvSpPr>
          <p:spPr>
            <a:xfrm>
              <a:off x="7267661" y="203373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t2222"/>
            <p:cNvSpPr/>
            <p:nvPr/>
          </p:nvSpPr>
          <p:spPr>
            <a:xfrm>
              <a:off x="6645358" y="210143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t2223"/>
            <p:cNvSpPr/>
            <p:nvPr/>
          </p:nvSpPr>
          <p:spPr>
            <a:xfrm>
              <a:off x="7223713" y="174206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t2224"/>
            <p:cNvSpPr/>
            <p:nvPr/>
          </p:nvSpPr>
          <p:spPr>
            <a:xfrm>
              <a:off x="6065258" y="203349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t2225"/>
            <p:cNvSpPr/>
            <p:nvPr/>
          </p:nvSpPr>
          <p:spPr>
            <a:xfrm>
              <a:off x="6545685" y="205086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t2226"/>
            <p:cNvSpPr/>
            <p:nvPr/>
          </p:nvSpPr>
          <p:spPr>
            <a:xfrm>
              <a:off x="6521437" y="212778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t2227"/>
            <p:cNvSpPr/>
            <p:nvPr/>
          </p:nvSpPr>
          <p:spPr>
            <a:xfrm>
              <a:off x="7141122" y="180846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t2228"/>
            <p:cNvSpPr/>
            <p:nvPr/>
          </p:nvSpPr>
          <p:spPr>
            <a:xfrm>
              <a:off x="7111982" y="194872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t2229"/>
            <p:cNvSpPr/>
            <p:nvPr/>
          </p:nvSpPr>
          <p:spPr>
            <a:xfrm>
              <a:off x="6063141" y="199260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t2230"/>
            <p:cNvSpPr/>
            <p:nvPr/>
          </p:nvSpPr>
          <p:spPr>
            <a:xfrm>
              <a:off x="7031792" y="1932714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t2231"/>
            <p:cNvSpPr/>
            <p:nvPr/>
          </p:nvSpPr>
          <p:spPr>
            <a:xfrm>
              <a:off x="7619048" y="197597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t2232"/>
            <p:cNvSpPr/>
            <p:nvPr/>
          </p:nvSpPr>
          <p:spPr>
            <a:xfrm>
              <a:off x="6943708" y="201219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t2233"/>
            <p:cNvSpPr/>
            <p:nvPr/>
          </p:nvSpPr>
          <p:spPr>
            <a:xfrm>
              <a:off x="7179123" y="1927073"/>
              <a:ext cx="53981" cy="5398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t2234"/>
            <p:cNvSpPr/>
            <p:nvPr/>
          </p:nvSpPr>
          <p:spPr>
            <a:xfrm>
              <a:off x="7252427" y="199717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t2235"/>
            <p:cNvSpPr/>
            <p:nvPr/>
          </p:nvSpPr>
          <p:spPr>
            <a:xfrm>
              <a:off x="7476781" y="184474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t2236"/>
            <p:cNvSpPr/>
            <p:nvPr/>
          </p:nvSpPr>
          <p:spPr>
            <a:xfrm>
              <a:off x="7618171" y="206591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t2237"/>
            <p:cNvSpPr/>
            <p:nvPr/>
          </p:nvSpPr>
          <p:spPr>
            <a:xfrm>
              <a:off x="7505239" y="2240343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t2238"/>
            <p:cNvSpPr/>
            <p:nvPr/>
          </p:nvSpPr>
          <p:spPr>
            <a:xfrm>
              <a:off x="6855149" y="1931626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t2239"/>
            <p:cNvSpPr/>
            <p:nvPr/>
          </p:nvSpPr>
          <p:spPr>
            <a:xfrm>
              <a:off x="6948838" y="2072792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t2240"/>
            <p:cNvSpPr/>
            <p:nvPr/>
          </p:nvSpPr>
          <p:spPr>
            <a:xfrm>
              <a:off x="7282396" y="205212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t2241"/>
            <p:cNvSpPr/>
            <p:nvPr/>
          </p:nvSpPr>
          <p:spPr>
            <a:xfrm>
              <a:off x="6700978" y="192144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t2242"/>
            <p:cNvSpPr/>
            <p:nvPr/>
          </p:nvSpPr>
          <p:spPr>
            <a:xfrm>
              <a:off x="6960899" y="217557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t2243"/>
            <p:cNvSpPr/>
            <p:nvPr/>
          </p:nvSpPr>
          <p:spPr>
            <a:xfrm>
              <a:off x="6707485" y="197624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t2244"/>
            <p:cNvSpPr/>
            <p:nvPr/>
          </p:nvSpPr>
          <p:spPr>
            <a:xfrm>
              <a:off x="7362919" y="179652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t2245"/>
            <p:cNvSpPr/>
            <p:nvPr/>
          </p:nvSpPr>
          <p:spPr>
            <a:xfrm>
              <a:off x="6767706" y="200700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t2246"/>
            <p:cNvSpPr/>
            <p:nvPr/>
          </p:nvSpPr>
          <p:spPr>
            <a:xfrm>
              <a:off x="7151261" y="200351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t2247"/>
            <p:cNvSpPr/>
            <p:nvPr/>
          </p:nvSpPr>
          <p:spPr>
            <a:xfrm>
              <a:off x="7303672" y="1854418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t2248"/>
            <p:cNvSpPr/>
            <p:nvPr/>
          </p:nvSpPr>
          <p:spPr>
            <a:xfrm>
              <a:off x="7621165" y="175713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t2249"/>
            <p:cNvSpPr/>
            <p:nvPr/>
          </p:nvSpPr>
          <p:spPr>
            <a:xfrm>
              <a:off x="7260281" y="1836039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t2250"/>
            <p:cNvSpPr/>
            <p:nvPr/>
          </p:nvSpPr>
          <p:spPr>
            <a:xfrm>
              <a:off x="6865841" y="200661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t2251"/>
            <p:cNvSpPr/>
            <p:nvPr/>
          </p:nvSpPr>
          <p:spPr>
            <a:xfrm>
              <a:off x="7385674" y="1833870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t2252"/>
            <p:cNvSpPr/>
            <p:nvPr/>
          </p:nvSpPr>
          <p:spPr>
            <a:xfrm>
              <a:off x="6577316" y="199621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t2253"/>
            <p:cNvSpPr/>
            <p:nvPr/>
          </p:nvSpPr>
          <p:spPr>
            <a:xfrm>
              <a:off x="7618171" y="206282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t2254"/>
            <p:cNvSpPr/>
            <p:nvPr/>
          </p:nvSpPr>
          <p:spPr>
            <a:xfrm>
              <a:off x="7067155" y="189362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t2255"/>
            <p:cNvSpPr/>
            <p:nvPr/>
          </p:nvSpPr>
          <p:spPr>
            <a:xfrm>
              <a:off x="6885997" y="2028408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t2256"/>
            <p:cNvSpPr/>
            <p:nvPr/>
          </p:nvSpPr>
          <p:spPr>
            <a:xfrm>
              <a:off x="7621165" y="184377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t2257"/>
            <p:cNvSpPr/>
            <p:nvPr/>
          </p:nvSpPr>
          <p:spPr>
            <a:xfrm>
              <a:off x="7621165" y="202758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t2258"/>
            <p:cNvSpPr/>
            <p:nvPr/>
          </p:nvSpPr>
          <p:spPr>
            <a:xfrm>
              <a:off x="7176885" y="2031275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t2259"/>
            <p:cNvSpPr/>
            <p:nvPr/>
          </p:nvSpPr>
          <p:spPr>
            <a:xfrm>
              <a:off x="6451879" y="199213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t2260"/>
            <p:cNvSpPr/>
            <p:nvPr/>
          </p:nvSpPr>
          <p:spPr>
            <a:xfrm>
              <a:off x="7356442" y="195470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t2261"/>
            <p:cNvSpPr/>
            <p:nvPr/>
          </p:nvSpPr>
          <p:spPr>
            <a:xfrm>
              <a:off x="7095365" y="1958729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t2262"/>
            <p:cNvSpPr/>
            <p:nvPr/>
          </p:nvSpPr>
          <p:spPr>
            <a:xfrm>
              <a:off x="6802269" y="1956868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t2263"/>
            <p:cNvSpPr/>
            <p:nvPr/>
          </p:nvSpPr>
          <p:spPr>
            <a:xfrm>
              <a:off x="7616431" y="191545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t2264"/>
            <p:cNvSpPr/>
            <p:nvPr/>
          </p:nvSpPr>
          <p:spPr>
            <a:xfrm>
              <a:off x="6309465" y="210606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t2265"/>
            <p:cNvSpPr/>
            <p:nvPr/>
          </p:nvSpPr>
          <p:spPr>
            <a:xfrm>
              <a:off x="7128164" y="198746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t2266"/>
            <p:cNvSpPr/>
            <p:nvPr/>
          </p:nvSpPr>
          <p:spPr>
            <a:xfrm>
              <a:off x="7028322" y="1937893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t2267"/>
            <p:cNvSpPr/>
            <p:nvPr/>
          </p:nvSpPr>
          <p:spPr>
            <a:xfrm>
              <a:off x="6939772" y="202148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t2268"/>
            <p:cNvSpPr/>
            <p:nvPr/>
          </p:nvSpPr>
          <p:spPr>
            <a:xfrm>
              <a:off x="6522563" y="1943318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t2269"/>
            <p:cNvSpPr/>
            <p:nvPr/>
          </p:nvSpPr>
          <p:spPr>
            <a:xfrm>
              <a:off x="7183498" y="1919456"/>
              <a:ext cx="47490" cy="474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t2270"/>
            <p:cNvSpPr/>
            <p:nvPr/>
          </p:nvSpPr>
          <p:spPr>
            <a:xfrm>
              <a:off x="7309304" y="191660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t2271"/>
            <p:cNvSpPr/>
            <p:nvPr/>
          </p:nvSpPr>
          <p:spPr>
            <a:xfrm>
              <a:off x="6964258" y="1952414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t2272"/>
            <p:cNvSpPr/>
            <p:nvPr/>
          </p:nvSpPr>
          <p:spPr>
            <a:xfrm>
              <a:off x="7078594" y="201286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t2273"/>
            <p:cNvSpPr/>
            <p:nvPr/>
          </p:nvSpPr>
          <p:spPr>
            <a:xfrm>
              <a:off x="6451272" y="182005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t2274"/>
            <p:cNvSpPr/>
            <p:nvPr/>
          </p:nvSpPr>
          <p:spPr>
            <a:xfrm>
              <a:off x="6696610" y="1959633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t2275"/>
            <p:cNvSpPr/>
            <p:nvPr/>
          </p:nvSpPr>
          <p:spPr>
            <a:xfrm>
              <a:off x="6836862" y="205090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t2276"/>
            <p:cNvSpPr/>
            <p:nvPr/>
          </p:nvSpPr>
          <p:spPr>
            <a:xfrm>
              <a:off x="6925938" y="187824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t2277"/>
            <p:cNvSpPr/>
            <p:nvPr/>
          </p:nvSpPr>
          <p:spPr>
            <a:xfrm>
              <a:off x="6658665" y="195481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t2278"/>
            <p:cNvSpPr/>
            <p:nvPr/>
          </p:nvSpPr>
          <p:spPr>
            <a:xfrm>
              <a:off x="7022227" y="1952540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t2279"/>
            <p:cNvSpPr/>
            <p:nvPr/>
          </p:nvSpPr>
          <p:spPr>
            <a:xfrm>
              <a:off x="7032483" y="2007678"/>
              <a:ext cx="49500" cy="495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t2280"/>
            <p:cNvSpPr/>
            <p:nvPr/>
          </p:nvSpPr>
          <p:spPr>
            <a:xfrm>
              <a:off x="7621165" y="192477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t2281"/>
            <p:cNvSpPr/>
            <p:nvPr/>
          </p:nvSpPr>
          <p:spPr>
            <a:xfrm>
              <a:off x="7297641" y="210578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t2282"/>
            <p:cNvSpPr/>
            <p:nvPr/>
          </p:nvSpPr>
          <p:spPr>
            <a:xfrm>
              <a:off x="7230480" y="197622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t2283"/>
            <p:cNvSpPr/>
            <p:nvPr/>
          </p:nvSpPr>
          <p:spPr>
            <a:xfrm>
              <a:off x="7392629" y="1947651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t2284"/>
            <p:cNvSpPr/>
            <p:nvPr/>
          </p:nvSpPr>
          <p:spPr>
            <a:xfrm>
              <a:off x="6536700" y="1985984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t2285"/>
            <p:cNvSpPr/>
            <p:nvPr/>
          </p:nvSpPr>
          <p:spPr>
            <a:xfrm>
              <a:off x="6065258" y="191464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t2286"/>
            <p:cNvSpPr/>
            <p:nvPr/>
          </p:nvSpPr>
          <p:spPr>
            <a:xfrm>
              <a:off x="6065258" y="192036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t2287"/>
            <p:cNvSpPr/>
            <p:nvPr/>
          </p:nvSpPr>
          <p:spPr>
            <a:xfrm>
              <a:off x="6901648" y="1911532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t2288"/>
            <p:cNvSpPr/>
            <p:nvPr/>
          </p:nvSpPr>
          <p:spPr>
            <a:xfrm>
              <a:off x="6717678" y="198133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t2289"/>
            <p:cNvSpPr/>
            <p:nvPr/>
          </p:nvSpPr>
          <p:spPr>
            <a:xfrm>
              <a:off x="6276035" y="183886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t2290"/>
            <p:cNvSpPr/>
            <p:nvPr/>
          </p:nvSpPr>
          <p:spPr>
            <a:xfrm>
              <a:off x="6833752" y="2062314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t2291"/>
            <p:cNvSpPr/>
            <p:nvPr/>
          </p:nvSpPr>
          <p:spPr>
            <a:xfrm>
              <a:off x="7153721" y="2025923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t2292"/>
            <p:cNvSpPr/>
            <p:nvPr/>
          </p:nvSpPr>
          <p:spPr>
            <a:xfrm>
              <a:off x="7030821" y="1924655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t2293"/>
            <p:cNvSpPr/>
            <p:nvPr/>
          </p:nvSpPr>
          <p:spPr>
            <a:xfrm>
              <a:off x="7336448" y="1942039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t2294"/>
            <p:cNvSpPr/>
            <p:nvPr/>
          </p:nvSpPr>
          <p:spPr>
            <a:xfrm>
              <a:off x="7504937" y="206028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t2295"/>
            <p:cNvSpPr/>
            <p:nvPr/>
          </p:nvSpPr>
          <p:spPr>
            <a:xfrm>
              <a:off x="7193765" y="2009633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t2296"/>
            <p:cNvSpPr/>
            <p:nvPr/>
          </p:nvSpPr>
          <p:spPr>
            <a:xfrm>
              <a:off x="7621165" y="190067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t2297"/>
            <p:cNvSpPr/>
            <p:nvPr/>
          </p:nvSpPr>
          <p:spPr>
            <a:xfrm>
              <a:off x="7190358" y="204871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t2298"/>
            <p:cNvSpPr/>
            <p:nvPr/>
          </p:nvSpPr>
          <p:spPr>
            <a:xfrm>
              <a:off x="6906773" y="196381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t2299"/>
            <p:cNvSpPr/>
            <p:nvPr/>
          </p:nvSpPr>
          <p:spPr>
            <a:xfrm>
              <a:off x="6949654" y="1906335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t2300"/>
            <p:cNvSpPr/>
            <p:nvPr/>
          </p:nvSpPr>
          <p:spPr>
            <a:xfrm>
              <a:off x="6585936" y="1912344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t2301"/>
            <p:cNvSpPr/>
            <p:nvPr/>
          </p:nvSpPr>
          <p:spPr>
            <a:xfrm>
              <a:off x="6652785" y="191521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t2302"/>
            <p:cNvSpPr/>
            <p:nvPr/>
          </p:nvSpPr>
          <p:spPr>
            <a:xfrm>
              <a:off x="6906689" y="1921020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t2303"/>
            <p:cNvSpPr/>
            <p:nvPr/>
          </p:nvSpPr>
          <p:spPr>
            <a:xfrm>
              <a:off x="6894909" y="191025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t2304"/>
            <p:cNvSpPr/>
            <p:nvPr/>
          </p:nvSpPr>
          <p:spPr>
            <a:xfrm>
              <a:off x="7062393" y="1827553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t2305"/>
            <p:cNvSpPr/>
            <p:nvPr/>
          </p:nvSpPr>
          <p:spPr>
            <a:xfrm>
              <a:off x="7621165" y="193900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t2306"/>
            <p:cNvSpPr/>
            <p:nvPr/>
          </p:nvSpPr>
          <p:spPr>
            <a:xfrm>
              <a:off x="7319715" y="203679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t2307"/>
            <p:cNvSpPr/>
            <p:nvPr/>
          </p:nvSpPr>
          <p:spPr>
            <a:xfrm>
              <a:off x="7195903" y="1913117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t2308"/>
            <p:cNvSpPr/>
            <p:nvPr/>
          </p:nvSpPr>
          <p:spPr>
            <a:xfrm>
              <a:off x="7621165" y="178580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t2309"/>
            <p:cNvSpPr/>
            <p:nvPr/>
          </p:nvSpPr>
          <p:spPr>
            <a:xfrm>
              <a:off x="7123375" y="191529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t2310"/>
            <p:cNvSpPr/>
            <p:nvPr/>
          </p:nvSpPr>
          <p:spPr>
            <a:xfrm>
              <a:off x="7621165" y="199773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t2311"/>
            <p:cNvSpPr/>
            <p:nvPr/>
          </p:nvSpPr>
          <p:spPr>
            <a:xfrm>
              <a:off x="7067562" y="201615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t2312"/>
            <p:cNvSpPr/>
            <p:nvPr/>
          </p:nvSpPr>
          <p:spPr>
            <a:xfrm>
              <a:off x="6991858" y="192575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t2313"/>
            <p:cNvSpPr/>
            <p:nvPr/>
          </p:nvSpPr>
          <p:spPr>
            <a:xfrm>
              <a:off x="6685686" y="193824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t2314"/>
            <p:cNvSpPr/>
            <p:nvPr/>
          </p:nvSpPr>
          <p:spPr>
            <a:xfrm>
              <a:off x="6807882" y="198121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t2315"/>
            <p:cNvSpPr/>
            <p:nvPr/>
          </p:nvSpPr>
          <p:spPr>
            <a:xfrm>
              <a:off x="7129107" y="1806708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t2316"/>
            <p:cNvSpPr/>
            <p:nvPr/>
          </p:nvSpPr>
          <p:spPr>
            <a:xfrm>
              <a:off x="7476074" y="194136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t2317"/>
            <p:cNvSpPr/>
            <p:nvPr/>
          </p:nvSpPr>
          <p:spPr>
            <a:xfrm>
              <a:off x="6996575" y="175046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t2318"/>
            <p:cNvSpPr/>
            <p:nvPr/>
          </p:nvSpPr>
          <p:spPr>
            <a:xfrm>
              <a:off x="7452725" y="199712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t2319"/>
            <p:cNvSpPr/>
            <p:nvPr/>
          </p:nvSpPr>
          <p:spPr>
            <a:xfrm>
              <a:off x="7617498" y="190281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t2320"/>
            <p:cNvSpPr/>
            <p:nvPr/>
          </p:nvSpPr>
          <p:spPr>
            <a:xfrm>
              <a:off x="7056535" y="200521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t2321"/>
            <p:cNvSpPr/>
            <p:nvPr/>
          </p:nvSpPr>
          <p:spPr>
            <a:xfrm>
              <a:off x="7617498" y="195893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t2322"/>
            <p:cNvSpPr/>
            <p:nvPr/>
          </p:nvSpPr>
          <p:spPr>
            <a:xfrm>
              <a:off x="7194889" y="197553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t2323"/>
            <p:cNvSpPr/>
            <p:nvPr/>
          </p:nvSpPr>
          <p:spPr>
            <a:xfrm>
              <a:off x="7621165" y="202331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t2324"/>
            <p:cNvSpPr/>
            <p:nvPr/>
          </p:nvSpPr>
          <p:spPr>
            <a:xfrm>
              <a:off x="6591509" y="182001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t2325"/>
            <p:cNvSpPr/>
            <p:nvPr/>
          </p:nvSpPr>
          <p:spPr>
            <a:xfrm>
              <a:off x="7619048" y="185871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t2326"/>
            <p:cNvSpPr/>
            <p:nvPr/>
          </p:nvSpPr>
          <p:spPr>
            <a:xfrm>
              <a:off x="7621165" y="199906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t2327"/>
            <p:cNvSpPr/>
            <p:nvPr/>
          </p:nvSpPr>
          <p:spPr>
            <a:xfrm>
              <a:off x="7619048" y="209541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t2328"/>
            <p:cNvSpPr/>
            <p:nvPr/>
          </p:nvSpPr>
          <p:spPr>
            <a:xfrm>
              <a:off x="7315825" y="195171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t2329"/>
            <p:cNvSpPr/>
            <p:nvPr/>
          </p:nvSpPr>
          <p:spPr>
            <a:xfrm>
              <a:off x="6695288" y="196910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t2330"/>
            <p:cNvSpPr/>
            <p:nvPr/>
          </p:nvSpPr>
          <p:spPr>
            <a:xfrm>
              <a:off x="7619048" y="172515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t2331"/>
            <p:cNvSpPr/>
            <p:nvPr/>
          </p:nvSpPr>
          <p:spPr>
            <a:xfrm>
              <a:off x="6065258" y="211032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t2332"/>
            <p:cNvSpPr/>
            <p:nvPr/>
          </p:nvSpPr>
          <p:spPr>
            <a:xfrm>
              <a:off x="6065258" y="201502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t2333"/>
            <p:cNvSpPr/>
            <p:nvPr/>
          </p:nvSpPr>
          <p:spPr>
            <a:xfrm>
              <a:off x="7621165" y="200594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t2334"/>
            <p:cNvSpPr/>
            <p:nvPr/>
          </p:nvSpPr>
          <p:spPr>
            <a:xfrm>
              <a:off x="7158438" y="199791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t2335"/>
            <p:cNvSpPr/>
            <p:nvPr/>
          </p:nvSpPr>
          <p:spPr>
            <a:xfrm>
              <a:off x="7340638" y="1974891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t2336"/>
            <p:cNvSpPr/>
            <p:nvPr/>
          </p:nvSpPr>
          <p:spPr>
            <a:xfrm>
              <a:off x="6432283" y="194669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t2337"/>
            <p:cNvSpPr/>
            <p:nvPr/>
          </p:nvSpPr>
          <p:spPr>
            <a:xfrm>
              <a:off x="7621165" y="187063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t2338"/>
            <p:cNvSpPr/>
            <p:nvPr/>
          </p:nvSpPr>
          <p:spPr>
            <a:xfrm>
              <a:off x="6779027" y="185208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t2339"/>
            <p:cNvSpPr/>
            <p:nvPr/>
          </p:nvSpPr>
          <p:spPr>
            <a:xfrm>
              <a:off x="6470644" y="199500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t2340"/>
            <p:cNvSpPr/>
            <p:nvPr/>
          </p:nvSpPr>
          <p:spPr>
            <a:xfrm>
              <a:off x="7111709" y="196276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t2341"/>
            <p:cNvSpPr/>
            <p:nvPr/>
          </p:nvSpPr>
          <p:spPr>
            <a:xfrm>
              <a:off x="6803305" y="197194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t2342"/>
            <p:cNvSpPr/>
            <p:nvPr/>
          </p:nvSpPr>
          <p:spPr>
            <a:xfrm>
              <a:off x="7621165" y="183078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t2343"/>
            <p:cNvSpPr/>
            <p:nvPr/>
          </p:nvSpPr>
          <p:spPr>
            <a:xfrm>
              <a:off x="6617589" y="201067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t2344"/>
            <p:cNvSpPr/>
            <p:nvPr/>
          </p:nvSpPr>
          <p:spPr>
            <a:xfrm>
              <a:off x="6139969" y="197393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t2345"/>
            <p:cNvSpPr/>
            <p:nvPr/>
          </p:nvSpPr>
          <p:spPr>
            <a:xfrm>
              <a:off x="7621165" y="187457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t2346"/>
            <p:cNvSpPr/>
            <p:nvPr/>
          </p:nvSpPr>
          <p:spPr>
            <a:xfrm>
              <a:off x="6544729" y="210486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t2347"/>
            <p:cNvSpPr/>
            <p:nvPr/>
          </p:nvSpPr>
          <p:spPr>
            <a:xfrm>
              <a:off x="7616931" y="181135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t2348"/>
            <p:cNvSpPr/>
            <p:nvPr/>
          </p:nvSpPr>
          <p:spPr>
            <a:xfrm>
              <a:off x="7621165" y="176628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t2349"/>
            <p:cNvSpPr/>
            <p:nvPr/>
          </p:nvSpPr>
          <p:spPr>
            <a:xfrm>
              <a:off x="6063141" y="198337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t2350"/>
            <p:cNvSpPr/>
            <p:nvPr/>
          </p:nvSpPr>
          <p:spPr>
            <a:xfrm>
              <a:off x="6487185" y="185480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t2351"/>
            <p:cNvSpPr/>
            <p:nvPr/>
          </p:nvSpPr>
          <p:spPr>
            <a:xfrm>
              <a:off x="7618171" y="190500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t2352"/>
            <p:cNvSpPr/>
            <p:nvPr/>
          </p:nvSpPr>
          <p:spPr>
            <a:xfrm>
              <a:off x="7244040" y="1824807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t2353"/>
            <p:cNvSpPr/>
            <p:nvPr/>
          </p:nvSpPr>
          <p:spPr>
            <a:xfrm>
              <a:off x="7258054" y="202992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t2354"/>
            <p:cNvSpPr/>
            <p:nvPr/>
          </p:nvSpPr>
          <p:spPr>
            <a:xfrm>
              <a:off x="7619048" y="183179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t2355"/>
            <p:cNvSpPr/>
            <p:nvPr/>
          </p:nvSpPr>
          <p:spPr>
            <a:xfrm>
              <a:off x="7616431" y="181035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t2356"/>
            <p:cNvSpPr/>
            <p:nvPr/>
          </p:nvSpPr>
          <p:spPr>
            <a:xfrm>
              <a:off x="7621165" y="183884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t2357"/>
            <p:cNvSpPr/>
            <p:nvPr/>
          </p:nvSpPr>
          <p:spPr>
            <a:xfrm>
              <a:off x="7618171" y="179242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t2358"/>
            <p:cNvSpPr/>
            <p:nvPr/>
          </p:nvSpPr>
          <p:spPr>
            <a:xfrm>
              <a:off x="6062264" y="219414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t2359"/>
            <p:cNvSpPr/>
            <p:nvPr/>
          </p:nvSpPr>
          <p:spPr>
            <a:xfrm>
              <a:off x="6065258" y="188773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t2360"/>
            <p:cNvSpPr/>
            <p:nvPr/>
          </p:nvSpPr>
          <p:spPr>
            <a:xfrm>
              <a:off x="7220147" y="188246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t2361"/>
            <p:cNvSpPr/>
            <p:nvPr/>
          </p:nvSpPr>
          <p:spPr>
            <a:xfrm>
              <a:off x="7365496" y="1969263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t2362"/>
            <p:cNvSpPr/>
            <p:nvPr/>
          </p:nvSpPr>
          <p:spPr>
            <a:xfrm>
              <a:off x="7618171" y="213021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t2363"/>
            <p:cNvSpPr/>
            <p:nvPr/>
          </p:nvSpPr>
          <p:spPr>
            <a:xfrm>
              <a:off x="7619048" y="182467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t2364"/>
            <p:cNvSpPr/>
            <p:nvPr/>
          </p:nvSpPr>
          <p:spPr>
            <a:xfrm>
              <a:off x="7353981" y="192866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t2365"/>
            <p:cNvSpPr/>
            <p:nvPr/>
          </p:nvSpPr>
          <p:spPr>
            <a:xfrm>
              <a:off x="6811467" y="185769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t2366"/>
            <p:cNvSpPr/>
            <p:nvPr/>
          </p:nvSpPr>
          <p:spPr>
            <a:xfrm>
              <a:off x="6590703" y="188996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t2367"/>
            <p:cNvSpPr/>
            <p:nvPr/>
          </p:nvSpPr>
          <p:spPr>
            <a:xfrm>
              <a:off x="7251304" y="189907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t2368"/>
            <p:cNvSpPr/>
            <p:nvPr/>
          </p:nvSpPr>
          <p:spPr>
            <a:xfrm>
              <a:off x="7174757" y="209088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t2369"/>
            <p:cNvSpPr/>
            <p:nvPr/>
          </p:nvSpPr>
          <p:spPr>
            <a:xfrm>
              <a:off x="7621165" y="220367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t2370"/>
            <p:cNvSpPr/>
            <p:nvPr/>
          </p:nvSpPr>
          <p:spPr>
            <a:xfrm>
              <a:off x="6838811" y="210065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t2371"/>
            <p:cNvSpPr/>
            <p:nvPr/>
          </p:nvSpPr>
          <p:spPr>
            <a:xfrm>
              <a:off x="6861471" y="190631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t2372"/>
            <p:cNvSpPr/>
            <p:nvPr/>
          </p:nvSpPr>
          <p:spPr>
            <a:xfrm>
              <a:off x="6885961" y="202734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t2373"/>
            <p:cNvSpPr/>
            <p:nvPr/>
          </p:nvSpPr>
          <p:spPr>
            <a:xfrm>
              <a:off x="6063141" y="201519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t2374"/>
            <p:cNvSpPr/>
            <p:nvPr/>
          </p:nvSpPr>
          <p:spPr>
            <a:xfrm>
              <a:off x="6740219" y="1936135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t2375"/>
            <p:cNvSpPr/>
            <p:nvPr/>
          </p:nvSpPr>
          <p:spPr>
            <a:xfrm>
              <a:off x="7036468" y="192032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t2376"/>
            <p:cNvSpPr/>
            <p:nvPr/>
          </p:nvSpPr>
          <p:spPr>
            <a:xfrm>
              <a:off x="6925358" y="197707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t2377"/>
            <p:cNvSpPr/>
            <p:nvPr/>
          </p:nvSpPr>
          <p:spPr>
            <a:xfrm>
              <a:off x="6490803" y="218081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t2378"/>
            <p:cNvSpPr/>
            <p:nvPr/>
          </p:nvSpPr>
          <p:spPr>
            <a:xfrm>
              <a:off x="6407665" y="201613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t2379"/>
            <p:cNvSpPr/>
            <p:nvPr/>
          </p:nvSpPr>
          <p:spPr>
            <a:xfrm>
              <a:off x="6407181" y="218580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t2380"/>
            <p:cNvSpPr/>
            <p:nvPr/>
          </p:nvSpPr>
          <p:spPr>
            <a:xfrm>
              <a:off x="6206187" y="213643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t2381"/>
            <p:cNvSpPr/>
            <p:nvPr/>
          </p:nvSpPr>
          <p:spPr>
            <a:xfrm>
              <a:off x="7621165" y="183022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t2382"/>
            <p:cNvSpPr/>
            <p:nvPr/>
          </p:nvSpPr>
          <p:spPr>
            <a:xfrm>
              <a:off x="7621165" y="209971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t2383"/>
            <p:cNvSpPr/>
            <p:nvPr/>
          </p:nvSpPr>
          <p:spPr>
            <a:xfrm>
              <a:off x="7621165" y="188938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t2384"/>
            <p:cNvSpPr/>
            <p:nvPr/>
          </p:nvSpPr>
          <p:spPr>
            <a:xfrm>
              <a:off x="6294256" y="213581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t2385"/>
            <p:cNvSpPr/>
            <p:nvPr/>
          </p:nvSpPr>
          <p:spPr>
            <a:xfrm>
              <a:off x="7081961" y="226718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t2386"/>
            <p:cNvSpPr/>
            <p:nvPr/>
          </p:nvSpPr>
          <p:spPr>
            <a:xfrm>
              <a:off x="6812771" y="199750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t2387"/>
            <p:cNvSpPr/>
            <p:nvPr/>
          </p:nvSpPr>
          <p:spPr>
            <a:xfrm>
              <a:off x="6956343" y="212723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t2388"/>
            <p:cNvSpPr/>
            <p:nvPr/>
          </p:nvSpPr>
          <p:spPr>
            <a:xfrm>
              <a:off x="6926784" y="218253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t2389"/>
            <p:cNvSpPr/>
            <p:nvPr/>
          </p:nvSpPr>
          <p:spPr>
            <a:xfrm>
              <a:off x="7621165" y="174266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t2390"/>
            <p:cNvSpPr/>
            <p:nvPr/>
          </p:nvSpPr>
          <p:spPr>
            <a:xfrm>
              <a:off x="6346895" y="191330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t2391"/>
            <p:cNvSpPr/>
            <p:nvPr/>
          </p:nvSpPr>
          <p:spPr>
            <a:xfrm>
              <a:off x="7619048" y="207300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t2392"/>
            <p:cNvSpPr/>
            <p:nvPr/>
          </p:nvSpPr>
          <p:spPr>
            <a:xfrm>
              <a:off x="7245131" y="199902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t2393"/>
            <p:cNvSpPr/>
            <p:nvPr/>
          </p:nvSpPr>
          <p:spPr>
            <a:xfrm>
              <a:off x="7396700" y="185823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t2394"/>
            <p:cNvSpPr/>
            <p:nvPr/>
          </p:nvSpPr>
          <p:spPr>
            <a:xfrm>
              <a:off x="6754189" y="1903624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t2395"/>
            <p:cNvSpPr/>
            <p:nvPr/>
          </p:nvSpPr>
          <p:spPr>
            <a:xfrm>
              <a:off x="6526330" y="168141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t2396"/>
            <p:cNvSpPr/>
            <p:nvPr/>
          </p:nvSpPr>
          <p:spPr>
            <a:xfrm>
              <a:off x="7619048" y="195933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t2397"/>
            <p:cNvSpPr/>
            <p:nvPr/>
          </p:nvSpPr>
          <p:spPr>
            <a:xfrm>
              <a:off x="7176255" y="196021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t2398"/>
            <p:cNvSpPr/>
            <p:nvPr/>
          </p:nvSpPr>
          <p:spPr>
            <a:xfrm>
              <a:off x="7196858" y="184942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t2399"/>
            <p:cNvSpPr/>
            <p:nvPr/>
          </p:nvSpPr>
          <p:spPr>
            <a:xfrm>
              <a:off x="7151008" y="1851679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t2400"/>
            <p:cNvSpPr/>
            <p:nvPr/>
          </p:nvSpPr>
          <p:spPr>
            <a:xfrm>
              <a:off x="7485527" y="187876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t2401"/>
            <p:cNvSpPr/>
            <p:nvPr/>
          </p:nvSpPr>
          <p:spPr>
            <a:xfrm>
              <a:off x="7064698" y="1831505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t2402"/>
            <p:cNvSpPr/>
            <p:nvPr/>
          </p:nvSpPr>
          <p:spPr>
            <a:xfrm>
              <a:off x="6917275" y="204281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t2403"/>
            <p:cNvSpPr/>
            <p:nvPr/>
          </p:nvSpPr>
          <p:spPr>
            <a:xfrm>
              <a:off x="7217974" y="199783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t2404"/>
            <p:cNvSpPr/>
            <p:nvPr/>
          </p:nvSpPr>
          <p:spPr>
            <a:xfrm>
              <a:off x="7197222" y="1979268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t2405"/>
            <p:cNvSpPr/>
            <p:nvPr/>
          </p:nvSpPr>
          <p:spPr>
            <a:xfrm>
              <a:off x="7364838" y="193816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t2406"/>
            <p:cNvSpPr/>
            <p:nvPr/>
          </p:nvSpPr>
          <p:spPr>
            <a:xfrm>
              <a:off x="7616931" y="180150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t2407"/>
            <p:cNvSpPr/>
            <p:nvPr/>
          </p:nvSpPr>
          <p:spPr>
            <a:xfrm>
              <a:off x="7145735" y="195833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t2408"/>
            <p:cNvSpPr/>
            <p:nvPr/>
          </p:nvSpPr>
          <p:spPr>
            <a:xfrm>
              <a:off x="7259882" y="199976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rc2409"/>
            <p:cNvSpPr/>
            <p:nvPr/>
          </p:nvSpPr>
          <p:spPr>
            <a:xfrm>
              <a:off x="5998329" y="1305836"/>
              <a:ext cx="1711497" cy="1711497"/>
            </a:xfrm>
            <a:prstGeom prst="rect">
              <a:avLst/>
            </a:prstGeom>
            <a:noFill/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rc2410"/>
            <p:cNvSpPr/>
            <p:nvPr/>
          </p:nvSpPr>
          <p:spPr>
            <a:xfrm>
              <a:off x="7773090" y="1305836"/>
              <a:ext cx="1711497" cy="17114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1" name="pl2411"/>
            <p:cNvSpPr/>
            <p:nvPr/>
          </p:nvSpPr>
          <p:spPr>
            <a:xfrm>
              <a:off x="7773090" y="2745050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l2412"/>
            <p:cNvSpPr/>
            <p:nvPr/>
          </p:nvSpPr>
          <p:spPr>
            <a:xfrm>
              <a:off x="7773090" y="2356073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l2413"/>
            <p:cNvSpPr/>
            <p:nvPr/>
          </p:nvSpPr>
          <p:spPr>
            <a:xfrm>
              <a:off x="7773090" y="1967096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l2414"/>
            <p:cNvSpPr/>
            <p:nvPr/>
          </p:nvSpPr>
          <p:spPr>
            <a:xfrm>
              <a:off x="7773090" y="1578120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l2415"/>
            <p:cNvSpPr/>
            <p:nvPr/>
          </p:nvSpPr>
          <p:spPr>
            <a:xfrm>
              <a:off x="8045373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l2416"/>
            <p:cNvSpPr/>
            <p:nvPr/>
          </p:nvSpPr>
          <p:spPr>
            <a:xfrm>
              <a:off x="8434350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l2417"/>
            <p:cNvSpPr/>
            <p:nvPr/>
          </p:nvSpPr>
          <p:spPr>
            <a:xfrm>
              <a:off x="8823327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l2418"/>
            <p:cNvSpPr/>
            <p:nvPr/>
          </p:nvSpPr>
          <p:spPr>
            <a:xfrm>
              <a:off x="9212304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l2419"/>
            <p:cNvSpPr/>
            <p:nvPr/>
          </p:nvSpPr>
          <p:spPr>
            <a:xfrm>
              <a:off x="7773090" y="2939538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l2420"/>
            <p:cNvSpPr/>
            <p:nvPr/>
          </p:nvSpPr>
          <p:spPr>
            <a:xfrm>
              <a:off x="7773090" y="2550562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l2421"/>
            <p:cNvSpPr/>
            <p:nvPr/>
          </p:nvSpPr>
          <p:spPr>
            <a:xfrm>
              <a:off x="7773090" y="2161585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l2422"/>
            <p:cNvSpPr/>
            <p:nvPr/>
          </p:nvSpPr>
          <p:spPr>
            <a:xfrm>
              <a:off x="7773090" y="1772608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l2423"/>
            <p:cNvSpPr/>
            <p:nvPr/>
          </p:nvSpPr>
          <p:spPr>
            <a:xfrm>
              <a:off x="7773090" y="1383631"/>
              <a:ext cx="1711497" cy="0"/>
            </a:xfrm>
            <a:custGeom>
              <a:avLst/>
              <a:pathLst>
                <a:path w="1711497" h="0">
                  <a:moveTo>
                    <a:pt x="0" y="0"/>
                  </a:moveTo>
                  <a:lnTo>
                    <a:pt x="1711497" y="0"/>
                  </a:ln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l2424"/>
            <p:cNvSpPr/>
            <p:nvPr/>
          </p:nvSpPr>
          <p:spPr>
            <a:xfrm>
              <a:off x="7850885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l2425"/>
            <p:cNvSpPr/>
            <p:nvPr/>
          </p:nvSpPr>
          <p:spPr>
            <a:xfrm>
              <a:off x="8239862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l2426"/>
            <p:cNvSpPr/>
            <p:nvPr/>
          </p:nvSpPr>
          <p:spPr>
            <a:xfrm>
              <a:off x="8628839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l2427"/>
            <p:cNvSpPr/>
            <p:nvPr/>
          </p:nvSpPr>
          <p:spPr>
            <a:xfrm>
              <a:off x="9017815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l2428"/>
            <p:cNvSpPr/>
            <p:nvPr/>
          </p:nvSpPr>
          <p:spPr>
            <a:xfrm>
              <a:off x="9406792" y="1305836"/>
              <a:ext cx="0" cy="1711497"/>
            </a:xfrm>
            <a:custGeom>
              <a:avLst/>
              <a:pathLst>
                <a:path w="0" h="1711497">
                  <a:moveTo>
                    <a:pt x="0" y="17114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l2429"/>
            <p:cNvSpPr/>
            <p:nvPr/>
          </p:nvSpPr>
          <p:spPr>
            <a:xfrm>
              <a:off x="7773090" y="1305836"/>
              <a:ext cx="1711497" cy="1711497"/>
            </a:xfrm>
            <a:custGeom>
              <a:avLst/>
              <a:pathLst>
                <a:path w="1711497" h="1711497">
                  <a:moveTo>
                    <a:pt x="0" y="1711497"/>
                  </a:moveTo>
                  <a:lnTo>
                    <a:pt x="1711497" y="0"/>
                  </a:lnTo>
                </a:path>
              </a:pathLst>
            </a:custGeom>
            <a:ln w="12318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30" name="pt2430"/>
            <p:cNvSpPr/>
            <p:nvPr/>
          </p:nvSpPr>
          <p:spPr>
            <a:xfrm>
              <a:off x="7840019" y="219198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t2431"/>
            <p:cNvSpPr/>
            <p:nvPr/>
          </p:nvSpPr>
          <p:spPr>
            <a:xfrm>
              <a:off x="8595259" y="2174150"/>
              <a:ext cx="61229" cy="6122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t2432"/>
            <p:cNvSpPr/>
            <p:nvPr/>
          </p:nvSpPr>
          <p:spPr>
            <a:xfrm>
              <a:off x="9395926" y="206946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t2433"/>
            <p:cNvSpPr/>
            <p:nvPr/>
          </p:nvSpPr>
          <p:spPr>
            <a:xfrm>
              <a:off x="8149392" y="210444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t2434"/>
            <p:cNvSpPr/>
            <p:nvPr/>
          </p:nvSpPr>
          <p:spPr>
            <a:xfrm>
              <a:off x="9202596" y="236611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t2435"/>
            <p:cNvSpPr/>
            <p:nvPr/>
          </p:nvSpPr>
          <p:spPr>
            <a:xfrm>
              <a:off x="8542131" y="2270036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t2436"/>
            <p:cNvSpPr/>
            <p:nvPr/>
          </p:nvSpPr>
          <p:spPr>
            <a:xfrm>
              <a:off x="8459779" y="230284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t2437"/>
            <p:cNvSpPr/>
            <p:nvPr/>
          </p:nvSpPr>
          <p:spPr>
            <a:xfrm>
              <a:off x="8248156" y="2363060"/>
              <a:ext cx="45309" cy="453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t2438"/>
            <p:cNvSpPr/>
            <p:nvPr/>
          </p:nvSpPr>
          <p:spPr>
            <a:xfrm>
              <a:off x="8237713" y="2298637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t2439"/>
            <p:cNvSpPr/>
            <p:nvPr/>
          </p:nvSpPr>
          <p:spPr>
            <a:xfrm>
              <a:off x="7837901" y="243138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t2440"/>
            <p:cNvSpPr/>
            <p:nvPr/>
          </p:nvSpPr>
          <p:spPr>
            <a:xfrm>
              <a:off x="8348568" y="2408149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t2441"/>
            <p:cNvSpPr/>
            <p:nvPr/>
          </p:nvSpPr>
          <p:spPr>
            <a:xfrm>
              <a:off x="8592930" y="230138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t2442"/>
            <p:cNvSpPr/>
            <p:nvPr/>
          </p:nvSpPr>
          <p:spPr>
            <a:xfrm>
              <a:off x="7900510" y="230529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t2443"/>
            <p:cNvSpPr/>
            <p:nvPr/>
          </p:nvSpPr>
          <p:spPr>
            <a:xfrm>
              <a:off x="8711458" y="2135311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t2444"/>
            <p:cNvSpPr/>
            <p:nvPr/>
          </p:nvSpPr>
          <p:spPr>
            <a:xfrm>
              <a:off x="8841107" y="2250302"/>
              <a:ext cx="53421" cy="534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t2445"/>
            <p:cNvSpPr/>
            <p:nvPr/>
          </p:nvSpPr>
          <p:spPr>
            <a:xfrm>
              <a:off x="8347429" y="2246809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t2446"/>
            <p:cNvSpPr/>
            <p:nvPr/>
          </p:nvSpPr>
          <p:spPr>
            <a:xfrm>
              <a:off x="8104629" y="2320078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t2447"/>
            <p:cNvSpPr/>
            <p:nvPr/>
          </p:nvSpPr>
          <p:spPr>
            <a:xfrm>
              <a:off x="8658088" y="228951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t2448"/>
            <p:cNvSpPr/>
            <p:nvPr/>
          </p:nvSpPr>
          <p:spPr>
            <a:xfrm>
              <a:off x="8368919" y="242456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t2449"/>
            <p:cNvSpPr/>
            <p:nvPr/>
          </p:nvSpPr>
          <p:spPr>
            <a:xfrm>
              <a:off x="9153997" y="234559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t2450"/>
            <p:cNvSpPr/>
            <p:nvPr/>
          </p:nvSpPr>
          <p:spPr>
            <a:xfrm>
              <a:off x="8446742" y="2328696"/>
              <a:ext cx="51374" cy="5137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t2451"/>
            <p:cNvSpPr/>
            <p:nvPr/>
          </p:nvSpPr>
          <p:spPr>
            <a:xfrm>
              <a:off x="8101886" y="240304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t2452"/>
            <p:cNvSpPr/>
            <p:nvPr/>
          </p:nvSpPr>
          <p:spPr>
            <a:xfrm>
              <a:off x="8356815" y="247477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t2453"/>
            <p:cNvSpPr/>
            <p:nvPr/>
          </p:nvSpPr>
          <p:spPr>
            <a:xfrm>
              <a:off x="8464500" y="239484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t2454"/>
            <p:cNvSpPr/>
            <p:nvPr/>
          </p:nvSpPr>
          <p:spPr>
            <a:xfrm>
              <a:off x="8546475" y="2290296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t2455"/>
            <p:cNvSpPr/>
            <p:nvPr/>
          </p:nvSpPr>
          <p:spPr>
            <a:xfrm>
              <a:off x="8625706" y="222544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t2456"/>
            <p:cNvSpPr/>
            <p:nvPr/>
          </p:nvSpPr>
          <p:spPr>
            <a:xfrm>
              <a:off x="8729910" y="2207872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t2457"/>
            <p:cNvSpPr/>
            <p:nvPr/>
          </p:nvSpPr>
          <p:spPr>
            <a:xfrm>
              <a:off x="8427610" y="222490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t2458"/>
            <p:cNvSpPr/>
            <p:nvPr/>
          </p:nvSpPr>
          <p:spPr>
            <a:xfrm>
              <a:off x="7840019" y="241905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t2459"/>
            <p:cNvSpPr/>
            <p:nvPr/>
          </p:nvSpPr>
          <p:spPr>
            <a:xfrm>
              <a:off x="8211257" y="224061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t2460"/>
            <p:cNvSpPr/>
            <p:nvPr/>
          </p:nvSpPr>
          <p:spPr>
            <a:xfrm>
              <a:off x="8131195" y="227744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t2461"/>
            <p:cNvSpPr/>
            <p:nvPr/>
          </p:nvSpPr>
          <p:spPr>
            <a:xfrm>
              <a:off x="8507421" y="2171098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t2462"/>
            <p:cNvSpPr/>
            <p:nvPr/>
          </p:nvSpPr>
          <p:spPr>
            <a:xfrm>
              <a:off x="9183235" y="223535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t2463"/>
            <p:cNvSpPr/>
            <p:nvPr/>
          </p:nvSpPr>
          <p:spPr>
            <a:xfrm>
              <a:off x="8047335" y="220865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t2464"/>
            <p:cNvSpPr/>
            <p:nvPr/>
          </p:nvSpPr>
          <p:spPr>
            <a:xfrm>
              <a:off x="7837901" y="236122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t2465"/>
            <p:cNvSpPr/>
            <p:nvPr/>
          </p:nvSpPr>
          <p:spPr>
            <a:xfrm>
              <a:off x="8953420" y="219005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t2466"/>
            <p:cNvSpPr/>
            <p:nvPr/>
          </p:nvSpPr>
          <p:spPr>
            <a:xfrm>
              <a:off x="8278217" y="225845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t2467"/>
            <p:cNvSpPr/>
            <p:nvPr/>
          </p:nvSpPr>
          <p:spPr>
            <a:xfrm>
              <a:off x="9395926" y="203364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t2468"/>
            <p:cNvSpPr/>
            <p:nvPr/>
          </p:nvSpPr>
          <p:spPr>
            <a:xfrm>
              <a:off x="8618337" y="227807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t2469"/>
            <p:cNvSpPr/>
            <p:nvPr/>
          </p:nvSpPr>
          <p:spPr>
            <a:xfrm>
              <a:off x="7840019" y="215385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t2470"/>
            <p:cNvSpPr/>
            <p:nvPr/>
          </p:nvSpPr>
          <p:spPr>
            <a:xfrm>
              <a:off x="8849333" y="2134529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t2471"/>
            <p:cNvSpPr/>
            <p:nvPr/>
          </p:nvSpPr>
          <p:spPr>
            <a:xfrm>
              <a:off x="8340426" y="2357416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t2472"/>
            <p:cNvSpPr/>
            <p:nvPr/>
          </p:nvSpPr>
          <p:spPr>
            <a:xfrm>
              <a:off x="8720249" y="2163860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t2473"/>
            <p:cNvSpPr/>
            <p:nvPr/>
          </p:nvSpPr>
          <p:spPr>
            <a:xfrm>
              <a:off x="8592576" y="2170622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t2474"/>
            <p:cNvSpPr/>
            <p:nvPr/>
          </p:nvSpPr>
          <p:spPr>
            <a:xfrm>
              <a:off x="7836351" y="237216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t2475"/>
            <p:cNvSpPr/>
            <p:nvPr/>
          </p:nvSpPr>
          <p:spPr>
            <a:xfrm>
              <a:off x="7840019" y="249546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t2476"/>
            <p:cNvSpPr/>
            <p:nvPr/>
          </p:nvSpPr>
          <p:spPr>
            <a:xfrm>
              <a:off x="7840019" y="240554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t2477"/>
            <p:cNvSpPr/>
            <p:nvPr/>
          </p:nvSpPr>
          <p:spPr>
            <a:xfrm>
              <a:off x="7837901" y="249375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t2478"/>
            <p:cNvSpPr/>
            <p:nvPr/>
          </p:nvSpPr>
          <p:spPr>
            <a:xfrm>
              <a:off x="8317073" y="220709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t2479"/>
            <p:cNvSpPr/>
            <p:nvPr/>
          </p:nvSpPr>
          <p:spPr>
            <a:xfrm>
              <a:off x="7834030" y="226504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t2480"/>
            <p:cNvSpPr/>
            <p:nvPr/>
          </p:nvSpPr>
          <p:spPr>
            <a:xfrm>
              <a:off x="7840019" y="241410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t2481"/>
            <p:cNvSpPr/>
            <p:nvPr/>
          </p:nvSpPr>
          <p:spPr>
            <a:xfrm>
              <a:off x="7840019" y="246766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t2482"/>
            <p:cNvSpPr/>
            <p:nvPr/>
          </p:nvSpPr>
          <p:spPr>
            <a:xfrm>
              <a:off x="7837024" y="250227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t2483"/>
            <p:cNvSpPr/>
            <p:nvPr/>
          </p:nvSpPr>
          <p:spPr>
            <a:xfrm>
              <a:off x="8727397" y="234567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t2484"/>
            <p:cNvSpPr/>
            <p:nvPr/>
          </p:nvSpPr>
          <p:spPr>
            <a:xfrm>
              <a:off x="9031926" y="221961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t2485"/>
            <p:cNvSpPr/>
            <p:nvPr/>
          </p:nvSpPr>
          <p:spPr>
            <a:xfrm>
              <a:off x="7840019" y="243588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t2486"/>
            <p:cNvSpPr/>
            <p:nvPr/>
          </p:nvSpPr>
          <p:spPr>
            <a:xfrm>
              <a:off x="8749366" y="238676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t2487"/>
            <p:cNvSpPr/>
            <p:nvPr/>
          </p:nvSpPr>
          <p:spPr>
            <a:xfrm>
              <a:off x="8889709" y="249835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t2488"/>
            <p:cNvSpPr/>
            <p:nvPr/>
          </p:nvSpPr>
          <p:spPr>
            <a:xfrm>
              <a:off x="9126517" y="261326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t2489"/>
            <p:cNvSpPr/>
            <p:nvPr/>
          </p:nvSpPr>
          <p:spPr>
            <a:xfrm>
              <a:off x="8621825" y="256395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t2490"/>
            <p:cNvSpPr/>
            <p:nvPr/>
          </p:nvSpPr>
          <p:spPr>
            <a:xfrm>
              <a:off x="7840019" y="228773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t2491"/>
            <p:cNvSpPr/>
            <p:nvPr/>
          </p:nvSpPr>
          <p:spPr>
            <a:xfrm>
              <a:off x="8298338" y="234335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t2492"/>
            <p:cNvSpPr/>
            <p:nvPr/>
          </p:nvSpPr>
          <p:spPr>
            <a:xfrm>
              <a:off x="9393809" y="221240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t2493"/>
            <p:cNvSpPr/>
            <p:nvPr/>
          </p:nvSpPr>
          <p:spPr>
            <a:xfrm>
              <a:off x="7840019" y="229580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t2494"/>
            <p:cNvSpPr/>
            <p:nvPr/>
          </p:nvSpPr>
          <p:spPr>
            <a:xfrm>
              <a:off x="8243625" y="223396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t2495"/>
            <p:cNvSpPr/>
            <p:nvPr/>
          </p:nvSpPr>
          <p:spPr>
            <a:xfrm>
              <a:off x="8374764" y="2329318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t2496"/>
            <p:cNvSpPr/>
            <p:nvPr/>
          </p:nvSpPr>
          <p:spPr>
            <a:xfrm>
              <a:off x="7840019" y="222636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t2497"/>
            <p:cNvSpPr/>
            <p:nvPr/>
          </p:nvSpPr>
          <p:spPr>
            <a:xfrm>
              <a:off x="9393809" y="207969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t2498"/>
            <p:cNvSpPr/>
            <p:nvPr/>
          </p:nvSpPr>
          <p:spPr>
            <a:xfrm>
              <a:off x="9395926" y="233160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t2499"/>
            <p:cNvSpPr/>
            <p:nvPr/>
          </p:nvSpPr>
          <p:spPr>
            <a:xfrm>
              <a:off x="8352605" y="2318302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t2500"/>
            <p:cNvSpPr/>
            <p:nvPr/>
          </p:nvSpPr>
          <p:spPr>
            <a:xfrm>
              <a:off x="8315857" y="208850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t2501"/>
            <p:cNvSpPr/>
            <p:nvPr/>
          </p:nvSpPr>
          <p:spPr>
            <a:xfrm>
              <a:off x="7837901" y="226629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t2502"/>
            <p:cNvSpPr/>
            <p:nvPr/>
          </p:nvSpPr>
          <p:spPr>
            <a:xfrm>
              <a:off x="9395926" y="238022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t2503"/>
            <p:cNvSpPr/>
            <p:nvPr/>
          </p:nvSpPr>
          <p:spPr>
            <a:xfrm>
              <a:off x="8542418" y="2333505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t2504"/>
            <p:cNvSpPr/>
            <p:nvPr/>
          </p:nvSpPr>
          <p:spPr>
            <a:xfrm>
              <a:off x="9395926" y="205914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t2505"/>
            <p:cNvSpPr/>
            <p:nvPr/>
          </p:nvSpPr>
          <p:spPr>
            <a:xfrm>
              <a:off x="8370902" y="229156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t2506"/>
            <p:cNvSpPr/>
            <p:nvPr/>
          </p:nvSpPr>
          <p:spPr>
            <a:xfrm>
              <a:off x="8730628" y="2284794"/>
              <a:ext cx="46058" cy="4605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t2507"/>
            <p:cNvSpPr/>
            <p:nvPr/>
          </p:nvSpPr>
          <p:spPr>
            <a:xfrm>
              <a:off x="7837024" y="241363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t2508"/>
            <p:cNvSpPr/>
            <p:nvPr/>
          </p:nvSpPr>
          <p:spPr>
            <a:xfrm>
              <a:off x="8211525" y="2210529"/>
              <a:ext cx="50763" cy="5076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t2509"/>
            <p:cNvSpPr/>
            <p:nvPr/>
          </p:nvSpPr>
          <p:spPr>
            <a:xfrm>
              <a:off x="8849999" y="2164633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t2510"/>
            <p:cNvSpPr/>
            <p:nvPr/>
          </p:nvSpPr>
          <p:spPr>
            <a:xfrm>
              <a:off x="8402153" y="234200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t2511"/>
            <p:cNvSpPr/>
            <p:nvPr/>
          </p:nvSpPr>
          <p:spPr>
            <a:xfrm>
              <a:off x="8836007" y="2185772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t2512"/>
            <p:cNvSpPr/>
            <p:nvPr/>
          </p:nvSpPr>
          <p:spPr>
            <a:xfrm>
              <a:off x="8411363" y="2164546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t2513"/>
            <p:cNvSpPr/>
            <p:nvPr/>
          </p:nvSpPr>
          <p:spPr>
            <a:xfrm>
              <a:off x="8928422" y="217089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t2514"/>
            <p:cNvSpPr/>
            <p:nvPr/>
          </p:nvSpPr>
          <p:spPr>
            <a:xfrm>
              <a:off x="8604732" y="2194015"/>
              <a:ext cx="61681" cy="6168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t2515"/>
            <p:cNvSpPr/>
            <p:nvPr/>
          </p:nvSpPr>
          <p:spPr>
            <a:xfrm>
              <a:off x="8921034" y="2222260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t2516"/>
            <p:cNvSpPr/>
            <p:nvPr/>
          </p:nvSpPr>
          <p:spPr>
            <a:xfrm>
              <a:off x="8306999" y="2189296"/>
              <a:ext cx="43735" cy="4373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t2517"/>
            <p:cNvSpPr/>
            <p:nvPr/>
          </p:nvSpPr>
          <p:spPr>
            <a:xfrm>
              <a:off x="9281931" y="203721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t2518"/>
            <p:cNvSpPr/>
            <p:nvPr/>
          </p:nvSpPr>
          <p:spPr>
            <a:xfrm>
              <a:off x="8248740" y="2161613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t2519"/>
            <p:cNvSpPr/>
            <p:nvPr/>
          </p:nvSpPr>
          <p:spPr>
            <a:xfrm>
              <a:off x="8982456" y="220399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t2520"/>
            <p:cNvSpPr/>
            <p:nvPr/>
          </p:nvSpPr>
          <p:spPr>
            <a:xfrm>
              <a:off x="8702952" y="2178346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t2521"/>
            <p:cNvSpPr/>
            <p:nvPr/>
          </p:nvSpPr>
          <p:spPr>
            <a:xfrm>
              <a:off x="8768465" y="215260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t2522"/>
            <p:cNvSpPr/>
            <p:nvPr/>
          </p:nvSpPr>
          <p:spPr>
            <a:xfrm>
              <a:off x="8551905" y="223571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t2523"/>
            <p:cNvSpPr/>
            <p:nvPr/>
          </p:nvSpPr>
          <p:spPr>
            <a:xfrm>
              <a:off x="8904109" y="2258375"/>
              <a:ext cx="50138" cy="5013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t2524"/>
            <p:cNvSpPr/>
            <p:nvPr/>
          </p:nvSpPr>
          <p:spPr>
            <a:xfrm>
              <a:off x="8598925" y="2106476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t2525"/>
            <p:cNvSpPr/>
            <p:nvPr/>
          </p:nvSpPr>
          <p:spPr>
            <a:xfrm>
              <a:off x="8330609" y="2218151"/>
              <a:ext cx="40670" cy="40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t2526"/>
            <p:cNvSpPr/>
            <p:nvPr/>
          </p:nvSpPr>
          <p:spPr>
            <a:xfrm>
              <a:off x="7836351" y="226908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t2527"/>
            <p:cNvSpPr/>
            <p:nvPr/>
          </p:nvSpPr>
          <p:spPr>
            <a:xfrm>
              <a:off x="8251635" y="221377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t2528"/>
            <p:cNvSpPr/>
            <p:nvPr/>
          </p:nvSpPr>
          <p:spPr>
            <a:xfrm>
              <a:off x="8196880" y="2232487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t2529"/>
            <p:cNvSpPr/>
            <p:nvPr/>
          </p:nvSpPr>
          <p:spPr>
            <a:xfrm>
              <a:off x="8297690" y="230215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t2530"/>
            <p:cNvSpPr/>
            <p:nvPr/>
          </p:nvSpPr>
          <p:spPr>
            <a:xfrm>
              <a:off x="7840019" y="222254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t2531"/>
            <p:cNvSpPr/>
            <p:nvPr/>
          </p:nvSpPr>
          <p:spPr>
            <a:xfrm>
              <a:off x="8372295" y="2316500"/>
              <a:ext cx="42040" cy="4204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t2532"/>
            <p:cNvSpPr/>
            <p:nvPr/>
          </p:nvSpPr>
          <p:spPr>
            <a:xfrm>
              <a:off x="8978622" y="232303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t2533"/>
            <p:cNvSpPr/>
            <p:nvPr/>
          </p:nvSpPr>
          <p:spPr>
            <a:xfrm>
              <a:off x="8397876" y="237927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t2534"/>
            <p:cNvSpPr/>
            <p:nvPr/>
          </p:nvSpPr>
          <p:spPr>
            <a:xfrm>
              <a:off x="8740641" y="2245987"/>
              <a:ext cx="51675" cy="5167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t2535"/>
            <p:cNvSpPr/>
            <p:nvPr/>
          </p:nvSpPr>
          <p:spPr>
            <a:xfrm>
              <a:off x="8438276" y="234758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t2536"/>
            <p:cNvSpPr/>
            <p:nvPr/>
          </p:nvSpPr>
          <p:spPr>
            <a:xfrm>
              <a:off x="8412260" y="2273538"/>
              <a:ext cx="42905" cy="4290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t2537"/>
            <p:cNvSpPr/>
            <p:nvPr/>
          </p:nvSpPr>
          <p:spPr>
            <a:xfrm>
              <a:off x="9392932" y="218485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t2538"/>
            <p:cNvSpPr/>
            <p:nvPr/>
          </p:nvSpPr>
          <p:spPr>
            <a:xfrm>
              <a:off x="8753634" y="216577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t2539"/>
            <p:cNvSpPr/>
            <p:nvPr/>
          </p:nvSpPr>
          <p:spPr>
            <a:xfrm>
              <a:off x="8250397" y="216760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t2540"/>
            <p:cNvSpPr/>
            <p:nvPr/>
          </p:nvSpPr>
          <p:spPr>
            <a:xfrm>
              <a:off x="7840019" y="229532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t2541"/>
            <p:cNvSpPr/>
            <p:nvPr/>
          </p:nvSpPr>
          <p:spPr>
            <a:xfrm>
              <a:off x="8327421" y="245719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t2542"/>
            <p:cNvSpPr/>
            <p:nvPr/>
          </p:nvSpPr>
          <p:spPr>
            <a:xfrm>
              <a:off x="8557928" y="2308762"/>
              <a:ext cx="65942" cy="6594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t2543"/>
            <p:cNvSpPr/>
            <p:nvPr/>
          </p:nvSpPr>
          <p:spPr>
            <a:xfrm>
              <a:off x="8005230" y="2293269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t2544"/>
            <p:cNvSpPr/>
            <p:nvPr/>
          </p:nvSpPr>
          <p:spPr>
            <a:xfrm>
              <a:off x="8285325" y="236391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t2545"/>
            <p:cNvSpPr/>
            <p:nvPr/>
          </p:nvSpPr>
          <p:spPr>
            <a:xfrm>
              <a:off x="8225164" y="234029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t2546"/>
            <p:cNvSpPr/>
            <p:nvPr/>
          </p:nvSpPr>
          <p:spPr>
            <a:xfrm>
              <a:off x="8495861" y="243967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t2547"/>
            <p:cNvSpPr/>
            <p:nvPr/>
          </p:nvSpPr>
          <p:spPr>
            <a:xfrm>
              <a:off x="8194040" y="236412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t2548"/>
            <p:cNvSpPr/>
            <p:nvPr/>
          </p:nvSpPr>
          <p:spPr>
            <a:xfrm>
              <a:off x="8620717" y="235008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t2549"/>
            <p:cNvSpPr/>
            <p:nvPr/>
          </p:nvSpPr>
          <p:spPr>
            <a:xfrm>
              <a:off x="8988892" y="2307751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t2550"/>
            <p:cNvSpPr/>
            <p:nvPr/>
          </p:nvSpPr>
          <p:spPr>
            <a:xfrm>
              <a:off x="8759084" y="233179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t2551"/>
            <p:cNvSpPr/>
            <p:nvPr/>
          </p:nvSpPr>
          <p:spPr>
            <a:xfrm>
              <a:off x="8432960" y="2312163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t2552"/>
            <p:cNvSpPr/>
            <p:nvPr/>
          </p:nvSpPr>
          <p:spPr>
            <a:xfrm>
              <a:off x="8850222" y="2314280"/>
              <a:ext cx="45686" cy="4568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t2553"/>
            <p:cNvSpPr/>
            <p:nvPr/>
          </p:nvSpPr>
          <p:spPr>
            <a:xfrm>
              <a:off x="8291257" y="225885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t2554"/>
            <p:cNvSpPr/>
            <p:nvPr/>
          </p:nvSpPr>
          <p:spPr>
            <a:xfrm>
              <a:off x="7837901" y="239311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t2555"/>
            <p:cNvSpPr/>
            <p:nvPr/>
          </p:nvSpPr>
          <p:spPr>
            <a:xfrm>
              <a:off x="9393809" y="223095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t2556"/>
            <p:cNvSpPr/>
            <p:nvPr/>
          </p:nvSpPr>
          <p:spPr>
            <a:xfrm>
              <a:off x="8821380" y="224612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t2557"/>
            <p:cNvSpPr/>
            <p:nvPr/>
          </p:nvSpPr>
          <p:spPr>
            <a:xfrm>
              <a:off x="8791650" y="240413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t2558"/>
            <p:cNvSpPr/>
            <p:nvPr/>
          </p:nvSpPr>
          <p:spPr>
            <a:xfrm>
              <a:off x="9393809" y="230966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t2559"/>
            <p:cNvSpPr/>
            <p:nvPr/>
          </p:nvSpPr>
          <p:spPr>
            <a:xfrm>
              <a:off x="8128010" y="238481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t2560"/>
            <p:cNvSpPr/>
            <p:nvPr/>
          </p:nvSpPr>
          <p:spPr>
            <a:xfrm>
              <a:off x="8167378" y="239164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t2561"/>
            <p:cNvSpPr/>
            <p:nvPr/>
          </p:nvSpPr>
          <p:spPr>
            <a:xfrm>
              <a:off x="7836351" y="234950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t2562"/>
            <p:cNvSpPr/>
            <p:nvPr/>
          </p:nvSpPr>
          <p:spPr>
            <a:xfrm>
              <a:off x="8723486" y="231465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t2563"/>
            <p:cNvSpPr/>
            <p:nvPr/>
          </p:nvSpPr>
          <p:spPr>
            <a:xfrm>
              <a:off x="8105117" y="2176879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t2564"/>
            <p:cNvSpPr/>
            <p:nvPr/>
          </p:nvSpPr>
          <p:spPr>
            <a:xfrm>
              <a:off x="8969845" y="2363961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t2565"/>
            <p:cNvSpPr/>
            <p:nvPr/>
          </p:nvSpPr>
          <p:spPr>
            <a:xfrm>
              <a:off x="7840019" y="234058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t2566"/>
            <p:cNvSpPr/>
            <p:nvPr/>
          </p:nvSpPr>
          <p:spPr>
            <a:xfrm>
              <a:off x="8718227" y="228060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t2567"/>
            <p:cNvSpPr/>
            <p:nvPr/>
          </p:nvSpPr>
          <p:spPr>
            <a:xfrm>
              <a:off x="8272705" y="226982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t2568"/>
            <p:cNvSpPr/>
            <p:nvPr/>
          </p:nvSpPr>
          <p:spPr>
            <a:xfrm>
              <a:off x="8212988" y="233718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t2569"/>
            <p:cNvSpPr/>
            <p:nvPr/>
          </p:nvSpPr>
          <p:spPr>
            <a:xfrm>
              <a:off x="8273798" y="2325388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t2570"/>
            <p:cNvSpPr/>
            <p:nvPr/>
          </p:nvSpPr>
          <p:spPr>
            <a:xfrm>
              <a:off x="8199041" y="243314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t2571"/>
            <p:cNvSpPr/>
            <p:nvPr/>
          </p:nvSpPr>
          <p:spPr>
            <a:xfrm>
              <a:off x="8494764" y="2256871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t2572"/>
            <p:cNvSpPr/>
            <p:nvPr/>
          </p:nvSpPr>
          <p:spPr>
            <a:xfrm>
              <a:off x="7840019" y="210079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t2573"/>
            <p:cNvSpPr/>
            <p:nvPr/>
          </p:nvSpPr>
          <p:spPr>
            <a:xfrm>
              <a:off x="8888243" y="240840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t2574"/>
            <p:cNvSpPr/>
            <p:nvPr/>
          </p:nvSpPr>
          <p:spPr>
            <a:xfrm>
              <a:off x="8956930" y="2314449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t2575"/>
            <p:cNvSpPr/>
            <p:nvPr/>
          </p:nvSpPr>
          <p:spPr>
            <a:xfrm>
              <a:off x="7968211" y="241398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t2576"/>
            <p:cNvSpPr/>
            <p:nvPr/>
          </p:nvSpPr>
          <p:spPr>
            <a:xfrm>
              <a:off x="8719166" y="2253543"/>
              <a:ext cx="45309" cy="453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t2577"/>
            <p:cNvSpPr/>
            <p:nvPr/>
          </p:nvSpPr>
          <p:spPr>
            <a:xfrm>
              <a:off x="8165433" y="236018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t2578"/>
            <p:cNvSpPr/>
            <p:nvPr/>
          </p:nvSpPr>
          <p:spPr>
            <a:xfrm>
              <a:off x="7840019" y="232540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t2579"/>
            <p:cNvSpPr/>
            <p:nvPr/>
          </p:nvSpPr>
          <p:spPr>
            <a:xfrm>
              <a:off x="7840019" y="235429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t2580"/>
            <p:cNvSpPr/>
            <p:nvPr/>
          </p:nvSpPr>
          <p:spPr>
            <a:xfrm>
              <a:off x="7835784" y="233438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t2581"/>
            <p:cNvSpPr/>
            <p:nvPr/>
          </p:nvSpPr>
          <p:spPr>
            <a:xfrm>
              <a:off x="8310500" y="220494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t2582"/>
            <p:cNvSpPr/>
            <p:nvPr/>
          </p:nvSpPr>
          <p:spPr>
            <a:xfrm>
              <a:off x="9158589" y="236622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t2583"/>
            <p:cNvSpPr/>
            <p:nvPr/>
          </p:nvSpPr>
          <p:spPr>
            <a:xfrm>
              <a:off x="8333716" y="242915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t2584"/>
            <p:cNvSpPr/>
            <p:nvPr/>
          </p:nvSpPr>
          <p:spPr>
            <a:xfrm>
              <a:off x="8087056" y="237085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t2585"/>
            <p:cNvSpPr/>
            <p:nvPr/>
          </p:nvSpPr>
          <p:spPr>
            <a:xfrm>
              <a:off x="8334883" y="225524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t2586"/>
            <p:cNvSpPr/>
            <p:nvPr/>
          </p:nvSpPr>
          <p:spPr>
            <a:xfrm>
              <a:off x="8761168" y="2371954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t2587"/>
            <p:cNvSpPr/>
            <p:nvPr/>
          </p:nvSpPr>
          <p:spPr>
            <a:xfrm>
              <a:off x="8611133" y="2248859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t2588"/>
            <p:cNvSpPr/>
            <p:nvPr/>
          </p:nvSpPr>
          <p:spPr>
            <a:xfrm>
              <a:off x="9392259" y="215210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t2589"/>
            <p:cNvSpPr/>
            <p:nvPr/>
          </p:nvSpPr>
          <p:spPr>
            <a:xfrm>
              <a:off x="8472609" y="219879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t2590"/>
            <p:cNvSpPr/>
            <p:nvPr/>
          </p:nvSpPr>
          <p:spPr>
            <a:xfrm>
              <a:off x="7840019" y="248106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t2591"/>
            <p:cNvSpPr/>
            <p:nvPr/>
          </p:nvSpPr>
          <p:spPr>
            <a:xfrm>
              <a:off x="8332507" y="217913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t2592"/>
            <p:cNvSpPr/>
            <p:nvPr/>
          </p:nvSpPr>
          <p:spPr>
            <a:xfrm>
              <a:off x="8454020" y="235541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t2593"/>
            <p:cNvSpPr/>
            <p:nvPr/>
          </p:nvSpPr>
          <p:spPr>
            <a:xfrm>
              <a:off x="7840019" y="218235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t2594"/>
            <p:cNvSpPr/>
            <p:nvPr/>
          </p:nvSpPr>
          <p:spPr>
            <a:xfrm>
              <a:off x="8408739" y="221273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t2595"/>
            <p:cNvSpPr/>
            <p:nvPr/>
          </p:nvSpPr>
          <p:spPr>
            <a:xfrm>
              <a:off x="7837024" y="244987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t2596"/>
            <p:cNvSpPr/>
            <p:nvPr/>
          </p:nvSpPr>
          <p:spPr>
            <a:xfrm>
              <a:off x="8713657" y="202698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t2597"/>
            <p:cNvSpPr/>
            <p:nvPr/>
          </p:nvSpPr>
          <p:spPr>
            <a:xfrm>
              <a:off x="8263347" y="216130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t2598"/>
            <p:cNvSpPr/>
            <p:nvPr/>
          </p:nvSpPr>
          <p:spPr>
            <a:xfrm>
              <a:off x="8615855" y="232864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t2599"/>
            <p:cNvSpPr/>
            <p:nvPr/>
          </p:nvSpPr>
          <p:spPr>
            <a:xfrm>
              <a:off x="7840019" y="231463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t2600"/>
            <p:cNvSpPr/>
            <p:nvPr/>
          </p:nvSpPr>
          <p:spPr>
            <a:xfrm>
              <a:off x="8430035" y="222330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t2601"/>
            <p:cNvSpPr/>
            <p:nvPr/>
          </p:nvSpPr>
          <p:spPr>
            <a:xfrm>
              <a:off x="7837901" y="222528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t2602"/>
            <p:cNvSpPr/>
            <p:nvPr/>
          </p:nvSpPr>
          <p:spPr>
            <a:xfrm>
              <a:off x="8005972" y="2364986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t2603"/>
            <p:cNvSpPr/>
            <p:nvPr/>
          </p:nvSpPr>
          <p:spPr>
            <a:xfrm>
              <a:off x="8550728" y="239861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t2604"/>
            <p:cNvSpPr/>
            <p:nvPr/>
          </p:nvSpPr>
          <p:spPr>
            <a:xfrm>
              <a:off x="8149012" y="218512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t2605"/>
            <p:cNvSpPr/>
            <p:nvPr/>
          </p:nvSpPr>
          <p:spPr>
            <a:xfrm>
              <a:off x="8381289" y="220983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t2606"/>
            <p:cNvSpPr/>
            <p:nvPr/>
          </p:nvSpPr>
          <p:spPr>
            <a:xfrm>
              <a:off x="8273027" y="219696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t2607"/>
            <p:cNvSpPr/>
            <p:nvPr/>
          </p:nvSpPr>
          <p:spPr>
            <a:xfrm>
              <a:off x="8757198" y="227326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t2608"/>
            <p:cNvSpPr/>
            <p:nvPr/>
          </p:nvSpPr>
          <p:spPr>
            <a:xfrm>
              <a:off x="7840019" y="235483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t2609"/>
            <p:cNvSpPr/>
            <p:nvPr/>
          </p:nvSpPr>
          <p:spPr>
            <a:xfrm>
              <a:off x="9392932" y="233804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t2610"/>
            <p:cNvSpPr/>
            <p:nvPr/>
          </p:nvSpPr>
          <p:spPr>
            <a:xfrm>
              <a:off x="7998636" y="235968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t2611"/>
            <p:cNvSpPr/>
            <p:nvPr/>
          </p:nvSpPr>
          <p:spPr>
            <a:xfrm>
              <a:off x="8237495" y="2180378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t2612"/>
            <p:cNvSpPr/>
            <p:nvPr/>
          </p:nvSpPr>
          <p:spPr>
            <a:xfrm>
              <a:off x="7836351" y="240395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t2613"/>
            <p:cNvSpPr/>
            <p:nvPr/>
          </p:nvSpPr>
          <p:spPr>
            <a:xfrm>
              <a:off x="8127823" y="240367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t2614"/>
            <p:cNvSpPr/>
            <p:nvPr/>
          </p:nvSpPr>
          <p:spPr>
            <a:xfrm>
              <a:off x="7840019" y="202546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t2615"/>
            <p:cNvSpPr/>
            <p:nvPr/>
          </p:nvSpPr>
          <p:spPr>
            <a:xfrm>
              <a:off x="8010041" y="231667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t2616"/>
            <p:cNvSpPr/>
            <p:nvPr/>
          </p:nvSpPr>
          <p:spPr>
            <a:xfrm>
              <a:off x="9395926" y="232895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t2617"/>
            <p:cNvSpPr/>
            <p:nvPr/>
          </p:nvSpPr>
          <p:spPr>
            <a:xfrm>
              <a:off x="9395926" y="221520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t2618"/>
            <p:cNvSpPr/>
            <p:nvPr/>
          </p:nvSpPr>
          <p:spPr>
            <a:xfrm>
              <a:off x="8536889" y="232826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t2619"/>
            <p:cNvSpPr/>
            <p:nvPr/>
          </p:nvSpPr>
          <p:spPr>
            <a:xfrm>
              <a:off x="7987876" y="227305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t2620"/>
            <p:cNvSpPr/>
            <p:nvPr/>
          </p:nvSpPr>
          <p:spPr>
            <a:xfrm>
              <a:off x="9213721" y="225588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t2621"/>
            <p:cNvSpPr/>
            <p:nvPr/>
          </p:nvSpPr>
          <p:spPr>
            <a:xfrm>
              <a:off x="8755996" y="2171162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t2622"/>
            <p:cNvSpPr/>
            <p:nvPr/>
          </p:nvSpPr>
          <p:spPr>
            <a:xfrm>
              <a:off x="8108963" y="2201293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t2623"/>
            <p:cNvSpPr/>
            <p:nvPr/>
          </p:nvSpPr>
          <p:spPr>
            <a:xfrm>
              <a:off x="7840019" y="241273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t2624"/>
            <p:cNvSpPr/>
            <p:nvPr/>
          </p:nvSpPr>
          <p:spPr>
            <a:xfrm>
              <a:off x="8355660" y="231796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t2625"/>
            <p:cNvSpPr/>
            <p:nvPr/>
          </p:nvSpPr>
          <p:spPr>
            <a:xfrm>
              <a:off x="7840019" y="213667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t2626"/>
            <p:cNvSpPr/>
            <p:nvPr/>
          </p:nvSpPr>
          <p:spPr>
            <a:xfrm>
              <a:off x="8512188" y="2201725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t2627"/>
            <p:cNvSpPr/>
            <p:nvPr/>
          </p:nvSpPr>
          <p:spPr>
            <a:xfrm>
              <a:off x="7840019" y="207034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t2628"/>
            <p:cNvSpPr/>
            <p:nvPr/>
          </p:nvSpPr>
          <p:spPr>
            <a:xfrm>
              <a:off x="8513252" y="206921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t2629"/>
            <p:cNvSpPr/>
            <p:nvPr/>
          </p:nvSpPr>
          <p:spPr>
            <a:xfrm>
              <a:off x="7835784" y="225148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t2630"/>
            <p:cNvSpPr/>
            <p:nvPr/>
          </p:nvSpPr>
          <p:spPr>
            <a:xfrm>
              <a:off x="9395926" y="231278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t2631"/>
            <p:cNvSpPr/>
            <p:nvPr/>
          </p:nvSpPr>
          <p:spPr>
            <a:xfrm>
              <a:off x="7837024" y="229892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t2632"/>
            <p:cNvSpPr/>
            <p:nvPr/>
          </p:nvSpPr>
          <p:spPr>
            <a:xfrm>
              <a:off x="8033632" y="224041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t2633"/>
            <p:cNvSpPr/>
            <p:nvPr/>
          </p:nvSpPr>
          <p:spPr>
            <a:xfrm>
              <a:off x="9395926" y="216926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t2634"/>
            <p:cNvSpPr/>
            <p:nvPr/>
          </p:nvSpPr>
          <p:spPr>
            <a:xfrm>
              <a:off x="8307525" y="219482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t2635"/>
            <p:cNvSpPr/>
            <p:nvPr/>
          </p:nvSpPr>
          <p:spPr>
            <a:xfrm>
              <a:off x="8613942" y="233650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t2636"/>
            <p:cNvSpPr/>
            <p:nvPr/>
          </p:nvSpPr>
          <p:spPr>
            <a:xfrm>
              <a:off x="7837024" y="218902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t2637"/>
            <p:cNvSpPr/>
            <p:nvPr/>
          </p:nvSpPr>
          <p:spPr>
            <a:xfrm>
              <a:off x="7840019" y="246076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t2638"/>
            <p:cNvSpPr/>
            <p:nvPr/>
          </p:nvSpPr>
          <p:spPr>
            <a:xfrm>
              <a:off x="8041137" y="2301714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t2639"/>
            <p:cNvSpPr/>
            <p:nvPr/>
          </p:nvSpPr>
          <p:spPr>
            <a:xfrm>
              <a:off x="9393809" y="213444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t2640"/>
            <p:cNvSpPr/>
            <p:nvPr/>
          </p:nvSpPr>
          <p:spPr>
            <a:xfrm>
              <a:off x="7836351" y="237935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t2641"/>
            <p:cNvSpPr/>
            <p:nvPr/>
          </p:nvSpPr>
          <p:spPr>
            <a:xfrm>
              <a:off x="8349860" y="233759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t2642"/>
            <p:cNvSpPr/>
            <p:nvPr/>
          </p:nvSpPr>
          <p:spPr>
            <a:xfrm>
              <a:off x="8350157" y="231622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t2643"/>
            <p:cNvSpPr/>
            <p:nvPr/>
          </p:nvSpPr>
          <p:spPr>
            <a:xfrm>
              <a:off x="7837024" y="210787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t2644"/>
            <p:cNvSpPr/>
            <p:nvPr/>
          </p:nvSpPr>
          <p:spPr>
            <a:xfrm>
              <a:off x="7840019" y="231816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t2645"/>
            <p:cNvSpPr/>
            <p:nvPr/>
          </p:nvSpPr>
          <p:spPr>
            <a:xfrm>
              <a:off x="8650927" y="2188887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t2646"/>
            <p:cNvSpPr/>
            <p:nvPr/>
          </p:nvSpPr>
          <p:spPr>
            <a:xfrm>
              <a:off x="8175250" y="229713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t2647"/>
            <p:cNvSpPr/>
            <p:nvPr/>
          </p:nvSpPr>
          <p:spPr>
            <a:xfrm>
              <a:off x="8628062" y="212447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t2648"/>
            <p:cNvSpPr/>
            <p:nvPr/>
          </p:nvSpPr>
          <p:spPr>
            <a:xfrm>
              <a:off x="7837901" y="239940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t2649"/>
            <p:cNvSpPr/>
            <p:nvPr/>
          </p:nvSpPr>
          <p:spPr>
            <a:xfrm>
              <a:off x="8829529" y="233267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t2650"/>
            <p:cNvSpPr/>
            <p:nvPr/>
          </p:nvSpPr>
          <p:spPr>
            <a:xfrm>
              <a:off x="7840019" y="254403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t2651"/>
            <p:cNvSpPr/>
            <p:nvPr/>
          </p:nvSpPr>
          <p:spPr>
            <a:xfrm>
              <a:off x="9395926" y="234795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t2652"/>
            <p:cNvSpPr/>
            <p:nvPr/>
          </p:nvSpPr>
          <p:spPr>
            <a:xfrm>
              <a:off x="9109256" y="231491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t2653"/>
            <p:cNvSpPr/>
            <p:nvPr/>
          </p:nvSpPr>
          <p:spPr>
            <a:xfrm>
              <a:off x="8864913" y="2362453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t2654"/>
            <p:cNvSpPr/>
            <p:nvPr/>
          </p:nvSpPr>
          <p:spPr>
            <a:xfrm>
              <a:off x="8852202" y="2277263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t2655"/>
            <p:cNvSpPr/>
            <p:nvPr/>
          </p:nvSpPr>
          <p:spPr>
            <a:xfrm>
              <a:off x="8028553" y="226862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t2656"/>
            <p:cNvSpPr/>
            <p:nvPr/>
          </p:nvSpPr>
          <p:spPr>
            <a:xfrm>
              <a:off x="8146174" y="225732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t2657"/>
            <p:cNvSpPr/>
            <p:nvPr/>
          </p:nvSpPr>
          <p:spPr>
            <a:xfrm>
              <a:off x="8553712" y="231925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t2658"/>
            <p:cNvSpPr/>
            <p:nvPr/>
          </p:nvSpPr>
          <p:spPr>
            <a:xfrm>
              <a:off x="8303676" y="2163322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t2659"/>
            <p:cNvSpPr/>
            <p:nvPr/>
          </p:nvSpPr>
          <p:spPr>
            <a:xfrm>
              <a:off x="8420284" y="2170551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t2660"/>
            <p:cNvSpPr/>
            <p:nvPr/>
          </p:nvSpPr>
          <p:spPr>
            <a:xfrm>
              <a:off x="7840019" y="239318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t2661"/>
            <p:cNvSpPr/>
            <p:nvPr/>
          </p:nvSpPr>
          <p:spPr>
            <a:xfrm>
              <a:off x="8920297" y="226635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t2662"/>
            <p:cNvSpPr/>
            <p:nvPr/>
          </p:nvSpPr>
          <p:spPr>
            <a:xfrm>
              <a:off x="8222206" y="236913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t2663"/>
            <p:cNvSpPr/>
            <p:nvPr/>
          </p:nvSpPr>
          <p:spPr>
            <a:xfrm>
              <a:off x="8583380" y="235959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t2664"/>
            <p:cNvSpPr/>
            <p:nvPr/>
          </p:nvSpPr>
          <p:spPr>
            <a:xfrm>
              <a:off x="7834832" y="227354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t2665"/>
            <p:cNvSpPr/>
            <p:nvPr/>
          </p:nvSpPr>
          <p:spPr>
            <a:xfrm>
              <a:off x="8544930" y="233523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t2666"/>
            <p:cNvSpPr/>
            <p:nvPr/>
          </p:nvSpPr>
          <p:spPr>
            <a:xfrm>
              <a:off x="7837901" y="225315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t2667"/>
            <p:cNvSpPr/>
            <p:nvPr/>
          </p:nvSpPr>
          <p:spPr>
            <a:xfrm>
              <a:off x="8650297" y="2260663"/>
              <a:ext cx="41594" cy="4159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t2668"/>
            <p:cNvSpPr/>
            <p:nvPr/>
          </p:nvSpPr>
          <p:spPr>
            <a:xfrm>
              <a:off x="8865903" y="219279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t2669"/>
            <p:cNvSpPr/>
            <p:nvPr/>
          </p:nvSpPr>
          <p:spPr>
            <a:xfrm>
              <a:off x="8234462" y="227437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t2670"/>
            <p:cNvSpPr/>
            <p:nvPr/>
          </p:nvSpPr>
          <p:spPr>
            <a:xfrm>
              <a:off x="7840019" y="2420699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t2671"/>
            <p:cNvSpPr/>
            <p:nvPr/>
          </p:nvSpPr>
          <p:spPr>
            <a:xfrm>
              <a:off x="8973746" y="244176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t2672"/>
            <p:cNvSpPr/>
            <p:nvPr/>
          </p:nvSpPr>
          <p:spPr>
            <a:xfrm>
              <a:off x="7938819" y="206368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t2673"/>
            <p:cNvSpPr/>
            <p:nvPr/>
          </p:nvSpPr>
          <p:spPr>
            <a:xfrm>
              <a:off x="8254187" y="2276933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t2674"/>
            <p:cNvSpPr/>
            <p:nvPr/>
          </p:nvSpPr>
          <p:spPr>
            <a:xfrm>
              <a:off x="8386579" y="2309202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t2675"/>
            <p:cNvSpPr/>
            <p:nvPr/>
          </p:nvSpPr>
          <p:spPr>
            <a:xfrm>
              <a:off x="8439712" y="2231029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t2676"/>
            <p:cNvSpPr/>
            <p:nvPr/>
          </p:nvSpPr>
          <p:spPr>
            <a:xfrm>
              <a:off x="8269287" y="226144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t2677"/>
            <p:cNvSpPr/>
            <p:nvPr/>
          </p:nvSpPr>
          <p:spPr>
            <a:xfrm>
              <a:off x="7837901" y="240109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t2678"/>
            <p:cNvSpPr/>
            <p:nvPr/>
          </p:nvSpPr>
          <p:spPr>
            <a:xfrm>
              <a:off x="8647426" y="221870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t2679"/>
            <p:cNvSpPr/>
            <p:nvPr/>
          </p:nvSpPr>
          <p:spPr>
            <a:xfrm>
              <a:off x="8136817" y="236890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t2680"/>
            <p:cNvSpPr/>
            <p:nvPr/>
          </p:nvSpPr>
          <p:spPr>
            <a:xfrm>
              <a:off x="9043262" y="226106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t2681"/>
            <p:cNvSpPr/>
            <p:nvPr/>
          </p:nvSpPr>
          <p:spPr>
            <a:xfrm>
              <a:off x="7837024" y="236738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t2682"/>
            <p:cNvSpPr/>
            <p:nvPr/>
          </p:nvSpPr>
          <p:spPr>
            <a:xfrm>
              <a:off x="8121551" y="229110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t2683"/>
            <p:cNvSpPr/>
            <p:nvPr/>
          </p:nvSpPr>
          <p:spPr>
            <a:xfrm>
              <a:off x="8548058" y="2331416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t2684"/>
            <p:cNvSpPr/>
            <p:nvPr/>
          </p:nvSpPr>
          <p:spPr>
            <a:xfrm>
              <a:off x="8762203" y="223412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t2685"/>
            <p:cNvSpPr/>
            <p:nvPr/>
          </p:nvSpPr>
          <p:spPr>
            <a:xfrm>
              <a:off x="8567312" y="234308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t2686"/>
            <p:cNvSpPr/>
            <p:nvPr/>
          </p:nvSpPr>
          <p:spPr>
            <a:xfrm>
              <a:off x="8251779" y="214974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t2687"/>
            <p:cNvSpPr/>
            <p:nvPr/>
          </p:nvSpPr>
          <p:spPr>
            <a:xfrm>
              <a:off x="8378149" y="224958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t2688"/>
            <p:cNvSpPr/>
            <p:nvPr/>
          </p:nvSpPr>
          <p:spPr>
            <a:xfrm>
              <a:off x="8306225" y="2224071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t2689"/>
            <p:cNvSpPr/>
            <p:nvPr/>
          </p:nvSpPr>
          <p:spPr>
            <a:xfrm>
              <a:off x="7836351" y="237275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t2690"/>
            <p:cNvSpPr/>
            <p:nvPr/>
          </p:nvSpPr>
          <p:spPr>
            <a:xfrm>
              <a:off x="8732916" y="2308671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t2691"/>
            <p:cNvSpPr/>
            <p:nvPr/>
          </p:nvSpPr>
          <p:spPr>
            <a:xfrm>
              <a:off x="8718747" y="2195202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t2692"/>
            <p:cNvSpPr/>
            <p:nvPr/>
          </p:nvSpPr>
          <p:spPr>
            <a:xfrm>
              <a:off x="7840019" y="248401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t2693"/>
            <p:cNvSpPr/>
            <p:nvPr/>
          </p:nvSpPr>
          <p:spPr>
            <a:xfrm>
              <a:off x="8820434" y="236974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t2694"/>
            <p:cNvSpPr/>
            <p:nvPr/>
          </p:nvSpPr>
          <p:spPr>
            <a:xfrm>
              <a:off x="8278603" y="2394003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t2695"/>
            <p:cNvSpPr/>
            <p:nvPr/>
          </p:nvSpPr>
          <p:spPr>
            <a:xfrm>
              <a:off x="8118451" y="232272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t2696"/>
            <p:cNvSpPr/>
            <p:nvPr/>
          </p:nvSpPr>
          <p:spPr>
            <a:xfrm>
              <a:off x="8316844" y="235444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t2697"/>
            <p:cNvSpPr/>
            <p:nvPr/>
          </p:nvSpPr>
          <p:spPr>
            <a:xfrm>
              <a:off x="7837901" y="222512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t2698"/>
            <p:cNvSpPr/>
            <p:nvPr/>
          </p:nvSpPr>
          <p:spPr>
            <a:xfrm>
              <a:off x="9002988" y="215979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t2699"/>
            <p:cNvSpPr/>
            <p:nvPr/>
          </p:nvSpPr>
          <p:spPr>
            <a:xfrm>
              <a:off x="8174360" y="229449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t2700"/>
            <p:cNvSpPr/>
            <p:nvPr/>
          </p:nvSpPr>
          <p:spPr>
            <a:xfrm>
              <a:off x="8356537" y="218130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t2701"/>
            <p:cNvSpPr/>
            <p:nvPr/>
          </p:nvSpPr>
          <p:spPr>
            <a:xfrm>
              <a:off x="8237980" y="2294932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t2702"/>
            <p:cNvSpPr/>
            <p:nvPr/>
          </p:nvSpPr>
          <p:spPr>
            <a:xfrm>
              <a:off x="8696189" y="217385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t2703"/>
            <p:cNvSpPr/>
            <p:nvPr/>
          </p:nvSpPr>
          <p:spPr>
            <a:xfrm>
              <a:off x="9204703" y="2322849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t2704"/>
            <p:cNvSpPr/>
            <p:nvPr/>
          </p:nvSpPr>
          <p:spPr>
            <a:xfrm>
              <a:off x="7840019" y="217890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t2705"/>
            <p:cNvSpPr/>
            <p:nvPr/>
          </p:nvSpPr>
          <p:spPr>
            <a:xfrm>
              <a:off x="7840019" y="226163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t2706"/>
            <p:cNvSpPr/>
            <p:nvPr/>
          </p:nvSpPr>
          <p:spPr>
            <a:xfrm>
              <a:off x="8875173" y="227042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t2707"/>
            <p:cNvSpPr/>
            <p:nvPr/>
          </p:nvSpPr>
          <p:spPr>
            <a:xfrm>
              <a:off x="8101426" y="229635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t2708"/>
            <p:cNvSpPr/>
            <p:nvPr/>
          </p:nvSpPr>
          <p:spPr>
            <a:xfrm>
              <a:off x="9049885" y="209043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t2709"/>
            <p:cNvSpPr/>
            <p:nvPr/>
          </p:nvSpPr>
          <p:spPr>
            <a:xfrm>
              <a:off x="8627911" y="2306807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t2710"/>
            <p:cNvSpPr/>
            <p:nvPr/>
          </p:nvSpPr>
          <p:spPr>
            <a:xfrm>
              <a:off x="8878144" y="227978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t2711"/>
            <p:cNvSpPr/>
            <p:nvPr/>
          </p:nvSpPr>
          <p:spPr>
            <a:xfrm>
              <a:off x="8972179" y="2223883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t2712"/>
            <p:cNvSpPr/>
            <p:nvPr/>
          </p:nvSpPr>
          <p:spPr>
            <a:xfrm>
              <a:off x="7840019" y="216727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t2713"/>
            <p:cNvSpPr/>
            <p:nvPr/>
          </p:nvSpPr>
          <p:spPr>
            <a:xfrm>
              <a:off x="9142580" y="220090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t2714"/>
            <p:cNvSpPr/>
            <p:nvPr/>
          </p:nvSpPr>
          <p:spPr>
            <a:xfrm>
              <a:off x="8378299" y="223354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t2715"/>
            <p:cNvSpPr/>
            <p:nvPr/>
          </p:nvSpPr>
          <p:spPr>
            <a:xfrm>
              <a:off x="8885977" y="214632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t2716"/>
            <p:cNvSpPr/>
            <p:nvPr/>
          </p:nvSpPr>
          <p:spPr>
            <a:xfrm>
              <a:off x="8692162" y="222386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t2717"/>
            <p:cNvSpPr/>
            <p:nvPr/>
          </p:nvSpPr>
          <p:spPr>
            <a:xfrm>
              <a:off x="8257592" y="2189127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t2718"/>
            <p:cNvSpPr/>
            <p:nvPr/>
          </p:nvSpPr>
          <p:spPr>
            <a:xfrm>
              <a:off x="7840019" y="237730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t2719"/>
            <p:cNvSpPr/>
            <p:nvPr/>
          </p:nvSpPr>
          <p:spPr>
            <a:xfrm>
              <a:off x="8902126" y="228820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t2720"/>
            <p:cNvSpPr/>
            <p:nvPr/>
          </p:nvSpPr>
          <p:spPr>
            <a:xfrm>
              <a:off x="8540955" y="225674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t2721"/>
            <p:cNvSpPr/>
            <p:nvPr/>
          </p:nvSpPr>
          <p:spPr>
            <a:xfrm>
              <a:off x="8715573" y="224804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t2722"/>
            <p:cNvSpPr/>
            <p:nvPr/>
          </p:nvSpPr>
          <p:spPr>
            <a:xfrm>
              <a:off x="8610097" y="2172472"/>
              <a:ext cx="46424" cy="464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t2723"/>
            <p:cNvSpPr/>
            <p:nvPr/>
          </p:nvSpPr>
          <p:spPr>
            <a:xfrm>
              <a:off x="9087053" y="215645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t2724"/>
            <p:cNvSpPr/>
            <p:nvPr/>
          </p:nvSpPr>
          <p:spPr>
            <a:xfrm>
              <a:off x="8656445" y="214335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t2725"/>
            <p:cNvSpPr/>
            <p:nvPr/>
          </p:nvSpPr>
          <p:spPr>
            <a:xfrm>
              <a:off x="9006958" y="206354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t2726"/>
            <p:cNvSpPr/>
            <p:nvPr/>
          </p:nvSpPr>
          <p:spPr>
            <a:xfrm>
              <a:off x="8493983" y="2287550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t2727"/>
            <p:cNvSpPr/>
            <p:nvPr/>
          </p:nvSpPr>
          <p:spPr>
            <a:xfrm>
              <a:off x="7840019" y="223749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t2728"/>
            <p:cNvSpPr/>
            <p:nvPr/>
          </p:nvSpPr>
          <p:spPr>
            <a:xfrm>
              <a:off x="9053672" y="2305884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t2729"/>
            <p:cNvSpPr/>
            <p:nvPr/>
          </p:nvSpPr>
          <p:spPr>
            <a:xfrm>
              <a:off x="9207014" y="229380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t2730"/>
            <p:cNvSpPr/>
            <p:nvPr/>
          </p:nvSpPr>
          <p:spPr>
            <a:xfrm>
              <a:off x="7840019" y="213487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t2731"/>
            <p:cNvSpPr/>
            <p:nvPr/>
          </p:nvSpPr>
          <p:spPr>
            <a:xfrm>
              <a:off x="8934426" y="213778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t2732"/>
            <p:cNvSpPr/>
            <p:nvPr/>
          </p:nvSpPr>
          <p:spPr>
            <a:xfrm>
              <a:off x="9393809" y="224266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t2733"/>
            <p:cNvSpPr/>
            <p:nvPr/>
          </p:nvSpPr>
          <p:spPr>
            <a:xfrm>
              <a:off x="7877543" y="2188932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t2734"/>
            <p:cNvSpPr/>
            <p:nvPr/>
          </p:nvSpPr>
          <p:spPr>
            <a:xfrm>
              <a:off x="8198978" y="237006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t2735"/>
            <p:cNvSpPr/>
            <p:nvPr/>
          </p:nvSpPr>
          <p:spPr>
            <a:xfrm>
              <a:off x="7837901" y="235606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t2736"/>
            <p:cNvSpPr/>
            <p:nvPr/>
          </p:nvSpPr>
          <p:spPr>
            <a:xfrm>
              <a:off x="8594259" y="2172692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t2737"/>
            <p:cNvSpPr/>
            <p:nvPr/>
          </p:nvSpPr>
          <p:spPr>
            <a:xfrm>
              <a:off x="8783352" y="2360489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t2738"/>
            <p:cNvSpPr/>
            <p:nvPr/>
          </p:nvSpPr>
          <p:spPr>
            <a:xfrm>
              <a:off x="8132838" y="230173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t2739"/>
            <p:cNvSpPr/>
            <p:nvPr/>
          </p:nvSpPr>
          <p:spPr>
            <a:xfrm>
              <a:off x="8247438" y="2281613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t2740"/>
            <p:cNvSpPr/>
            <p:nvPr/>
          </p:nvSpPr>
          <p:spPr>
            <a:xfrm>
              <a:off x="8302940" y="2264339"/>
              <a:ext cx="52268" cy="5226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t2741"/>
            <p:cNvSpPr/>
            <p:nvPr/>
          </p:nvSpPr>
          <p:spPr>
            <a:xfrm>
              <a:off x="8131517" y="2275061"/>
              <a:ext cx="41137" cy="4113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t2742"/>
            <p:cNvSpPr/>
            <p:nvPr/>
          </p:nvSpPr>
          <p:spPr>
            <a:xfrm>
              <a:off x="8303813" y="2269722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t2743"/>
            <p:cNvSpPr/>
            <p:nvPr/>
          </p:nvSpPr>
          <p:spPr>
            <a:xfrm>
              <a:off x="8442078" y="2355396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t2744"/>
            <p:cNvSpPr/>
            <p:nvPr/>
          </p:nvSpPr>
          <p:spPr>
            <a:xfrm>
              <a:off x="8513985" y="2264484"/>
              <a:ext cx="50138" cy="5013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t2745"/>
            <p:cNvSpPr/>
            <p:nvPr/>
          </p:nvSpPr>
          <p:spPr>
            <a:xfrm>
              <a:off x="8035258" y="241960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t2746"/>
            <p:cNvSpPr/>
            <p:nvPr/>
          </p:nvSpPr>
          <p:spPr>
            <a:xfrm>
              <a:off x="8840346" y="227270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t2747"/>
            <p:cNvSpPr/>
            <p:nvPr/>
          </p:nvSpPr>
          <p:spPr>
            <a:xfrm>
              <a:off x="8470447" y="2249456"/>
              <a:ext cx="44536" cy="445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t2748"/>
            <p:cNvSpPr/>
            <p:nvPr/>
          </p:nvSpPr>
          <p:spPr>
            <a:xfrm>
              <a:off x="7840019" y="253445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t2749"/>
            <p:cNvSpPr/>
            <p:nvPr/>
          </p:nvSpPr>
          <p:spPr>
            <a:xfrm>
              <a:off x="8055648" y="225874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t2750"/>
            <p:cNvSpPr/>
            <p:nvPr/>
          </p:nvSpPr>
          <p:spPr>
            <a:xfrm>
              <a:off x="9223161" y="2337237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t2751"/>
            <p:cNvSpPr/>
            <p:nvPr/>
          </p:nvSpPr>
          <p:spPr>
            <a:xfrm>
              <a:off x="9395926" y="237962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t2752"/>
            <p:cNvSpPr/>
            <p:nvPr/>
          </p:nvSpPr>
          <p:spPr>
            <a:xfrm>
              <a:off x="8735990" y="2099273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t2753"/>
            <p:cNvSpPr/>
            <p:nvPr/>
          </p:nvSpPr>
          <p:spPr>
            <a:xfrm>
              <a:off x="9393809" y="219650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t2754"/>
            <p:cNvSpPr/>
            <p:nvPr/>
          </p:nvSpPr>
          <p:spPr>
            <a:xfrm>
              <a:off x="8636277" y="2190938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t2755"/>
            <p:cNvSpPr/>
            <p:nvPr/>
          </p:nvSpPr>
          <p:spPr>
            <a:xfrm>
              <a:off x="8817868" y="227318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t2756"/>
            <p:cNvSpPr/>
            <p:nvPr/>
          </p:nvSpPr>
          <p:spPr>
            <a:xfrm>
              <a:off x="9064760" y="233687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t2757"/>
            <p:cNvSpPr/>
            <p:nvPr/>
          </p:nvSpPr>
          <p:spPr>
            <a:xfrm>
              <a:off x="9392932" y="248963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t2758"/>
            <p:cNvSpPr/>
            <p:nvPr/>
          </p:nvSpPr>
          <p:spPr>
            <a:xfrm>
              <a:off x="8018943" y="218092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t2759"/>
            <p:cNvSpPr/>
            <p:nvPr/>
          </p:nvSpPr>
          <p:spPr>
            <a:xfrm>
              <a:off x="8507495" y="234308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t2760"/>
            <p:cNvSpPr/>
            <p:nvPr/>
          </p:nvSpPr>
          <p:spPr>
            <a:xfrm>
              <a:off x="8559260" y="244195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t2761"/>
            <p:cNvSpPr/>
            <p:nvPr/>
          </p:nvSpPr>
          <p:spPr>
            <a:xfrm>
              <a:off x="8725597" y="2242299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t2762"/>
            <p:cNvSpPr/>
            <p:nvPr/>
          </p:nvSpPr>
          <p:spPr>
            <a:xfrm>
              <a:off x="9076915" y="228564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t2763"/>
            <p:cNvSpPr/>
            <p:nvPr/>
          </p:nvSpPr>
          <p:spPr>
            <a:xfrm>
              <a:off x="8615855" y="248180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t2764"/>
            <p:cNvSpPr/>
            <p:nvPr/>
          </p:nvSpPr>
          <p:spPr>
            <a:xfrm>
              <a:off x="7840019" y="219262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t2765"/>
            <p:cNvSpPr/>
            <p:nvPr/>
          </p:nvSpPr>
          <p:spPr>
            <a:xfrm>
              <a:off x="7837901" y="232434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t2766"/>
            <p:cNvSpPr/>
            <p:nvPr/>
          </p:nvSpPr>
          <p:spPr>
            <a:xfrm>
              <a:off x="9081089" y="229325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t2767"/>
            <p:cNvSpPr/>
            <p:nvPr/>
          </p:nvSpPr>
          <p:spPr>
            <a:xfrm>
              <a:off x="9395926" y="221515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t2768"/>
            <p:cNvSpPr/>
            <p:nvPr/>
          </p:nvSpPr>
          <p:spPr>
            <a:xfrm>
              <a:off x="8554413" y="242774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t2769"/>
            <p:cNvSpPr/>
            <p:nvPr/>
          </p:nvSpPr>
          <p:spPr>
            <a:xfrm>
              <a:off x="8384783" y="221644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t2770"/>
            <p:cNvSpPr/>
            <p:nvPr/>
          </p:nvSpPr>
          <p:spPr>
            <a:xfrm>
              <a:off x="7836351" y="229854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t2771"/>
            <p:cNvSpPr/>
            <p:nvPr/>
          </p:nvSpPr>
          <p:spPr>
            <a:xfrm>
              <a:off x="9393809" y="233253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t2772"/>
            <p:cNvSpPr/>
            <p:nvPr/>
          </p:nvSpPr>
          <p:spPr>
            <a:xfrm>
              <a:off x="8231178" y="216672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t2773"/>
            <p:cNvSpPr/>
            <p:nvPr/>
          </p:nvSpPr>
          <p:spPr>
            <a:xfrm>
              <a:off x="8537660" y="218354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t2774"/>
            <p:cNvSpPr/>
            <p:nvPr/>
          </p:nvSpPr>
          <p:spPr>
            <a:xfrm>
              <a:off x="8333036" y="215409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t2775"/>
            <p:cNvSpPr/>
            <p:nvPr/>
          </p:nvSpPr>
          <p:spPr>
            <a:xfrm>
              <a:off x="9395926" y="214901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t2776"/>
            <p:cNvSpPr/>
            <p:nvPr/>
          </p:nvSpPr>
          <p:spPr>
            <a:xfrm>
              <a:off x="7837901" y="216821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t2777"/>
            <p:cNvSpPr/>
            <p:nvPr/>
          </p:nvSpPr>
          <p:spPr>
            <a:xfrm>
              <a:off x="9395926" y="222046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t2778"/>
            <p:cNvSpPr/>
            <p:nvPr/>
          </p:nvSpPr>
          <p:spPr>
            <a:xfrm>
              <a:off x="8134652" y="229221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t2779"/>
            <p:cNvSpPr/>
            <p:nvPr/>
          </p:nvSpPr>
          <p:spPr>
            <a:xfrm>
              <a:off x="8204502" y="2347444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t2780"/>
            <p:cNvSpPr/>
            <p:nvPr/>
          </p:nvSpPr>
          <p:spPr>
            <a:xfrm>
              <a:off x="8509443" y="240908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t2781"/>
            <p:cNvSpPr/>
            <p:nvPr/>
          </p:nvSpPr>
          <p:spPr>
            <a:xfrm>
              <a:off x="8670368" y="235848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t2782"/>
            <p:cNvSpPr/>
            <p:nvPr/>
          </p:nvSpPr>
          <p:spPr>
            <a:xfrm>
              <a:off x="9393809" y="235230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t2783"/>
            <p:cNvSpPr/>
            <p:nvPr/>
          </p:nvSpPr>
          <p:spPr>
            <a:xfrm>
              <a:off x="7837901" y="2389272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t2784"/>
            <p:cNvSpPr/>
            <p:nvPr/>
          </p:nvSpPr>
          <p:spPr>
            <a:xfrm>
              <a:off x="7840019" y="244495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t2785"/>
            <p:cNvSpPr/>
            <p:nvPr/>
          </p:nvSpPr>
          <p:spPr>
            <a:xfrm>
              <a:off x="8109666" y="2286717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t2786"/>
            <p:cNvSpPr/>
            <p:nvPr/>
          </p:nvSpPr>
          <p:spPr>
            <a:xfrm>
              <a:off x="8950835" y="244431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t2787"/>
            <p:cNvSpPr/>
            <p:nvPr/>
          </p:nvSpPr>
          <p:spPr>
            <a:xfrm>
              <a:off x="9067923" y="226774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t2788"/>
            <p:cNvSpPr/>
            <p:nvPr/>
          </p:nvSpPr>
          <p:spPr>
            <a:xfrm>
              <a:off x="8440515" y="239892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t2789"/>
            <p:cNvSpPr/>
            <p:nvPr/>
          </p:nvSpPr>
          <p:spPr>
            <a:xfrm>
              <a:off x="7837901" y="230456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t2790"/>
            <p:cNvSpPr/>
            <p:nvPr/>
          </p:nvSpPr>
          <p:spPr>
            <a:xfrm>
              <a:off x="8912466" y="236588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t2791"/>
            <p:cNvSpPr/>
            <p:nvPr/>
          </p:nvSpPr>
          <p:spPr>
            <a:xfrm>
              <a:off x="7837901" y="224021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t2792"/>
            <p:cNvSpPr/>
            <p:nvPr/>
          </p:nvSpPr>
          <p:spPr>
            <a:xfrm>
              <a:off x="8086308" y="215369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t2793"/>
            <p:cNvSpPr/>
            <p:nvPr/>
          </p:nvSpPr>
          <p:spPr>
            <a:xfrm>
              <a:off x="9393809" y="235969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t2794"/>
            <p:cNvSpPr/>
            <p:nvPr/>
          </p:nvSpPr>
          <p:spPr>
            <a:xfrm>
              <a:off x="8809045" y="232794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t2795"/>
            <p:cNvSpPr/>
            <p:nvPr/>
          </p:nvSpPr>
          <p:spPr>
            <a:xfrm>
              <a:off x="9392932" y="236188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t2796"/>
            <p:cNvSpPr/>
            <p:nvPr/>
          </p:nvSpPr>
          <p:spPr>
            <a:xfrm>
              <a:off x="8723550" y="2160779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t2797"/>
            <p:cNvSpPr/>
            <p:nvPr/>
          </p:nvSpPr>
          <p:spPr>
            <a:xfrm>
              <a:off x="8644208" y="235317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t2798"/>
            <p:cNvSpPr/>
            <p:nvPr/>
          </p:nvSpPr>
          <p:spPr>
            <a:xfrm>
              <a:off x="8573389" y="211829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t2799"/>
            <p:cNvSpPr/>
            <p:nvPr/>
          </p:nvSpPr>
          <p:spPr>
            <a:xfrm>
              <a:off x="8446021" y="2410941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t2800"/>
            <p:cNvSpPr/>
            <p:nvPr/>
          </p:nvSpPr>
          <p:spPr>
            <a:xfrm>
              <a:off x="9042422" y="233280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t2801"/>
            <p:cNvSpPr/>
            <p:nvPr/>
          </p:nvSpPr>
          <p:spPr>
            <a:xfrm>
              <a:off x="8420118" y="2443636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t2802"/>
            <p:cNvSpPr/>
            <p:nvPr/>
          </p:nvSpPr>
          <p:spPr>
            <a:xfrm>
              <a:off x="8998473" y="202045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t2803"/>
            <p:cNvSpPr/>
            <p:nvPr/>
          </p:nvSpPr>
          <p:spPr>
            <a:xfrm>
              <a:off x="7840019" y="230457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t2804"/>
            <p:cNvSpPr/>
            <p:nvPr/>
          </p:nvSpPr>
          <p:spPr>
            <a:xfrm>
              <a:off x="7837024" y="242048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t2805"/>
            <p:cNvSpPr/>
            <p:nvPr/>
          </p:nvSpPr>
          <p:spPr>
            <a:xfrm>
              <a:off x="8296198" y="252439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t2806"/>
            <p:cNvSpPr/>
            <p:nvPr/>
          </p:nvSpPr>
          <p:spPr>
            <a:xfrm>
              <a:off x="8792659" y="214808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t2807"/>
            <p:cNvSpPr/>
            <p:nvPr/>
          </p:nvSpPr>
          <p:spPr>
            <a:xfrm>
              <a:off x="8465387" y="232876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t2808"/>
            <p:cNvSpPr/>
            <p:nvPr/>
          </p:nvSpPr>
          <p:spPr>
            <a:xfrm>
              <a:off x="7837901" y="233857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t2809"/>
            <p:cNvSpPr/>
            <p:nvPr/>
          </p:nvSpPr>
          <p:spPr>
            <a:xfrm>
              <a:off x="8406817" y="2275719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t2810"/>
            <p:cNvSpPr/>
            <p:nvPr/>
          </p:nvSpPr>
          <p:spPr>
            <a:xfrm>
              <a:off x="7837901" y="232303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t2811"/>
            <p:cNvSpPr/>
            <p:nvPr/>
          </p:nvSpPr>
          <p:spPr>
            <a:xfrm>
              <a:off x="8410614" y="2320454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t2812"/>
            <p:cNvSpPr/>
            <p:nvPr/>
          </p:nvSpPr>
          <p:spPr>
            <a:xfrm>
              <a:off x="8268960" y="2318334"/>
              <a:ext cx="53981" cy="5398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t2813"/>
            <p:cNvSpPr/>
            <p:nvPr/>
          </p:nvSpPr>
          <p:spPr>
            <a:xfrm>
              <a:off x="7837024" y="239947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t2814"/>
            <p:cNvSpPr/>
            <p:nvPr/>
          </p:nvSpPr>
          <p:spPr>
            <a:xfrm>
              <a:off x="8235143" y="220894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t2815"/>
            <p:cNvSpPr/>
            <p:nvPr/>
          </p:nvSpPr>
          <p:spPr>
            <a:xfrm>
              <a:off x="8949619" y="228688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t2816"/>
            <p:cNvSpPr/>
            <p:nvPr/>
          </p:nvSpPr>
          <p:spPr>
            <a:xfrm>
              <a:off x="8508618" y="2411353"/>
              <a:ext cx="37000" cy="370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t2817"/>
            <p:cNvSpPr/>
            <p:nvPr/>
          </p:nvSpPr>
          <p:spPr>
            <a:xfrm>
              <a:off x="8436453" y="2265452"/>
              <a:ext cx="42477" cy="4247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t2818"/>
            <p:cNvSpPr/>
            <p:nvPr/>
          </p:nvSpPr>
          <p:spPr>
            <a:xfrm>
              <a:off x="8465198" y="2348560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t2819"/>
            <p:cNvSpPr/>
            <p:nvPr/>
          </p:nvSpPr>
          <p:spPr>
            <a:xfrm>
              <a:off x="8871552" y="2292353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t2820"/>
            <p:cNvSpPr/>
            <p:nvPr/>
          </p:nvSpPr>
          <p:spPr>
            <a:xfrm>
              <a:off x="7837901" y="2278285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t2821"/>
            <p:cNvSpPr/>
            <p:nvPr/>
          </p:nvSpPr>
          <p:spPr>
            <a:xfrm>
              <a:off x="7837901" y="251269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t2822"/>
            <p:cNvSpPr/>
            <p:nvPr/>
          </p:nvSpPr>
          <p:spPr>
            <a:xfrm>
              <a:off x="8482246" y="232999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t2823"/>
            <p:cNvSpPr/>
            <p:nvPr/>
          </p:nvSpPr>
          <p:spPr>
            <a:xfrm>
              <a:off x="8303831" y="216926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t2824"/>
            <p:cNvSpPr/>
            <p:nvPr/>
          </p:nvSpPr>
          <p:spPr>
            <a:xfrm>
              <a:off x="8542466" y="228950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t2825"/>
            <p:cNvSpPr/>
            <p:nvPr/>
          </p:nvSpPr>
          <p:spPr>
            <a:xfrm>
              <a:off x="8926022" y="238623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t2826"/>
            <p:cNvSpPr/>
            <p:nvPr/>
          </p:nvSpPr>
          <p:spPr>
            <a:xfrm>
              <a:off x="8203963" y="2233383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t2827"/>
            <p:cNvSpPr/>
            <p:nvPr/>
          </p:nvSpPr>
          <p:spPr>
            <a:xfrm>
              <a:off x="7840019" y="204774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t2828"/>
            <p:cNvSpPr/>
            <p:nvPr/>
          </p:nvSpPr>
          <p:spPr>
            <a:xfrm>
              <a:off x="8490851" y="2218053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t2829"/>
            <p:cNvSpPr/>
            <p:nvPr/>
          </p:nvSpPr>
          <p:spPr>
            <a:xfrm>
              <a:off x="8117832" y="237204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t2830"/>
            <p:cNvSpPr/>
            <p:nvPr/>
          </p:nvSpPr>
          <p:spPr>
            <a:xfrm>
              <a:off x="8734446" y="2223321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t2831"/>
            <p:cNvSpPr/>
            <p:nvPr/>
          </p:nvSpPr>
          <p:spPr>
            <a:xfrm>
              <a:off x="7834832" y="2383610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t2832"/>
            <p:cNvSpPr/>
            <p:nvPr/>
          </p:nvSpPr>
          <p:spPr>
            <a:xfrm>
              <a:off x="8203514" y="240042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t2833"/>
            <p:cNvSpPr/>
            <p:nvPr/>
          </p:nvSpPr>
          <p:spPr>
            <a:xfrm>
              <a:off x="8158167" y="227600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t2834"/>
            <p:cNvSpPr/>
            <p:nvPr/>
          </p:nvSpPr>
          <p:spPr>
            <a:xfrm>
              <a:off x="8189722" y="246470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t2835"/>
            <p:cNvSpPr/>
            <p:nvPr/>
          </p:nvSpPr>
          <p:spPr>
            <a:xfrm>
              <a:off x="7840019" y="218688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t2836"/>
            <p:cNvSpPr/>
            <p:nvPr/>
          </p:nvSpPr>
          <p:spPr>
            <a:xfrm>
              <a:off x="7840019" y="234163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t2837"/>
            <p:cNvSpPr/>
            <p:nvPr/>
          </p:nvSpPr>
          <p:spPr>
            <a:xfrm>
              <a:off x="8521066" y="2402425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t2838"/>
            <p:cNvSpPr/>
            <p:nvPr/>
          </p:nvSpPr>
          <p:spPr>
            <a:xfrm>
              <a:off x="8226639" y="231285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t2839"/>
            <p:cNvSpPr/>
            <p:nvPr/>
          </p:nvSpPr>
          <p:spPr>
            <a:xfrm>
              <a:off x="8936429" y="2331861"/>
              <a:ext cx="35776" cy="357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t2840"/>
            <p:cNvSpPr/>
            <p:nvPr/>
          </p:nvSpPr>
          <p:spPr>
            <a:xfrm>
              <a:off x="8264779" y="2322467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t2841"/>
            <p:cNvSpPr/>
            <p:nvPr/>
          </p:nvSpPr>
          <p:spPr>
            <a:xfrm>
              <a:off x="7834030" y="2308256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t2842"/>
            <p:cNvSpPr/>
            <p:nvPr/>
          </p:nvSpPr>
          <p:spPr>
            <a:xfrm>
              <a:off x="8934001" y="228955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t2843"/>
            <p:cNvSpPr/>
            <p:nvPr/>
          </p:nvSpPr>
          <p:spPr>
            <a:xfrm>
              <a:off x="7837024" y="247333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t2844"/>
            <p:cNvSpPr/>
            <p:nvPr/>
          </p:nvSpPr>
          <p:spPr>
            <a:xfrm>
              <a:off x="8731588" y="2396640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t2845"/>
            <p:cNvSpPr/>
            <p:nvPr/>
          </p:nvSpPr>
          <p:spPr>
            <a:xfrm>
              <a:off x="8636841" y="2303413"/>
              <a:ext cx="43324" cy="4332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t2846"/>
            <p:cNvSpPr/>
            <p:nvPr/>
          </p:nvSpPr>
          <p:spPr>
            <a:xfrm>
              <a:off x="8714532" y="234996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t2847"/>
            <p:cNvSpPr/>
            <p:nvPr/>
          </p:nvSpPr>
          <p:spPr>
            <a:xfrm>
              <a:off x="8177544" y="2362266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t2848"/>
            <p:cNvSpPr/>
            <p:nvPr/>
          </p:nvSpPr>
          <p:spPr>
            <a:xfrm>
              <a:off x="8308117" y="2260121"/>
              <a:ext cx="47490" cy="474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t2849"/>
            <p:cNvSpPr/>
            <p:nvPr/>
          </p:nvSpPr>
          <p:spPr>
            <a:xfrm>
              <a:off x="8478133" y="233015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t2850"/>
            <p:cNvSpPr/>
            <p:nvPr/>
          </p:nvSpPr>
          <p:spPr>
            <a:xfrm>
              <a:off x="8398754" y="2291132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t2851"/>
            <p:cNvSpPr/>
            <p:nvPr/>
          </p:nvSpPr>
          <p:spPr>
            <a:xfrm>
              <a:off x="7836351" y="238715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t2852"/>
            <p:cNvSpPr/>
            <p:nvPr/>
          </p:nvSpPr>
          <p:spPr>
            <a:xfrm>
              <a:off x="8226033" y="2104500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t2853"/>
            <p:cNvSpPr/>
            <p:nvPr/>
          </p:nvSpPr>
          <p:spPr>
            <a:xfrm>
              <a:off x="8360629" y="2299793"/>
              <a:ext cx="39698" cy="3969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t2854"/>
            <p:cNvSpPr/>
            <p:nvPr/>
          </p:nvSpPr>
          <p:spPr>
            <a:xfrm>
              <a:off x="8469418" y="235647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t2855"/>
            <p:cNvSpPr/>
            <p:nvPr/>
          </p:nvSpPr>
          <p:spPr>
            <a:xfrm>
              <a:off x="8619152" y="220393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t2856"/>
            <p:cNvSpPr/>
            <p:nvPr/>
          </p:nvSpPr>
          <p:spPr>
            <a:xfrm>
              <a:off x="8303630" y="230858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t2857"/>
            <p:cNvSpPr/>
            <p:nvPr/>
          </p:nvSpPr>
          <p:spPr>
            <a:xfrm>
              <a:off x="8386217" y="2345318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t2858"/>
            <p:cNvSpPr/>
            <p:nvPr/>
          </p:nvSpPr>
          <p:spPr>
            <a:xfrm>
              <a:off x="8224078" y="2282710"/>
              <a:ext cx="49500" cy="4950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t2859"/>
            <p:cNvSpPr/>
            <p:nvPr/>
          </p:nvSpPr>
          <p:spPr>
            <a:xfrm>
              <a:off x="9395926" y="2155783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t2860"/>
            <p:cNvSpPr/>
            <p:nvPr/>
          </p:nvSpPr>
          <p:spPr>
            <a:xfrm>
              <a:off x="9072402" y="241979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t2861"/>
            <p:cNvSpPr/>
            <p:nvPr/>
          </p:nvSpPr>
          <p:spPr>
            <a:xfrm>
              <a:off x="8083270" y="234000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t2862"/>
            <p:cNvSpPr/>
            <p:nvPr/>
          </p:nvSpPr>
          <p:spPr>
            <a:xfrm>
              <a:off x="9039494" y="2297396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t2863"/>
            <p:cNvSpPr/>
            <p:nvPr/>
          </p:nvSpPr>
          <p:spPr>
            <a:xfrm>
              <a:off x="8166708" y="2375582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t2864"/>
            <p:cNvSpPr/>
            <p:nvPr/>
          </p:nvSpPr>
          <p:spPr>
            <a:xfrm>
              <a:off x="7840019" y="225330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t2865"/>
            <p:cNvSpPr/>
            <p:nvPr/>
          </p:nvSpPr>
          <p:spPr>
            <a:xfrm>
              <a:off x="7840019" y="219068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t2866"/>
            <p:cNvSpPr/>
            <p:nvPr/>
          </p:nvSpPr>
          <p:spPr>
            <a:xfrm>
              <a:off x="8443226" y="2328325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t2867"/>
            <p:cNvSpPr/>
            <p:nvPr/>
          </p:nvSpPr>
          <p:spPr>
            <a:xfrm>
              <a:off x="7837024" y="235522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t2868"/>
            <p:cNvSpPr/>
            <p:nvPr/>
          </p:nvSpPr>
          <p:spPr>
            <a:xfrm>
              <a:off x="8050796" y="2220444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t2869"/>
            <p:cNvSpPr/>
            <p:nvPr/>
          </p:nvSpPr>
          <p:spPr>
            <a:xfrm>
              <a:off x="8132151" y="2323245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t2870"/>
            <p:cNvSpPr/>
            <p:nvPr/>
          </p:nvSpPr>
          <p:spPr>
            <a:xfrm>
              <a:off x="8219436" y="2369043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t2871"/>
            <p:cNvSpPr/>
            <p:nvPr/>
          </p:nvSpPr>
          <p:spPr>
            <a:xfrm>
              <a:off x="8589878" y="2298420"/>
              <a:ext cx="44926" cy="4492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t2872"/>
            <p:cNvSpPr/>
            <p:nvPr/>
          </p:nvSpPr>
          <p:spPr>
            <a:xfrm>
              <a:off x="8487453" y="2272363"/>
              <a:ext cx="38132" cy="381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t2873"/>
            <p:cNvSpPr/>
            <p:nvPr/>
          </p:nvSpPr>
          <p:spPr>
            <a:xfrm>
              <a:off x="8558230" y="2369921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t2874"/>
            <p:cNvSpPr/>
            <p:nvPr/>
          </p:nvSpPr>
          <p:spPr>
            <a:xfrm>
              <a:off x="8672257" y="2383922"/>
              <a:ext cx="40190" cy="4019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t2875"/>
            <p:cNvSpPr/>
            <p:nvPr/>
          </p:nvSpPr>
          <p:spPr>
            <a:xfrm>
              <a:off x="7840019" y="226369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t2876"/>
            <p:cNvSpPr/>
            <p:nvPr/>
          </p:nvSpPr>
          <p:spPr>
            <a:xfrm>
              <a:off x="8205611" y="243072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t2877"/>
            <p:cNvSpPr/>
            <p:nvPr/>
          </p:nvSpPr>
          <p:spPr>
            <a:xfrm>
              <a:off x="7835284" y="2321105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t2878"/>
            <p:cNvSpPr/>
            <p:nvPr/>
          </p:nvSpPr>
          <p:spPr>
            <a:xfrm>
              <a:off x="8346207" y="230554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t2879"/>
            <p:cNvSpPr/>
            <p:nvPr/>
          </p:nvSpPr>
          <p:spPr>
            <a:xfrm>
              <a:off x="8081103" y="2341528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t2880"/>
            <p:cNvSpPr/>
            <p:nvPr/>
          </p:nvSpPr>
          <p:spPr>
            <a:xfrm>
              <a:off x="8427545" y="2274977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t2881"/>
            <p:cNvSpPr/>
            <p:nvPr/>
          </p:nvSpPr>
          <p:spPr>
            <a:xfrm>
              <a:off x="8421682" y="2343589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t2882"/>
            <p:cNvSpPr/>
            <p:nvPr/>
          </p:nvSpPr>
          <p:spPr>
            <a:xfrm>
              <a:off x="8474690" y="227786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t2883"/>
            <p:cNvSpPr/>
            <p:nvPr/>
          </p:nvSpPr>
          <p:spPr>
            <a:xfrm>
              <a:off x="8486512" y="2242399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t2884"/>
            <p:cNvSpPr/>
            <p:nvPr/>
          </p:nvSpPr>
          <p:spPr>
            <a:xfrm>
              <a:off x="9395926" y="233581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t2885"/>
            <p:cNvSpPr/>
            <p:nvPr/>
          </p:nvSpPr>
          <p:spPr>
            <a:xfrm>
              <a:off x="9094475" y="2410826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t2886"/>
            <p:cNvSpPr/>
            <p:nvPr/>
          </p:nvSpPr>
          <p:spPr>
            <a:xfrm>
              <a:off x="8403243" y="2341646"/>
              <a:ext cx="38670" cy="38670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t2887"/>
            <p:cNvSpPr/>
            <p:nvPr/>
          </p:nvSpPr>
          <p:spPr>
            <a:xfrm>
              <a:off x="9395926" y="218532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t2888"/>
            <p:cNvSpPr/>
            <p:nvPr/>
          </p:nvSpPr>
          <p:spPr>
            <a:xfrm>
              <a:off x="8521475" y="230857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t2889"/>
            <p:cNvSpPr/>
            <p:nvPr/>
          </p:nvSpPr>
          <p:spPr>
            <a:xfrm>
              <a:off x="7840019" y="235513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t2890"/>
            <p:cNvSpPr/>
            <p:nvPr/>
          </p:nvSpPr>
          <p:spPr>
            <a:xfrm>
              <a:off x="7836351" y="2377933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t2891"/>
            <p:cNvSpPr/>
            <p:nvPr/>
          </p:nvSpPr>
          <p:spPr>
            <a:xfrm>
              <a:off x="8134098" y="2293226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t2892"/>
            <p:cNvSpPr/>
            <p:nvPr/>
          </p:nvSpPr>
          <p:spPr>
            <a:xfrm>
              <a:off x="8460447" y="2355668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t2893"/>
            <p:cNvSpPr/>
            <p:nvPr/>
          </p:nvSpPr>
          <p:spPr>
            <a:xfrm>
              <a:off x="8582643" y="223737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t2894"/>
            <p:cNvSpPr/>
            <p:nvPr/>
          </p:nvSpPr>
          <p:spPr>
            <a:xfrm>
              <a:off x="8456539" y="2146230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t2895"/>
            <p:cNvSpPr/>
            <p:nvPr/>
          </p:nvSpPr>
          <p:spPr>
            <a:xfrm>
              <a:off x="8479808" y="2272737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t2896"/>
            <p:cNvSpPr/>
            <p:nvPr/>
          </p:nvSpPr>
          <p:spPr>
            <a:xfrm>
              <a:off x="8771336" y="1995300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t2897"/>
            <p:cNvSpPr/>
            <p:nvPr/>
          </p:nvSpPr>
          <p:spPr>
            <a:xfrm>
              <a:off x="8680060" y="2343844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t2898"/>
            <p:cNvSpPr/>
            <p:nvPr/>
          </p:nvSpPr>
          <p:spPr>
            <a:xfrm>
              <a:off x="9392259" y="2243929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t2899"/>
            <p:cNvSpPr/>
            <p:nvPr/>
          </p:nvSpPr>
          <p:spPr>
            <a:xfrm>
              <a:off x="8632085" y="2329871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t2900"/>
            <p:cNvSpPr/>
            <p:nvPr/>
          </p:nvSpPr>
          <p:spPr>
            <a:xfrm>
              <a:off x="9067127" y="220853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t2901"/>
            <p:cNvSpPr/>
            <p:nvPr/>
          </p:nvSpPr>
          <p:spPr>
            <a:xfrm>
              <a:off x="8758346" y="231917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t2902"/>
            <p:cNvSpPr/>
            <p:nvPr/>
          </p:nvSpPr>
          <p:spPr>
            <a:xfrm>
              <a:off x="7840019" y="225780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t2903"/>
            <p:cNvSpPr/>
            <p:nvPr/>
          </p:nvSpPr>
          <p:spPr>
            <a:xfrm>
              <a:off x="8366270" y="216729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t2904"/>
            <p:cNvSpPr/>
            <p:nvPr/>
          </p:nvSpPr>
          <p:spPr>
            <a:xfrm>
              <a:off x="9393809" y="216586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t2905"/>
            <p:cNvSpPr/>
            <p:nvPr/>
          </p:nvSpPr>
          <p:spPr>
            <a:xfrm>
              <a:off x="7840019" y="231451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t2906"/>
            <p:cNvSpPr/>
            <p:nvPr/>
          </p:nvSpPr>
          <p:spPr>
            <a:xfrm>
              <a:off x="8879552" y="236243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t2907"/>
            <p:cNvSpPr/>
            <p:nvPr/>
          </p:nvSpPr>
          <p:spPr>
            <a:xfrm>
              <a:off x="8710748" y="2305433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t2908"/>
            <p:cNvSpPr/>
            <p:nvPr/>
          </p:nvSpPr>
          <p:spPr>
            <a:xfrm>
              <a:off x="8383754" y="2255164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t2909"/>
            <p:cNvSpPr/>
            <p:nvPr/>
          </p:nvSpPr>
          <p:spPr>
            <a:xfrm>
              <a:off x="8415201" y="199915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t2910"/>
            <p:cNvSpPr/>
            <p:nvPr/>
          </p:nvSpPr>
          <p:spPr>
            <a:xfrm>
              <a:off x="7840019" y="2389708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t2911"/>
            <p:cNvSpPr/>
            <p:nvPr/>
          </p:nvSpPr>
          <p:spPr>
            <a:xfrm>
              <a:off x="7840019" y="227395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t2912"/>
            <p:cNvSpPr/>
            <p:nvPr/>
          </p:nvSpPr>
          <p:spPr>
            <a:xfrm>
              <a:off x="9395926" y="229786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t2913"/>
            <p:cNvSpPr/>
            <p:nvPr/>
          </p:nvSpPr>
          <p:spPr>
            <a:xfrm>
              <a:off x="8375050" y="2335405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t2914"/>
            <p:cNvSpPr/>
            <p:nvPr/>
          </p:nvSpPr>
          <p:spPr>
            <a:xfrm>
              <a:off x="8207224" y="2275998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t2915"/>
            <p:cNvSpPr/>
            <p:nvPr/>
          </p:nvSpPr>
          <p:spPr>
            <a:xfrm>
              <a:off x="8207043" y="220315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t2916"/>
            <p:cNvSpPr/>
            <p:nvPr/>
          </p:nvSpPr>
          <p:spPr>
            <a:xfrm>
              <a:off x="9395926" y="215036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t2917"/>
            <p:cNvSpPr/>
            <p:nvPr/>
          </p:nvSpPr>
          <p:spPr>
            <a:xfrm>
              <a:off x="8553787" y="218072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t2918"/>
            <p:cNvSpPr/>
            <p:nvPr/>
          </p:nvSpPr>
          <p:spPr>
            <a:xfrm>
              <a:off x="8245405" y="234452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t2919"/>
            <p:cNvSpPr/>
            <p:nvPr/>
          </p:nvSpPr>
          <p:spPr>
            <a:xfrm>
              <a:off x="7837901" y="2213794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t2920"/>
            <p:cNvSpPr/>
            <p:nvPr/>
          </p:nvSpPr>
          <p:spPr>
            <a:xfrm>
              <a:off x="8578065" y="234915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t2921"/>
            <p:cNvSpPr/>
            <p:nvPr/>
          </p:nvSpPr>
          <p:spPr>
            <a:xfrm>
              <a:off x="9395926" y="218268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t2922"/>
            <p:cNvSpPr/>
            <p:nvPr/>
          </p:nvSpPr>
          <p:spPr>
            <a:xfrm>
              <a:off x="7837901" y="2368626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t2923"/>
            <p:cNvSpPr/>
            <p:nvPr/>
          </p:nvSpPr>
          <p:spPr>
            <a:xfrm>
              <a:off x="7834417" y="2321225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t2924"/>
            <p:cNvSpPr/>
            <p:nvPr/>
          </p:nvSpPr>
          <p:spPr>
            <a:xfrm>
              <a:off x="7840019" y="2286867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t2925"/>
            <p:cNvSpPr/>
            <p:nvPr/>
          </p:nvSpPr>
          <p:spPr>
            <a:xfrm>
              <a:off x="7837901" y="242578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t2926"/>
            <p:cNvSpPr/>
            <p:nvPr/>
          </p:nvSpPr>
          <p:spPr>
            <a:xfrm>
              <a:off x="9105874" y="206457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t2927"/>
            <p:cNvSpPr/>
            <p:nvPr/>
          </p:nvSpPr>
          <p:spPr>
            <a:xfrm>
              <a:off x="9395926" y="204906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t2928"/>
            <p:cNvSpPr/>
            <p:nvPr/>
          </p:nvSpPr>
          <p:spPr>
            <a:xfrm>
              <a:off x="7837901" y="2373129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t2929"/>
            <p:cNvSpPr/>
            <p:nvPr/>
          </p:nvSpPr>
          <p:spPr>
            <a:xfrm>
              <a:off x="7837901" y="224494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t2930"/>
            <p:cNvSpPr/>
            <p:nvPr/>
          </p:nvSpPr>
          <p:spPr>
            <a:xfrm>
              <a:off x="8981528" y="226641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t2931"/>
            <p:cNvSpPr/>
            <p:nvPr/>
          </p:nvSpPr>
          <p:spPr>
            <a:xfrm>
              <a:off x="9018800" y="218463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t2932"/>
            <p:cNvSpPr/>
            <p:nvPr/>
          </p:nvSpPr>
          <p:spPr>
            <a:xfrm>
              <a:off x="8289223" y="2376762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t2933"/>
            <p:cNvSpPr/>
            <p:nvPr/>
          </p:nvSpPr>
          <p:spPr>
            <a:xfrm>
              <a:off x="7837901" y="219175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t2934"/>
            <p:cNvSpPr/>
            <p:nvPr/>
          </p:nvSpPr>
          <p:spPr>
            <a:xfrm>
              <a:off x="9019753" y="215156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t2935"/>
            <p:cNvSpPr/>
            <p:nvPr/>
          </p:nvSpPr>
          <p:spPr>
            <a:xfrm>
              <a:off x="7840019" y="214501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t2936"/>
            <p:cNvSpPr/>
            <p:nvPr/>
          </p:nvSpPr>
          <p:spPr>
            <a:xfrm>
              <a:off x="8969692" y="208299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t2937"/>
            <p:cNvSpPr/>
            <p:nvPr/>
          </p:nvSpPr>
          <p:spPr>
            <a:xfrm>
              <a:off x="7837024" y="250280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pt2938"/>
            <p:cNvSpPr/>
            <p:nvPr/>
          </p:nvSpPr>
          <p:spPr>
            <a:xfrm>
              <a:off x="7840019" y="2100930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pt2939"/>
            <p:cNvSpPr/>
            <p:nvPr/>
          </p:nvSpPr>
          <p:spPr>
            <a:xfrm>
              <a:off x="8994907" y="228833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pt2940"/>
            <p:cNvSpPr/>
            <p:nvPr/>
          </p:nvSpPr>
          <p:spPr>
            <a:xfrm>
              <a:off x="8631417" y="2345065"/>
              <a:ext cx="37576" cy="3757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t2941"/>
            <p:cNvSpPr/>
            <p:nvPr/>
          </p:nvSpPr>
          <p:spPr>
            <a:xfrm>
              <a:off x="8956262" y="2492479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pt2942"/>
            <p:cNvSpPr/>
            <p:nvPr/>
          </p:nvSpPr>
          <p:spPr>
            <a:xfrm>
              <a:off x="7837901" y="2099531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pt2943"/>
            <p:cNvSpPr/>
            <p:nvPr/>
          </p:nvSpPr>
          <p:spPr>
            <a:xfrm>
              <a:off x="9128741" y="227907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pt2944"/>
            <p:cNvSpPr/>
            <p:nvPr/>
          </p:nvSpPr>
          <p:spPr>
            <a:xfrm>
              <a:off x="8586228" y="2210696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pt2945"/>
            <p:cNvSpPr/>
            <p:nvPr/>
          </p:nvSpPr>
          <p:spPr>
            <a:xfrm>
              <a:off x="8365464" y="219395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pt2946"/>
            <p:cNvSpPr/>
            <p:nvPr/>
          </p:nvSpPr>
          <p:spPr>
            <a:xfrm>
              <a:off x="8074840" y="2256947"/>
              <a:ext cx="32104" cy="3210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pt2947"/>
            <p:cNvSpPr/>
            <p:nvPr/>
          </p:nvSpPr>
          <p:spPr>
            <a:xfrm>
              <a:off x="8949518" y="249789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pt2948"/>
            <p:cNvSpPr/>
            <p:nvPr/>
          </p:nvSpPr>
          <p:spPr>
            <a:xfrm>
              <a:off x="9395926" y="2471974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pt2949"/>
            <p:cNvSpPr/>
            <p:nvPr/>
          </p:nvSpPr>
          <p:spPr>
            <a:xfrm>
              <a:off x="8100523" y="2429935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pt2950"/>
            <p:cNvSpPr/>
            <p:nvPr/>
          </p:nvSpPr>
          <p:spPr>
            <a:xfrm>
              <a:off x="8636232" y="2225336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pt2951"/>
            <p:cNvSpPr/>
            <p:nvPr/>
          </p:nvSpPr>
          <p:spPr>
            <a:xfrm>
              <a:off x="8660722" y="2406210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pt2952"/>
            <p:cNvSpPr/>
            <p:nvPr/>
          </p:nvSpPr>
          <p:spPr>
            <a:xfrm>
              <a:off x="7837901" y="2321023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pt2953"/>
            <p:cNvSpPr/>
            <p:nvPr/>
          </p:nvSpPr>
          <p:spPr>
            <a:xfrm>
              <a:off x="8346068" y="2248707"/>
              <a:ext cx="46784" cy="4678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pt2954"/>
            <p:cNvSpPr/>
            <p:nvPr/>
          </p:nvSpPr>
          <p:spPr>
            <a:xfrm>
              <a:off x="8105532" y="221247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pt2955"/>
            <p:cNvSpPr/>
            <p:nvPr/>
          </p:nvSpPr>
          <p:spPr>
            <a:xfrm>
              <a:off x="8432111" y="2277121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pt2956"/>
            <p:cNvSpPr/>
            <p:nvPr/>
          </p:nvSpPr>
          <p:spPr>
            <a:xfrm>
              <a:off x="8095170" y="241263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pt2957"/>
            <p:cNvSpPr/>
            <p:nvPr/>
          </p:nvSpPr>
          <p:spPr>
            <a:xfrm>
              <a:off x="7837024" y="2379545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t2958"/>
            <p:cNvSpPr/>
            <p:nvPr/>
          </p:nvSpPr>
          <p:spPr>
            <a:xfrm>
              <a:off x="7835784" y="243603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t2959"/>
            <p:cNvSpPr/>
            <p:nvPr/>
          </p:nvSpPr>
          <p:spPr>
            <a:xfrm>
              <a:off x="7836351" y="245392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t2960"/>
            <p:cNvSpPr/>
            <p:nvPr/>
          </p:nvSpPr>
          <p:spPr>
            <a:xfrm>
              <a:off x="7840019" y="2149132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t2961"/>
            <p:cNvSpPr/>
            <p:nvPr/>
          </p:nvSpPr>
          <p:spPr>
            <a:xfrm>
              <a:off x="9395926" y="2338286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t2962"/>
            <p:cNvSpPr/>
            <p:nvPr/>
          </p:nvSpPr>
          <p:spPr>
            <a:xfrm>
              <a:off x="9395926" y="2222421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t2963"/>
            <p:cNvSpPr/>
            <p:nvPr/>
          </p:nvSpPr>
          <p:spPr>
            <a:xfrm>
              <a:off x="8069017" y="243903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t2964"/>
            <p:cNvSpPr/>
            <p:nvPr/>
          </p:nvSpPr>
          <p:spPr>
            <a:xfrm>
              <a:off x="7836351" y="2493301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t2965"/>
            <p:cNvSpPr/>
            <p:nvPr/>
          </p:nvSpPr>
          <p:spPr>
            <a:xfrm>
              <a:off x="8587532" y="2358102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t2966"/>
            <p:cNvSpPr/>
            <p:nvPr/>
          </p:nvSpPr>
          <p:spPr>
            <a:xfrm>
              <a:off x="8731104" y="243465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t2967"/>
            <p:cNvSpPr/>
            <p:nvPr/>
          </p:nvSpPr>
          <p:spPr>
            <a:xfrm>
              <a:off x="8415095" y="2491804"/>
              <a:ext cx="29066" cy="2906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t2968"/>
            <p:cNvSpPr/>
            <p:nvPr/>
          </p:nvSpPr>
          <p:spPr>
            <a:xfrm>
              <a:off x="7840019" y="2083235"/>
              <a:ext cx="21732" cy="2173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t2969"/>
            <p:cNvSpPr/>
            <p:nvPr/>
          </p:nvSpPr>
          <p:spPr>
            <a:xfrm>
              <a:off x="7835784" y="228774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t2970"/>
            <p:cNvSpPr/>
            <p:nvPr/>
          </p:nvSpPr>
          <p:spPr>
            <a:xfrm>
              <a:off x="8203735" y="2437137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t2971"/>
            <p:cNvSpPr/>
            <p:nvPr/>
          </p:nvSpPr>
          <p:spPr>
            <a:xfrm>
              <a:off x="7835784" y="2348558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t2972"/>
            <p:cNvSpPr/>
            <p:nvPr/>
          </p:nvSpPr>
          <p:spPr>
            <a:xfrm>
              <a:off x="8378608" y="226093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t2973"/>
            <p:cNvSpPr/>
            <p:nvPr/>
          </p:nvSpPr>
          <p:spPr>
            <a:xfrm>
              <a:off x="8210737" y="2297197"/>
              <a:ext cx="36401" cy="364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t2974"/>
            <p:cNvSpPr/>
            <p:nvPr/>
          </p:nvSpPr>
          <p:spPr>
            <a:xfrm>
              <a:off x="7837024" y="2054868"/>
              <a:ext cx="27721" cy="277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t2975"/>
            <p:cNvSpPr/>
            <p:nvPr/>
          </p:nvSpPr>
          <p:spPr>
            <a:xfrm>
              <a:off x="7837901" y="2288440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t2976"/>
            <p:cNvSpPr/>
            <p:nvPr/>
          </p:nvSpPr>
          <p:spPr>
            <a:xfrm>
              <a:off x="8192915" y="2394499"/>
              <a:ext cx="33709" cy="33709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t2977"/>
            <p:cNvSpPr/>
            <p:nvPr/>
          </p:nvSpPr>
          <p:spPr>
            <a:xfrm>
              <a:off x="8971618" y="2108448"/>
              <a:ext cx="25967" cy="25967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t2978"/>
            <p:cNvSpPr/>
            <p:nvPr/>
          </p:nvSpPr>
          <p:spPr>
            <a:xfrm>
              <a:off x="8888057" y="2226098"/>
              <a:ext cx="39192" cy="3919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t2979"/>
            <p:cNvSpPr/>
            <p:nvPr/>
          </p:nvSpPr>
          <p:spPr>
            <a:xfrm>
              <a:off x="8794234" y="2262680"/>
              <a:ext cx="34436" cy="344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t2980"/>
            <p:cNvSpPr/>
            <p:nvPr/>
          </p:nvSpPr>
          <p:spPr>
            <a:xfrm>
              <a:off x="8131381" y="2213720"/>
              <a:ext cx="35123" cy="35123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t2981"/>
            <p:cNvSpPr/>
            <p:nvPr/>
          </p:nvSpPr>
          <p:spPr>
            <a:xfrm>
              <a:off x="8667443" y="246281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t2982"/>
            <p:cNvSpPr/>
            <p:nvPr/>
          </p:nvSpPr>
          <p:spPr>
            <a:xfrm>
              <a:off x="8925465" y="2428712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t2983"/>
            <p:cNvSpPr/>
            <p:nvPr/>
          </p:nvSpPr>
          <p:spPr>
            <a:xfrm>
              <a:off x="8380525" y="2313730"/>
              <a:ext cx="32936" cy="32936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t2984"/>
            <p:cNvSpPr/>
            <p:nvPr/>
          </p:nvSpPr>
          <p:spPr>
            <a:xfrm>
              <a:off x="8532300" y="2327604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t2985"/>
            <p:cNvSpPr/>
            <p:nvPr/>
          </p:nvSpPr>
          <p:spPr>
            <a:xfrm>
              <a:off x="9194048" y="2186031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t2986"/>
            <p:cNvSpPr/>
            <p:nvPr/>
          </p:nvSpPr>
          <p:spPr>
            <a:xfrm>
              <a:off x="8442854" y="2273411"/>
              <a:ext cx="31201" cy="31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t2987"/>
            <p:cNvSpPr/>
            <p:nvPr/>
          </p:nvSpPr>
          <p:spPr>
            <a:xfrm>
              <a:off x="9034643" y="2367515"/>
              <a:ext cx="30201" cy="3020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rc2988"/>
            <p:cNvSpPr/>
            <p:nvPr/>
          </p:nvSpPr>
          <p:spPr>
            <a:xfrm>
              <a:off x="7773090" y="1305836"/>
              <a:ext cx="1711497" cy="1711497"/>
            </a:xfrm>
            <a:prstGeom prst="rect">
              <a:avLst/>
            </a:prstGeom>
            <a:noFill/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tx2989"/>
            <p:cNvSpPr/>
            <p:nvPr/>
          </p:nvSpPr>
          <p:spPr>
            <a:xfrm>
              <a:off x="419326" y="2903145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0,00</a:t>
              </a:r>
            </a:p>
          </p:txBody>
        </p:sp>
        <p:sp>
          <p:nvSpPr>
            <p:cNvPr id="2990" name="tx2990"/>
            <p:cNvSpPr/>
            <p:nvPr/>
          </p:nvSpPr>
          <p:spPr>
            <a:xfrm>
              <a:off x="419326" y="2514168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0,25</a:t>
              </a:r>
            </a:p>
          </p:txBody>
        </p:sp>
        <p:sp>
          <p:nvSpPr>
            <p:cNvPr id="2991" name="tx2991"/>
            <p:cNvSpPr/>
            <p:nvPr/>
          </p:nvSpPr>
          <p:spPr>
            <a:xfrm>
              <a:off x="419326" y="2125192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0,50</a:t>
              </a:r>
            </a:p>
          </p:txBody>
        </p:sp>
        <p:sp>
          <p:nvSpPr>
            <p:cNvPr id="2992" name="tx2992"/>
            <p:cNvSpPr/>
            <p:nvPr/>
          </p:nvSpPr>
          <p:spPr>
            <a:xfrm>
              <a:off x="419326" y="1736215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0,75</a:t>
              </a:r>
            </a:p>
          </p:txBody>
        </p:sp>
        <p:sp>
          <p:nvSpPr>
            <p:cNvPr id="2993" name="tx2993"/>
            <p:cNvSpPr/>
            <p:nvPr/>
          </p:nvSpPr>
          <p:spPr>
            <a:xfrm>
              <a:off x="419326" y="1347238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1,00</a:t>
              </a:r>
            </a:p>
          </p:txBody>
        </p:sp>
        <p:sp>
          <p:nvSpPr>
            <p:cNvPr id="2994" name="pl2994"/>
            <p:cNvSpPr/>
            <p:nvPr/>
          </p:nvSpPr>
          <p:spPr>
            <a:xfrm>
              <a:off x="642416" y="293953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l2995"/>
            <p:cNvSpPr/>
            <p:nvPr/>
          </p:nvSpPr>
          <p:spPr>
            <a:xfrm>
              <a:off x="642416" y="255056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l2996"/>
            <p:cNvSpPr/>
            <p:nvPr/>
          </p:nvSpPr>
          <p:spPr>
            <a:xfrm>
              <a:off x="642416" y="216158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l2997"/>
            <p:cNvSpPr/>
            <p:nvPr/>
          </p:nvSpPr>
          <p:spPr>
            <a:xfrm>
              <a:off x="642416" y="177260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l2998"/>
            <p:cNvSpPr/>
            <p:nvPr/>
          </p:nvSpPr>
          <p:spPr>
            <a:xfrm>
              <a:off x="642416" y="138363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tx2999"/>
            <p:cNvSpPr/>
            <p:nvPr/>
          </p:nvSpPr>
          <p:spPr>
            <a:xfrm rot="-5400000">
              <a:off x="-510840" y="2116093"/>
              <a:ext cx="165268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Prevalencia predicha (BYM2)</a:t>
              </a:r>
            </a:p>
          </p:txBody>
        </p:sp>
        <p:sp>
          <p:nvSpPr>
            <p:cNvPr id="3000" name="rc3000"/>
            <p:cNvSpPr/>
            <p:nvPr/>
          </p:nvSpPr>
          <p:spPr>
            <a:xfrm>
              <a:off x="674047" y="1110432"/>
              <a:ext cx="1711497" cy="195403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tx3001"/>
            <p:cNvSpPr/>
            <p:nvPr/>
          </p:nvSpPr>
          <p:spPr>
            <a:xfrm>
              <a:off x="1111915" y="1171741"/>
              <a:ext cx="83576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Diagnóstico (ESH)</a:t>
              </a:r>
            </a:p>
          </p:txBody>
        </p:sp>
        <p:sp>
          <p:nvSpPr>
            <p:cNvPr id="3002" name="rc3002"/>
            <p:cNvSpPr/>
            <p:nvPr/>
          </p:nvSpPr>
          <p:spPr>
            <a:xfrm>
              <a:off x="2448808" y="1110432"/>
              <a:ext cx="1711497" cy="195403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tx3003"/>
            <p:cNvSpPr/>
            <p:nvPr/>
          </p:nvSpPr>
          <p:spPr>
            <a:xfrm>
              <a:off x="2886676" y="1171741"/>
              <a:ext cx="83576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Diagnóstico (AHA)</a:t>
              </a:r>
            </a:p>
          </p:txBody>
        </p:sp>
        <p:sp>
          <p:nvSpPr>
            <p:cNvPr id="3004" name="rc3004"/>
            <p:cNvSpPr/>
            <p:nvPr/>
          </p:nvSpPr>
          <p:spPr>
            <a:xfrm>
              <a:off x="4223568" y="1110432"/>
              <a:ext cx="1711497" cy="195403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tx3005"/>
            <p:cNvSpPr/>
            <p:nvPr/>
          </p:nvSpPr>
          <p:spPr>
            <a:xfrm>
              <a:off x="4810118" y="1171741"/>
              <a:ext cx="538398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Tratamiento</a:t>
              </a:r>
            </a:p>
          </p:txBody>
        </p:sp>
        <p:sp>
          <p:nvSpPr>
            <p:cNvPr id="3006" name="rc3006"/>
            <p:cNvSpPr/>
            <p:nvPr/>
          </p:nvSpPr>
          <p:spPr>
            <a:xfrm>
              <a:off x="5998329" y="1110432"/>
              <a:ext cx="1711497" cy="195403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tx3007"/>
            <p:cNvSpPr/>
            <p:nvPr/>
          </p:nvSpPr>
          <p:spPr>
            <a:xfrm>
              <a:off x="6537924" y="1171741"/>
              <a:ext cx="63230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Control (ESH)</a:t>
              </a:r>
            </a:p>
          </p:txBody>
        </p:sp>
        <p:sp>
          <p:nvSpPr>
            <p:cNvPr id="3008" name="rc3008"/>
            <p:cNvSpPr/>
            <p:nvPr/>
          </p:nvSpPr>
          <p:spPr>
            <a:xfrm>
              <a:off x="7773090" y="1110432"/>
              <a:ext cx="1711497" cy="195403"/>
            </a:xfrm>
            <a:prstGeom prst="rect">
              <a:avLst/>
            </a:prstGeom>
            <a:solidFill>
              <a:srgbClr val="E8F0FA">
                <a:alpha val="100000"/>
              </a:srgbClr>
            </a:solidFill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tx3009"/>
            <p:cNvSpPr/>
            <p:nvPr/>
          </p:nvSpPr>
          <p:spPr>
            <a:xfrm>
              <a:off x="8312685" y="1171741"/>
              <a:ext cx="63230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Control (AHA)</a:t>
              </a:r>
            </a:p>
          </p:txBody>
        </p:sp>
        <p:sp>
          <p:nvSpPr>
            <p:cNvPr id="3010" name="pl3010"/>
            <p:cNvSpPr/>
            <p:nvPr/>
          </p:nvSpPr>
          <p:spPr>
            <a:xfrm>
              <a:off x="751843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l3011"/>
            <p:cNvSpPr/>
            <p:nvPr/>
          </p:nvSpPr>
          <p:spPr>
            <a:xfrm>
              <a:off x="1140819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l3012"/>
            <p:cNvSpPr/>
            <p:nvPr/>
          </p:nvSpPr>
          <p:spPr>
            <a:xfrm>
              <a:off x="1529796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l3013"/>
            <p:cNvSpPr/>
            <p:nvPr/>
          </p:nvSpPr>
          <p:spPr>
            <a:xfrm>
              <a:off x="1918773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l3014"/>
            <p:cNvSpPr/>
            <p:nvPr/>
          </p:nvSpPr>
          <p:spPr>
            <a:xfrm>
              <a:off x="2307750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tx3015"/>
            <p:cNvSpPr/>
            <p:nvPr/>
          </p:nvSpPr>
          <p:spPr>
            <a:xfrm>
              <a:off x="652950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0,00</a:t>
              </a:r>
            </a:p>
          </p:txBody>
        </p:sp>
        <p:sp>
          <p:nvSpPr>
            <p:cNvPr id="3016" name="tx3016"/>
            <p:cNvSpPr/>
            <p:nvPr/>
          </p:nvSpPr>
          <p:spPr>
            <a:xfrm>
              <a:off x="1041927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0,25</a:t>
              </a:r>
            </a:p>
          </p:txBody>
        </p:sp>
        <p:sp>
          <p:nvSpPr>
            <p:cNvPr id="3017" name="tx3017"/>
            <p:cNvSpPr/>
            <p:nvPr/>
          </p:nvSpPr>
          <p:spPr>
            <a:xfrm>
              <a:off x="1430904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0,50</a:t>
              </a:r>
            </a:p>
          </p:txBody>
        </p:sp>
        <p:sp>
          <p:nvSpPr>
            <p:cNvPr id="3018" name="tx3018"/>
            <p:cNvSpPr/>
            <p:nvPr/>
          </p:nvSpPr>
          <p:spPr>
            <a:xfrm>
              <a:off x="1819881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0,75</a:t>
              </a:r>
            </a:p>
          </p:txBody>
        </p:sp>
        <p:sp>
          <p:nvSpPr>
            <p:cNvPr id="3019" name="tx3019"/>
            <p:cNvSpPr/>
            <p:nvPr/>
          </p:nvSpPr>
          <p:spPr>
            <a:xfrm>
              <a:off x="2208857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1,00</a:t>
              </a:r>
            </a:p>
          </p:txBody>
        </p:sp>
        <p:sp>
          <p:nvSpPr>
            <p:cNvPr id="3020" name="pl3020"/>
            <p:cNvSpPr/>
            <p:nvPr/>
          </p:nvSpPr>
          <p:spPr>
            <a:xfrm>
              <a:off x="2526603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l3021"/>
            <p:cNvSpPr/>
            <p:nvPr/>
          </p:nvSpPr>
          <p:spPr>
            <a:xfrm>
              <a:off x="2915580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l3022"/>
            <p:cNvSpPr/>
            <p:nvPr/>
          </p:nvSpPr>
          <p:spPr>
            <a:xfrm>
              <a:off x="3304557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l3023"/>
            <p:cNvSpPr/>
            <p:nvPr/>
          </p:nvSpPr>
          <p:spPr>
            <a:xfrm>
              <a:off x="3693533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l3024"/>
            <p:cNvSpPr/>
            <p:nvPr/>
          </p:nvSpPr>
          <p:spPr>
            <a:xfrm>
              <a:off x="4082510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tx3025"/>
            <p:cNvSpPr/>
            <p:nvPr/>
          </p:nvSpPr>
          <p:spPr>
            <a:xfrm>
              <a:off x="2427711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0,00</a:t>
              </a:r>
            </a:p>
          </p:txBody>
        </p:sp>
        <p:sp>
          <p:nvSpPr>
            <p:cNvPr id="3026" name="tx3026"/>
            <p:cNvSpPr/>
            <p:nvPr/>
          </p:nvSpPr>
          <p:spPr>
            <a:xfrm>
              <a:off x="2816688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0,25</a:t>
              </a:r>
            </a:p>
          </p:txBody>
        </p:sp>
        <p:sp>
          <p:nvSpPr>
            <p:cNvPr id="3027" name="tx3027"/>
            <p:cNvSpPr/>
            <p:nvPr/>
          </p:nvSpPr>
          <p:spPr>
            <a:xfrm>
              <a:off x="3205664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0,50</a:t>
              </a:r>
            </a:p>
          </p:txBody>
        </p:sp>
        <p:sp>
          <p:nvSpPr>
            <p:cNvPr id="3028" name="tx3028"/>
            <p:cNvSpPr/>
            <p:nvPr/>
          </p:nvSpPr>
          <p:spPr>
            <a:xfrm>
              <a:off x="3594641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0,75</a:t>
              </a:r>
            </a:p>
          </p:txBody>
        </p:sp>
        <p:sp>
          <p:nvSpPr>
            <p:cNvPr id="3029" name="tx3029"/>
            <p:cNvSpPr/>
            <p:nvPr/>
          </p:nvSpPr>
          <p:spPr>
            <a:xfrm>
              <a:off x="3983618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1,00</a:t>
              </a:r>
            </a:p>
          </p:txBody>
        </p:sp>
        <p:sp>
          <p:nvSpPr>
            <p:cNvPr id="3030" name="pl3030"/>
            <p:cNvSpPr/>
            <p:nvPr/>
          </p:nvSpPr>
          <p:spPr>
            <a:xfrm>
              <a:off x="4301364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l3031"/>
            <p:cNvSpPr/>
            <p:nvPr/>
          </p:nvSpPr>
          <p:spPr>
            <a:xfrm>
              <a:off x="4690341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l3032"/>
            <p:cNvSpPr/>
            <p:nvPr/>
          </p:nvSpPr>
          <p:spPr>
            <a:xfrm>
              <a:off x="5079317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l3033"/>
            <p:cNvSpPr/>
            <p:nvPr/>
          </p:nvSpPr>
          <p:spPr>
            <a:xfrm>
              <a:off x="5468294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l3034"/>
            <p:cNvSpPr/>
            <p:nvPr/>
          </p:nvSpPr>
          <p:spPr>
            <a:xfrm>
              <a:off x="5857271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tx3035"/>
            <p:cNvSpPr/>
            <p:nvPr/>
          </p:nvSpPr>
          <p:spPr>
            <a:xfrm>
              <a:off x="4202471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0,00</a:t>
              </a:r>
            </a:p>
          </p:txBody>
        </p:sp>
        <p:sp>
          <p:nvSpPr>
            <p:cNvPr id="3036" name="tx3036"/>
            <p:cNvSpPr/>
            <p:nvPr/>
          </p:nvSpPr>
          <p:spPr>
            <a:xfrm>
              <a:off x="4591448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0,25</a:t>
              </a:r>
            </a:p>
          </p:txBody>
        </p:sp>
        <p:sp>
          <p:nvSpPr>
            <p:cNvPr id="3037" name="tx3037"/>
            <p:cNvSpPr/>
            <p:nvPr/>
          </p:nvSpPr>
          <p:spPr>
            <a:xfrm>
              <a:off x="4980425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0,50</a:t>
              </a:r>
            </a:p>
          </p:txBody>
        </p:sp>
        <p:sp>
          <p:nvSpPr>
            <p:cNvPr id="3038" name="tx3038"/>
            <p:cNvSpPr/>
            <p:nvPr/>
          </p:nvSpPr>
          <p:spPr>
            <a:xfrm>
              <a:off x="5369402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0,75</a:t>
              </a:r>
            </a:p>
          </p:txBody>
        </p:sp>
        <p:sp>
          <p:nvSpPr>
            <p:cNvPr id="3039" name="tx3039"/>
            <p:cNvSpPr/>
            <p:nvPr/>
          </p:nvSpPr>
          <p:spPr>
            <a:xfrm>
              <a:off x="5758379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1,00</a:t>
              </a:r>
            </a:p>
          </p:txBody>
        </p:sp>
        <p:sp>
          <p:nvSpPr>
            <p:cNvPr id="3040" name="pl3040"/>
            <p:cNvSpPr/>
            <p:nvPr/>
          </p:nvSpPr>
          <p:spPr>
            <a:xfrm>
              <a:off x="6076124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l3041"/>
            <p:cNvSpPr/>
            <p:nvPr/>
          </p:nvSpPr>
          <p:spPr>
            <a:xfrm>
              <a:off x="6465101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l3042"/>
            <p:cNvSpPr/>
            <p:nvPr/>
          </p:nvSpPr>
          <p:spPr>
            <a:xfrm>
              <a:off x="6854078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l3043"/>
            <p:cNvSpPr/>
            <p:nvPr/>
          </p:nvSpPr>
          <p:spPr>
            <a:xfrm>
              <a:off x="7243055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l3044"/>
            <p:cNvSpPr/>
            <p:nvPr/>
          </p:nvSpPr>
          <p:spPr>
            <a:xfrm>
              <a:off x="7632031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tx3045"/>
            <p:cNvSpPr/>
            <p:nvPr/>
          </p:nvSpPr>
          <p:spPr>
            <a:xfrm>
              <a:off x="5977232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0,00</a:t>
              </a:r>
            </a:p>
          </p:txBody>
        </p:sp>
        <p:sp>
          <p:nvSpPr>
            <p:cNvPr id="3046" name="tx3046"/>
            <p:cNvSpPr/>
            <p:nvPr/>
          </p:nvSpPr>
          <p:spPr>
            <a:xfrm>
              <a:off x="6366209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0,25</a:t>
              </a:r>
            </a:p>
          </p:txBody>
        </p:sp>
        <p:sp>
          <p:nvSpPr>
            <p:cNvPr id="3047" name="tx3047"/>
            <p:cNvSpPr/>
            <p:nvPr/>
          </p:nvSpPr>
          <p:spPr>
            <a:xfrm>
              <a:off x="6755186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0,50</a:t>
              </a:r>
            </a:p>
          </p:txBody>
        </p:sp>
        <p:sp>
          <p:nvSpPr>
            <p:cNvPr id="3048" name="tx3048"/>
            <p:cNvSpPr/>
            <p:nvPr/>
          </p:nvSpPr>
          <p:spPr>
            <a:xfrm>
              <a:off x="7144162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0,75</a:t>
              </a:r>
            </a:p>
          </p:txBody>
        </p:sp>
        <p:sp>
          <p:nvSpPr>
            <p:cNvPr id="3049" name="tx3049"/>
            <p:cNvSpPr/>
            <p:nvPr/>
          </p:nvSpPr>
          <p:spPr>
            <a:xfrm>
              <a:off x="7533139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1,00</a:t>
              </a:r>
            </a:p>
          </p:txBody>
        </p:sp>
        <p:sp>
          <p:nvSpPr>
            <p:cNvPr id="3050" name="pl3050"/>
            <p:cNvSpPr/>
            <p:nvPr/>
          </p:nvSpPr>
          <p:spPr>
            <a:xfrm>
              <a:off x="7850885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l3051"/>
            <p:cNvSpPr/>
            <p:nvPr/>
          </p:nvSpPr>
          <p:spPr>
            <a:xfrm>
              <a:off x="8239862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l3052"/>
            <p:cNvSpPr/>
            <p:nvPr/>
          </p:nvSpPr>
          <p:spPr>
            <a:xfrm>
              <a:off x="8628839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l3053"/>
            <p:cNvSpPr/>
            <p:nvPr/>
          </p:nvSpPr>
          <p:spPr>
            <a:xfrm>
              <a:off x="9017815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l3054"/>
            <p:cNvSpPr/>
            <p:nvPr/>
          </p:nvSpPr>
          <p:spPr>
            <a:xfrm>
              <a:off x="9406792" y="301733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tx3055"/>
            <p:cNvSpPr/>
            <p:nvPr/>
          </p:nvSpPr>
          <p:spPr>
            <a:xfrm>
              <a:off x="7751993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0,00</a:t>
              </a:r>
            </a:p>
          </p:txBody>
        </p:sp>
        <p:sp>
          <p:nvSpPr>
            <p:cNvPr id="3056" name="tx3056"/>
            <p:cNvSpPr/>
            <p:nvPr/>
          </p:nvSpPr>
          <p:spPr>
            <a:xfrm>
              <a:off x="8140969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0,25</a:t>
              </a:r>
            </a:p>
          </p:txBody>
        </p:sp>
        <p:sp>
          <p:nvSpPr>
            <p:cNvPr id="3057" name="tx3057"/>
            <p:cNvSpPr/>
            <p:nvPr/>
          </p:nvSpPr>
          <p:spPr>
            <a:xfrm>
              <a:off x="8529946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0,50</a:t>
              </a:r>
            </a:p>
          </p:txBody>
        </p:sp>
        <p:sp>
          <p:nvSpPr>
            <p:cNvPr id="3058" name="tx3058"/>
            <p:cNvSpPr/>
            <p:nvPr/>
          </p:nvSpPr>
          <p:spPr>
            <a:xfrm>
              <a:off x="8918923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0,75</a:t>
              </a:r>
            </a:p>
          </p:txBody>
        </p:sp>
        <p:sp>
          <p:nvSpPr>
            <p:cNvPr id="3059" name="tx3059"/>
            <p:cNvSpPr/>
            <p:nvPr/>
          </p:nvSpPr>
          <p:spPr>
            <a:xfrm>
              <a:off x="9307900" y="3074270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1,00</a:t>
              </a:r>
            </a:p>
          </p:txBody>
        </p:sp>
        <p:sp>
          <p:nvSpPr>
            <p:cNvPr id="3060" name="tx3060"/>
            <p:cNvSpPr/>
            <p:nvPr/>
          </p:nvSpPr>
          <p:spPr>
            <a:xfrm>
              <a:off x="3567540" y="3200085"/>
              <a:ext cx="302355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Prevalencia observada (fuera de muestra, 5 pliegues)</a:t>
              </a:r>
            </a:p>
          </p:txBody>
        </p:sp>
        <p:sp>
          <p:nvSpPr>
            <p:cNvPr id="3061" name="rc3061"/>
            <p:cNvSpPr/>
            <p:nvPr/>
          </p:nvSpPr>
          <p:spPr>
            <a:xfrm>
              <a:off x="9611113" y="1390629"/>
              <a:ext cx="1228834" cy="154191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2" name="tx3062"/>
            <p:cNvSpPr/>
            <p:nvPr/>
          </p:nvSpPr>
          <p:spPr>
            <a:xfrm>
              <a:off x="9674376" y="1467242"/>
              <a:ext cx="64282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 municipio</a:t>
              </a:r>
            </a:p>
          </p:txBody>
        </p:sp>
        <p:sp>
          <p:nvSpPr>
            <p:cNvPr id="3063" name="tx3063"/>
            <p:cNvSpPr/>
            <p:nvPr/>
          </p:nvSpPr>
          <p:spPr>
            <a:xfrm>
              <a:off x="9674376" y="1604402"/>
              <a:ext cx="110230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(pliegue de prueba)</a:t>
              </a:r>
            </a:p>
          </p:txBody>
        </p:sp>
        <p:sp>
          <p:nvSpPr>
            <p:cNvPr id="3064" name="rc3064"/>
            <p:cNvSpPr/>
            <p:nvPr/>
          </p:nvSpPr>
          <p:spPr>
            <a:xfrm>
              <a:off x="9674376" y="177199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5" name="pt3065"/>
            <p:cNvSpPr/>
            <p:nvPr/>
          </p:nvSpPr>
          <p:spPr>
            <a:xfrm>
              <a:off x="9758417" y="1856039"/>
              <a:ext cx="51374" cy="51374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rc3066"/>
            <p:cNvSpPr/>
            <p:nvPr/>
          </p:nvSpPr>
          <p:spPr>
            <a:xfrm>
              <a:off x="9674376" y="19914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7" name="pt3067"/>
            <p:cNvSpPr/>
            <p:nvPr/>
          </p:nvSpPr>
          <p:spPr>
            <a:xfrm>
              <a:off x="9752171" y="2069249"/>
              <a:ext cx="63865" cy="63865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rc3068"/>
            <p:cNvSpPr/>
            <p:nvPr/>
          </p:nvSpPr>
          <p:spPr>
            <a:xfrm>
              <a:off x="9674376" y="22109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9" name="pt3069"/>
            <p:cNvSpPr/>
            <p:nvPr/>
          </p:nvSpPr>
          <p:spPr>
            <a:xfrm>
              <a:off x="9747393" y="2283927"/>
              <a:ext cx="73421" cy="73421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rc3070"/>
            <p:cNvSpPr/>
            <p:nvPr/>
          </p:nvSpPr>
          <p:spPr>
            <a:xfrm>
              <a:off x="9674376" y="243036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1" name="pt3071"/>
            <p:cNvSpPr/>
            <p:nvPr/>
          </p:nvSpPr>
          <p:spPr>
            <a:xfrm>
              <a:off x="9743370" y="2499360"/>
              <a:ext cx="81468" cy="81468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rc3072"/>
            <p:cNvSpPr/>
            <p:nvPr/>
          </p:nvSpPr>
          <p:spPr>
            <a:xfrm>
              <a:off x="9674376" y="2649822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3" name="pt3073"/>
            <p:cNvSpPr/>
            <p:nvPr/>
          </p:nvSpPr>
          <p:spPr>
            <a:xfrm>
              <a:off x="9739827" y="2715273"/>
              <a:ext cx="88552" cy="88552"/>
            </a:xfrm>
            <a:prstGeom prst="ellipse">
              <a:avLst/>
            </a:prstGeom>
            <a:solidFill>
              <a:srgbClr val="2166AC">
                <a:alpha val="34901"/>
              </a:srgbClr>
            </a:solidFill>
            <a:ln w="8181" cap="rnd">
              <a:solidFill>
                <a:srgbClr val="2166AC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tx3074"/>
            <p:cNvSpPr/>
            <p:nvPr/>
          </p:nvSpPr>
          <p:spPr>
            <a:xfrm>
              <a:off x="9957094" y="1845333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3075" name="tx3075"/>
            <p:cNvSpPr/>
            <p:nvPr/>
          </p:nvSpPr>
          <p:spPr>
            <a:xfrm>
              <a:off x="9957094" y="2064789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3076" name="tx3076"/>
            <p:cNvSpPr/>
            <p:nvPr/>
          </p:nvSpPr>
          <p:spPr>
            <a:xfrm>
              <a:off x="9957094" y="2284245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3077" name="tx3077"/>
            <p:cNvSpPr/>
            <p:nvPr/>
          </p:nvSpPr>
          <p:spPr>
            <a:xfrm>
              <a:off x="9957094" y="2503701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3078" name="tx3078"/>
            <p:cNvSpPr/>
            <p:nvPr/>
          </p:nvSpPr>
          <p:spPr>
            <a:xfrm>
              <a:off x="9957094" y="2723157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250</a:t>
              </a:r>
            </a:p>
          </p:txBody>
        </p:sp>
        <p:sp>
          <p:nvSpPr>
            <p:cNvPr id="3079" name="tx3079"/>
            <p:cNvSpPr/>
            <p:nvPr/>
          </p:nvSpPr>
          <p:spPr>
            <a:xfrm>
              <a:off x="674047" y="132851"/>
              <a:ext cx="544397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A) Calibración: observado vs. predicho, validación cruzada espacial de 5 pliegues</a:t>
              </a:r>
            </a:p>
          </p:txBody>
        </p:sp>
        <p:sp>
          <p:nvSpPr>
            <p:cNvPr id="3080" name="rc3080"/>
            <p:cNvSpPr/>
            <p:nvPr/>
          </p:nvSpPr>
          <p:spPr>
            <a:xfrm>
              <a:off x="674047" y="4421875"/>
              <a:ext cx="8810540" cy="298288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1" name="pl3081"/>
            <p:cNvSpPr/>
            <p:nvPr/>
          </p:nvSpPr>
          <p:spPr>
            <a:xfrm>
              <a:off x="674047" y="6992471"/>
              <a:ext cx="8810540" cy="0"/>
            </a:xfrm>
            <a:custGeom>
              <a:avLst/>
              <a:pathLst>
                <a:path w="8810540" h="0">
                  <a:moveTo>
                    <a:pt x="0" y="0"/>
                  </a:moveTo>
                  <a:lnTo>
                    <a:pt x="8810540" y="0"/>
                  </a:lnTo>
                  <a:lnTo>
                    <a:pt x="881054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l3082"/>
            <p:cNvSpPr/>
            <p:nvPr/>
          </p:nvSpPr>
          <p:spPr>
            <a:xfrm>
              <a:off x="674047" y="6439059"/>
              <a:ext cx="8810540" cy="0"/>
            </a:xfrm>
            <a:custGeom>
              <a:avLst/>
              <a:pathLst>
                <a:path w="8810540" h="0">
                  <a:moveTo>
                    <a:pt x="0" y="0"/>
                  </a:moveTo>
                  <a:lnTo>
                    <a:pt x="8810540" y="0"/>
                  </a:lnTo>
                  <a:lnTo>
                    <a:pt x="881054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l3083"/>
            <p:cNvSpPr/>
            <p:nvPr/>
          </p:nvSpPr>
          <p:spPr>
            <a:xfrm>
              <a:off x="674047" y="5885648"/>
              <a:ext cx="8810540" cy="0"/>
            </a:xfrm>
            <a:custGeom>
              <a:avLst/>
              <a:pathLst>
                <a:path w="8810540" h="0">
                  <a:moveTo>
                    <a:pt x="0" y="0"/>
                  </a:moveTo>
                  <a:lnTo>
                    <a:pt x="8810540" y="0"/>
                  </a:lnTo>
                  <a:lnTo>
                    <a:pt x="881054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l3084"/>
            <p:cNvSpPr/>
            <p:nvPr/>
          </p:nvSpPr>
          <p:spPr>
            <a:xfrm>
              <a:off x="674047" y="5332236"/>
              <a:ext cx="8810540" cy="0"/>
            </a:xfrm>
            <a:custGeom>
              <a:avLst/>
              <a:pathLst>
                <a:path w="8810540" h="0">
                  <a:moveTo>
                    <a:pt x="0" y="0"/>
                  </a:moveTo>
                  <a:lnTo>
                    <a:pt x="8810540" y="0"/>
                  </a:lnTo>
                  <a:lnTo>
                    <a:pt x="881054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l3085"/>
            <p:cNvSpPr/>
            <p:nvPr/>
          </p:nvSpPr>
          <p:spPr>
            <a:xfrm>
              <a:off x="674047" y="4778825"/>
              <a:ext cx="8810540" cy="0"/>
            </a:xfrm>
            <a:custGeom>
              <a:avLst/>
              <a:pathLst>
                <a:path w="8810540" h="0">
                  <a:moveTo>
                    <a:pt x="0" y="0"/>
                  </a:moveTo>
                  <a:lnTo>
                    <a:pt x="8810540" y="0"/>
                  </a:lnTo>
                  <a:lnTo>
                    <a:pt x="8810540" y="0"/>
                  </a:lnTo>
                </a:path>
              </a:pathLst>
            </a:custGeom>
            <a:ln w="6159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l3086"/>
            <p:cNvSpPr/>
            <p:nvPr/>
          </p:nvSpPr>
          <p:spPr>
            <a:xfrm>
              <a:off x="674047" y="7269176"/>
              <a:ext cx="8810540" cy="0"/>
            </a:xfrm>
            <a:custGeom>
              <a:avLst/>
              <a:pathLst>
                <a:path w="8810540" h="0">
                  <a:moveTo>
                    <a:pt x="0" y="0"/>
                  </a:moveTo>
                  <a:lnTo>
                    <a:pt x="8810540" y="0"/>
                  </a:lnTo>
                  <a:lnTo>
                    <a:pt x="881054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l3087"/>
            <p:cNvSpPr/>
            <p:nvPr/>
          </p:nvSpPr>
          <p:spPr>
            <a:xfrm>
              <a:off x="674047" y="6715765"/>
              <a:ext cx="8810540" cy="0"/>
            </a:xfrm>
            <a:custGeom>
              <a:avLst/>
              <a:pathLst>
                <a:path w="8810540" h="0">
                  <a:moveTo>
                    <a:pt x="0" y="0"/>
                  </a:moveTo>
                  <a:lnTo>
                    <a:pt x="8810540" y="0"/>
                  </a:lnTo>
                  <a:lnTo>
                    <a:pt x="881054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l3088"/>
            <p:cNvSpPr/>
            <p:nvPr/>
          </p:nvSpPr>
          <p:spPr>
            <a:xfrm>
              <a:off x="674047" y="6162353"/>
              <a:ext cx="8810540" cy="0"/>
            </a:xfrm>
            <a:custGeom>
              <a:avLst/>
              <a:pathLst>
                <a:path w="8810540" h="0">
                  <a:moveTo>
                    <a:pt x="0" y="0"/>
                  </a:moveTo>
                  <a:lnTo>
                    <a:pt x="8810540" y="0"/>
                  </a:lnTo>
                  <a:lnTo>
                    <a:pt x="881054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l3089"/>
            <p:cNvSpPr/>
            <p:nvPr/>
          </p:nvSpPr>
          <p:spPr>
            <a:xfrm>
              <a:off x="674047" y="5608942"/>
              <a:ext cx="8810540" cy="0"/>
            </a:xfrm>
            <a:custGeom>
              <a:avLst/>
              <a:pathLst>
                <a:path w="8810540" h="0">
                  <a:moveTo>
                    <a:pt x="0" y="0"/>
                  </a:moveTo>
                  <a:lnTo>
                    <a:pt x="8810540" y="0"/>
                  </a:lnTo>
                  <a:lnTo>
                    <a:pt x="881054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l3090"/>
            <p:cNvSpPr/>
            <p:nvPr/>
          </p:nvSpPr>
          <p:spPr>
            <a:xfrm>
              <a:off x="674047" y="5055531"/>
              <a:ext cx="8810540" cy="0"/>
            </a:xfrm>
            <a:custGeom>
              <a:avLst/>
              <a:pathLst>
                <a:path w="8810540" h="0">
                  <a:moveTo>
                    <a:pt x="0" y="0"/>
                  </a:moveTo>
                  <a:lnTo>
                    <a:pt x="8810540" y="0"/>
                  </a:lnTo>
                  <a:lnTo>
                    <a:pt x="881054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l3091"/>
            <p:cNvSpPr/>
            <p:nvPr/>
          </p:nvSpPr>
          <p:spPr>
            <a:xfrm>
              <a:off x="674047" y="4502119"/>
              <a:ext cx="8810540" cy="0"/>
            </a:xfrm>
            <a:custGeom>
              <a:avLst/>
              <a:pathLst>
                <a:path w="8810540" h="0">
                  <a:moveTo>
                    <a:pt x="0" y="0"/>
                  </a:moveTo>
                  <a:lnTo>
                    <a:pt x="8810540" y="0"/>
                  </a:lnTo>
                  <a:lnTo>
                    <a:pt x="881054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l3092"/>
            <p:cNvSpPr/>
            <p:nvPr/>
          </p:nvSpPr>
          <p:spPr>
            <a:xfrm>
              <a:off x="1690648" y="4421875"/>
              <a:ext cx="0" cy="2982887"/>
            </a:xfrm>
            <a:custGeom>
              <a:avLst/>
              <a:pathLst>
                <a:path w="0" h="2982887">
                  <a:moveTo>
                    <a:pt x="0" y="29828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l3093"/>
            <p:cNvSpPr/>
            <p:nvPr/>
          </p:nvSpPr>
          <p:spPr>
            <a:xfrm>
              <a:off x="3384983" y="4421875"/>
              <a:ext cx="0" cy="2982887"/>
            </a:xfrm>
            <a:custGeom>
              <a:avLst/>
              <a:pathLst>
                <a:path w="0" h="2982887">
                  <a:moveTo>
                    <a:pt x="0" y="29828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l3094"/>
            <p:cNvSpPr/>
            <p:nvPr/>
          </p:nvSpPr>
          <p:spPr>
            <a:xfrm>
              <a:off x="5079317" y="4421875"/>
              <a:ext cx="0" cy="2982887"/>
            </a:xfrm>
            <a:custGeom>
              <a:avLst/>
              <a:pathLst>
                <a:path w="0" h="2982887">
                  <a:moveTo>
                    <a:pt x="0" y="29828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l3095"/>
            <p:cNvSpPr/>
            <p:nvPr/>
          </p:nvSpPr>
          <p:spPr>
            <a:xfrm>
              <a:off x="6773652" y="4421875"/>
              <a:ext cx="0" cy="2982887"/>
            </a:xfrm>
            <a:custGeom>
              <a:avLst/>
              <a:pathLst>
                <a:path w="0" h="2982887">
                  <a:moveTo>
                    <a:pt x="0" y="29828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l3096"/>
            <p:cNvSpPr/>
            <p:nvPr/>
          </p:nvSpPr>
          <p:spPr>
            <a:xfrm>
              <a:off x="8467987" y="4421875"/>
              <a:ext cx="0" cy="2982887"/>
            </a:xfrm>
            <a:custGeom>
              <a:avLst/>
              <a:pathLst>
                <a:path w="0" h="2982887">
                  <a:moveTo>
                    <a:pt x="0" y="29828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rc3097"/>
            <p:cNvSpPr/>
            <p:nvPr/>
          </p:nvSpPr>
          <p:spPr>
            <a:xfrm>
              <a:off x="1182348" y="5830307"/>
              <a:ext cx="1016600" cy="1438869"/>
            </a:xfrm>
            <a:prstGeom prst="rect">
              <a:avLst/>
            </a:prstGeom>
            <a:solidFill>
              <a:srgbClr val="2166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8" name="rc3098"/>
            <p:cNvSpPr/>
            <p:nvPr/>
          </p:nvSpPr>
          <p:spPr>
            <a:xfrm>
              <a:off x="2876682" y="5099804"/>
              <a:ext cx="1016600" cy="2169372"/>
            </a:xfrm>
            <a:prstGeom prst="rect">
              <a:avLst/>
            </a:prstGeom>
            <a:solidFill>
              <a:srgbClr val="2166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9" name="rc3099"/>
            <p:cNvSpPr/>
            <p:nvPr/>
          </p:nvSpPr>
          <p:spPr>
            <a:xfrm>
              <a:off x="4571017" y="5099804"/>
              <a:ext cx="1016600" cy="2169372"/>
            </a:xfrm>
            <a:prstGeom prst="rect">
              <a:avLst/>
            </a:prstGeom>
            <a:solidFill>
              <a:srgbClr val="2166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0" name="rc3100"/>
            <p:cNvSpPr/>
            <p:nvPr/>
          </p:nvSpPr>
          <p:spPr>
            <a:xfrm>
              <a:off x="6265352" y="6760038"/>
              <a:ext cx="1016600" cy="509138"/>
            </a:xfrm>
            <a:prstGeom prst="rect">
              <a:avLst/>
            </a:prstGeom>
            <a:solidFill>
              <a:srgbClr val="2166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1" name="rc3101"/>
            <p:cNvSpPr/>
            <p:nvPr/>
          </p:nvSpPr>
          <p:spPr>
            <a:xfrm>
              <a:off x="7959686" y="6981402"/>
              <a:ext cx="1016600" cy="287773"/>
            </a:xfrm>
            <a:prstGeom prst="rect">
              <a:avLst/>
            </a:prstGeom>
            <a:solidFill>
              <a:srgbClr val="2166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2" name="tx3102"/>
            <p:cNvSpPr/>
            <p:nvPr/>
          </p:nvSpPr>
          <p:spPr>
            <a:xfrm>
              <a:off x="1554951" y="5710996"/>
              <a:ext cx="271393" cy="852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6,5%</a:t>
              </a:r>
            </a:p>
          </p:txBody>
        </p:sp>
        <p:sp>
          <p:nvSpPr>
            <p:cNvPr id="3103" name="tx3103"/>
            <p:cNvSpPr/>
            <p:nvPr/>
          </p:nvSpPr>
          <p:spPr>
            <a:xfrm>
              <a:off x="3249286" y="4980493"/>
              <a:ext cx="271393" cy="852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9,8%</a:t>
              </a:r>
            </a:p>
          </p:txBody>
        </p:sp>
        <p:sp>
          <p:nvSpPr>
            <p:cNvPr id="3104" name="tx3104"/>
            <p:cNvSpPr/>
            <p:nvPr/>
          </p:nvSpPr>
          <p:spPr>
            <a:xfrm>
              <a:off x="4943620" y="4980493"/>
              <a:ext cx="271393" cy="852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9,8%</a:t>
              </a:r>
            </a:p>
          </p:txBody>
        </p:sp>
        <p:sp>
          <p:nvSpPr>
            <p:cNvPr id="3105" name="tx3105"/>
            <p:cNvSpPr/>
            <p:nvPr/>
          </p:nvSpPr>
          <p:spPr>
            <a:xfrm>
              <a:off x="6637955" y="6640727"/>
              <a:ext cx="271393" cy="852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2,3%</a:t>
              </a:r>
            </a:p>
          </p:txBody>
        </p:sp>
        <p:sp>
          <p:nvSpPr>
            <p:cNvPr id="3106" name="tx3106"/>
            <p:cNvSpPr/>
            <p:nvPr/>
          </p:nvSpPr>
          <p:spPr>
            <a:xfrm>
              <a:off x="8332290" y="6862091"/>
              <a:ext cx="271393" cy="852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1,3%</a:t>
              </a:r>
            </a:p>
          </p:txBody>
        </p:sp>
        <p:sp>
          <p:nvSpPr>
            <p:cNvPr id="3107" name="rc3107"/>
            <p:cNvSpPr/>
            <p:nvPr/>
          </p:nvSpPr>
          <p:spPr>
            <a:xfrm>
              <a:off x="674047" y="4421875"/>
              <a:ext cx="8810540" cy="2982887"/>
            </a:xfrm>
            <a:prstGeom prst="rect">
              <a:avLst/>
            </a:prstGeom>
            <a:noFill/>
            <a:ln w="12318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tx3108"/>
            <p:cNvSpPr/>
            <p:nvPr/>
          </p:nvSpPr>
          <p:spPr>
            <a:xfrm>
              <a:off x="475836" y="7232783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0,0</a:t>
              </a:r>
            </a:p>
          </p:txBody>
        </p:sp>
        <p:sp>
          <p:nvSpPr>
            <p:cNvPr id="3109" name="tx3109"/>
            <p:cNvSpPr/>
            <p:nvPr/>
          </p:nvSpPr>
          <p:spPr>
            <a:xfrm>
              <a:off x="475836" y="6679372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2,5</a:t>
              </a:r>
            </a:p>
          </p:txBody>
        </p:sp>
        <p:sp>
          <p:nvSpPr>
            <p:cNvPr id="3110" name="tx3110"/>
            <p:cNvSpPr/>
            <p:nvPr/>
          </p:nvSpPr>
          <p:spPr>
            <a:xfrm>
              <a:off x="475836" y="6125960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5,0</a:t>
              </a:r>
            </a:p>
          </p:txBody>
        </p:sp>
        <p:sp>
          <p:nvSpPr>
            <p:cNvPr id="3111" name="tx3111"/>
            <p:cNvSpPr/>
            <p:nvPr/>
          </p:nvSpPr>
          <p:spPr>
            <a:xfrm>
              <a:off x="475836" y="5572549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7,5</a:t>
              </a:r>
            </a:p>
          </p:txBody>
        </p:sp>
        <p:sp>
          <p:nvSpPr>
            <p:cNvPr id="3112" name="tx3112"/>
            <p:cNvSpPr/>
            <p:nvPr/>
          </p:nvSpPr>
          <p:spPr>
            <a:xfrm>
              <a:off x="419326" y="5019138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10,0</a:t>
              </a:r>
            </a:p>
          </p:txBody>
        </p:sp>
        <p:sp>
          <p:nvSpPr>
            <p:cNvPr id="3113" name="tx3113"/>
            <p:cNvSpPr/>
            <p:nvPr/>
          </p:nvSpPr>
          <p:spPr>
            <a:xfrm>
              <a:off x="419326" y="4465726"/>
              <a:ext cx="1977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12,5</a:t>
              </a:r>
            </a:p>
          </p:txBody>
        </p:sp>
        <p:sp>
          <p:nvSpPr>
            <p:cNvPr id="3114" name="pl3114"/>
            <p:cNvSpPr/>
            <p:nvPr/>
          </p:nvSpPr>
          <p:spPr>
            <a:xfrm>
              <a:off x="642416" y="726917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l3115"/>
            <p:cNvSpPr/>
            <p:nvPr/>
          </p:nvSpPr>
          <p:spPr>
            <a:xfrm>
              <a:off x="642416" y="671576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l3116"/>
            <p:cNvSpPr/>
            <p:nvPr/>
          </p:nvSpPr>
          <p:spPr>
            <a:xfrm>
              <a:off x="642416" y="616235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l3117"/>
            <p:cNvSpPr/>
            <p:nvPr/>
          </p:nvSpPr>
          <p:spPr>
            <a:xfrm>
              <a:off x="642416" y="560894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l3118"/>
            <p:cNvSpPr/>
            <p:nvPr/>
          </p:nvSpPr>
          <p:spPr>
            <a:xfrm>
              <a:off x="642416" y="505553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l3119"/>
            <p:cNvSpPr/>
            <p:nvPr/>
          </p:nvSpPr>
          <p:spPr>
            <a:xfrm>
              <a:off x="642416" y="450211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l3120"/>
            <p:cNvSpPr/>
            <p:nvPr/>
          </p:nvSpPr>
          <p:spPr>
            <a:xfrm>
              <a:off x="1690648" y="740476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l3121"/>
            <p:cNvSpPr/>
            <p:nvPr/>
          </p:nvSpPr>
          <p:spPr>
            <a:xfrm>
              <a:off x="3384983" y="740476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l3122"/>
            <p:cNvSpPr/>
            <p:nvPr/>
          </p:nvSpPr>
          <p:spPr>
            <a:xfrm>
              <a:off x="5079317" y="740476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l3123"/>
            <p:cNvSpPr/>
            <p:nvPr/>
          </p:nvSpPr>
          <p:spPr>
            <a:xfrm>
              <a:off x="6773652" y="740476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l3124"/>
            <p:cNvSpPr/>
            <p:nvPr/>
          </p:nvSpPr>
          <p:spPr>
            <a:xfrm>
              <a:off x="8467987" y="7404762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tx3125"/>
            <p:cNvSpPr/>
            <p:nvPr/>
          </p:nvSpPr>
          <p:spPr>
            <a:xfrm rot="-1200000">
              <a:off x="892535" y="7602427"/>
              <a:ext cx="83576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Diagnóstico (ESH)</a:t>
              </a:r>
            </a:p>
          </p:txBody>
        </p:sp>
        <p:sp>
          <p:nvSpPr>
            <p:cNvPr id="3126" name="tx3126"/>
            <p:cNvSpPr/>
            <p:nvPr/>
          </p:nvSpPr>
          <p:spPr>
            <a:xfrm rot="-1200000">
              <a:off x="2586870" y="7602427"/>
              <a:ext cx="83576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Diagnóstico (AHA)</a:t>
              </a:r>
            </a:p>
          </p:txBody>
        </p:sp>
        <p:sp>
          <p:nvSpPr>
            <p:cNvPr id="3127" name="tx3127"/>
            <p:cNvSpPr/>
            <p:nvPr/>
          </p:nvSpPr>
          <p:spPr>
            <a:xfrm rot="-1200000">
              <a:off x="4569600" y="7551575"/>
              <a:ext cx="538398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Tratamiento</a:t>
              </a:r>
            </a:p>
          </p:txBody>
        </p:sp>
        <p:sp>
          <p:nvSpPr>
            <p:cNvPr id="3128" name="tx3128"/>
            <p:cNvSpPr/>
            <p:nvPr/>
          </p:nvSpPr>
          <p:spPr>
            <a:xfrm rot="-1200000">
              <a:off x="6172858" y="7567635"/>
              <a:ext cx="63230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Control (ESH)</a:t>
              </a:r>
            </a:p>
          </p:txBody>
        </p:sp>
        <p:sp>
          <p:nvSpPr>
            <p:cNvPr id="3129" name="tx3129"/>
            <p:cNvSpPr/>
            <p:nvPr/>
          </p:nvSpPr>
          <p:spPr>
            <a:xfrm rot="-1200000">
              <a:off x="7867193" y="7567635"/>
              <a:ext cx="63230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Control (AHA)</a:t>
              </a:r>
            </a:p>
          </p:txBody>
        </p:sp>
        <p:sp>
          <p:nvSpPr>
            <p:cNvPr id="3130" name="tx3130"/>
            <p:cNvSpPr/>
            <p:nvPr/>
          </p:nvSpPr>
          <p:spPr>
            <a:xfrm rot="-5400000">
              <a:off x="-411307" y="5867827"/>
              <a:ext cx="117930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Reducción de RMSE</a:t>
              </a:r>
            </a:p>
          </p:txBody>
        </p:sp>
        <p:sp>
          <p:nvSpPr>
            <p:cNvPr id="3131" name="tx3131"/>
            <p:cNvSpPr/>
            <p:nvPr/>
          </p:nvSpPr>
          <p:spPr>
            <a:xfrm rot="-5400000">
              <a:off x="-810900" y="5867827"/>
              <a:ext cx="225280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BYM2 vs. promedio nacional simple (%)</a:t>
              </a:r>
            </a:p>
          </p:txBody>
        </p:sp>
        <p:sp>
          <p:nvSpPr>
            <p:cNvPr id="3132" name="tx3132"/>
            <p:cNvSpPr/>
            <p:nvPr/>
          </p:nvSpPr>
          <p:spPr>
            <a:xfrm>
              <a:off x="674047" y="4229133"/>
              <a:ext cx="556814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B) Ganancia del modelo espacial sobre una línea base simple no ajustada, por paso</a:t>
              </a:r>
            </a:p>
          </p:txBody>
        </p:sp>
        <p:sp>
          <p:nvSpPr>
            <p:cNvPr id="3133" name="tx3133"/>
            <p:cNvSpPr/>
            <p:nvPr/>
          </p:nvSpPr>
          <p:spPr>
            <a:xfrm>
              <a:off x="2633472" y="7968901"/>
              <a:ext cx="5705856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Compromiso computacional declarado: 5 pliegues por grupo de municipios, no dejar-un-municipio-fuera exhaustivo (~7,5 h estimadas).</a:t>
              </a:r>
            </a:p>
          </p:txBody>
        </p:sp>
        <p:sp>
          <p:nvSpPr>
            <p:cNvPr id="3134" name="tx3134"/>
            <p:cNvSpPr/>
            <p:nvPr/>
          </p:nvSpPr>
          <p:spPr>
            <a:xfrm>
              <a:off x="2673979" y="8071771"/>
              <a:ext cx="5624840" cy="682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"Observado" y predicción = promedios municipales con el ponderador calibrado; BYM2 e IID usan las mismas filas, pesos y pliegues.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2026-08-17T14:27:30Z</dcterms:modified>
  <cp:category/>
</cp:coreProperties>
</file>