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0972800" cy="82296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0972800" cy="8229600"/>
            <a:chOff x="0" y="0"/>
            <a:chExt cx="10972800" cy="82296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0972800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0972799" cy="8229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10833621" cy="4096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4165870"/>
              <a:ext cx="10833621" cy="37334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74047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74047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4047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4047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63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3530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2428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1326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74047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74047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74047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047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4047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18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4081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2979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187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077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74047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75253" y="171926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003656" y="1783866"/>
              <a:ext cx="68119" cy="6811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256618" y="20199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72259" y="181462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823759" y="192394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897753" y="1908531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96793" y="186991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57582" y="1893012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596639" y="1873647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670286" y="18896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673847" y="1943756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69425" y="186995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71438" y="195574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669932" y="1948426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805005" y="1817401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045912" y="1887039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910616" y="1860502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04239" y="18362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464699" y="200296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902305" y="198990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700112" y="1906583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737982" y="21446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400160" y="193478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030543" y="203285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180335" y="205693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948712" y="1891326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069425" y="170642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751720" y="1835977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3759" y="192208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96883" y="19321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096793" y="208911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292649" y="183864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62175" y="1852292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571438" y="196302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426502" y="180949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254878" y="205625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050179" y="183307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775253" y="17796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516813" y="18050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904239" y="18158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296883" y="19727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638435" y="1812627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899706" y="194478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96118" y="1820624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841337" y="1798095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624880" y="19257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515263" y="205682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047923" y="21216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318840" y="202963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96793" y="193920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33568" y="191620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958062" y="19741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296883" y="19919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02607" y="19811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38859" y="219488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513328" y="21301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294766" y="18914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670286" y="213898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293216" y="179176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1256618" y="206103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36242" y="217808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118016" y="196592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96883" y="19509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1513328" y="203807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724404" y="208674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289023" y="206450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73513" y="195316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91697" y="19133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47152" y="185592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515263" y="194938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256618" y="18318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15263" y="19893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620597" y="1950344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256618" y="185093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40976" y="20733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1775253" y="172043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515263" y="20570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054268" y="1810401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847152" y="197508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514195" y="186980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96883" y="17984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770326" y="184443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96883" y="16122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516813" y="19420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290895" y="180239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816997" y="1805759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402607" y="201367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873535" y="1855698"/>
              <a:ext cx="56651" cy="566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134941" y="172845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1810808" y="185687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752207" y="1934825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1977780" y="184097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96951" y="177928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1911311" y="1845387"/>
              <a:ext cx="71296" cy="7129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075012" y="1861414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1972480" y="1779287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830795" y="178347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810808" y="178594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93889" y="17439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872863" y="1765314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916961" y="1875896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507928" y="188570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911676" y="1820989"/>
              <a:ext cx="57413" cy="5741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933566" y="1742546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628886" y="1836652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599381" y="17856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169864" y="187685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1922319" y="184828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847152" y="18605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1047923" y="177307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606199" y="1863803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93889" y="18090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290895" y="196408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1854087" y="1865722"/>
              <a:ext cx="58648" cy="586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71225" y="190401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124724" y="1821810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624880" y="185562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134941" y="173992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514195" y="186254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775253" y="18112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404" y="198485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877485" y="1886036"/>
              <a:ext cx="78228" cy="782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747714" y="194555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48742" y="186825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739271" y="201419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030543" y="185003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1180335" y="191408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724404" y="18960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39233" y="188541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007296" y="187207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820882" y="192865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772119" y="1883572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539675" y="190194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94766" y="188625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294766" y="16789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772259" y="189101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71225" y="186393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775253" y="187383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1772259" y="187149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294766" y="22062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1511296" y="184731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1451753" y="195201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850857" y="1832503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1768779" y="195414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94766" y="18062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62871" y="189865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773513" y="190040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847152" y="19555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622432" y="195612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50179" y="186452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1855957" y="184943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296883" y="16269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1945138" y="18958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963768" y="1870554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582957" y="195583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787916" y="1848110"/>
              <a:ext cx="54258" cy="542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7296" y="194210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516813" y="19316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96883" y="18275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1772259" y="205852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069425" y="191493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775253" y="18933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8016" y="202845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691123" y="197407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945138" y="188763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945138" y="181792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516813" y="201456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685406" y="1902118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069425" y="185927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1772259" y="182283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256618" y="19838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10808" y="177691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902305" y="184214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126286" y="18097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865850" y="186987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356987" y="202125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69425" y="16270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292149" y="179618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1515263" y="184526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201397" y="187124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73513" y="174476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293889" y="184804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290188" y="182143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293216" y="17780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292149" y="175686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1773513" y="16669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1587496" y="189340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02305" y="182456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516813" y="17876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293889" y="16980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1512578" y="189161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810808" y="177546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1624880" y="19991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582957" y="189870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1256618" y="168633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1705218" y="188688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515263" y="192173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737309" y="19750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256618" y="175723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607974" y="201020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632782" y="186154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096793" y="193388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596639" y="184975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820882" y="1831491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359105" y="212168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1904239" y="19036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995560" y="194049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781339" y="1839986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126286" y="177083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514195" y="17485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945138" y="190210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738859" y="194555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1775253" y="18716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402607" y="175243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624880" y="18504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96883" y="203781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1770326" y="188261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512578" y="186992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1904239" y="17960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1670286" y="20131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1899706" y="202224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93216" y="16946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069425" y="19402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900884" y="190230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1930493" y="189652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032831" y="191872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14195" y="18799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1781339" y="1777912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1707816" y="198767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069425" y="17330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1773513" y="19421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1981467" y="18509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775253" y="20723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254878" y="200948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1256618" y="196697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69425" y="190908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007296" y="190459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792119" y="1906428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995560" y="20642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1981467" y="175767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16813" y="19714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81467" y="184997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1813416" y="1875356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96561" y="182863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977780" y="1824608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1514195" y="196482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292649" y="18144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291697" y="189546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293889" y="18695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33568" y="192008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1900884" y="189340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1670286" y="183712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170835" y="184758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1707816" y="189161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1823759" y="186354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080745" y="206089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945138" y="19333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293216" y="19713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28697" y="1875582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2030543" y="190277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1772259" y="188244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666598" y="188852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70286" y="176546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670286" y="196573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118016" y="193455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93216" y="193343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624880" y="19638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45138" y="18233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771225" y="197107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294766" y="187374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904239" y="18173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1514195" y="18629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1977780" y="192765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1563496" y="1901445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1624880" y="180085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703264" y="1916282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53623" y="186685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047923" y="209154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292649" y="183782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670286" y="189556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32831" y="202894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293889" y="184157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94766" y="16699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1180335" y="185936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847152" y="18546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1902305" y="183374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515263" y="18216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42870" y="1896931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34941" y="199448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1810808" y="197905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1514195" y="19969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047923" y="185948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294766" y="16818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99381" y="196985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096793" y="178109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30543" y="190398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1254878" y="195811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1987084" y="1899659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296883" y="16915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1847152" y="190075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10808" y="189412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294766" y="176594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99381" y="178550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1725301" y="1911831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126286" y="196685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770326" y="187244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359105" y="20018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1902305" y="177892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647991" y="1837209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1253623" y="175891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670286" y="18373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2118016" y="178843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16961" y="182299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96883" y="17590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930493" y="177959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1562871" y="184395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515263" y="17462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724404" y="180774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318840" y="183656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508776" y="1866699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981467" y="197070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624880" y="19501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291697" y="17580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07296" y="184010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511296" y="194559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1530527" y="1914071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1047923" y="21320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1861248" y="1790849"/>
              <a:ext cx="60773" cy="6077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21613" y="1805270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296883" y="15623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10657" y="1930154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1962582" y="1918746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1954568" y="1779045"/>
              <a:ext cx="56134" cy="5613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847152" y="181996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587496" y="198960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1710657" y="1856533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738859" y="17164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1516813" y="20243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290895" y="185620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582957" y="179002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515263" y="21589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41511" y="189001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1773513" y="19524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738859" y="18789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293216" y="171609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290532" y="191864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032831" y="182683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1847152" y="219086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1647747" y="178030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847152" y="19030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79350" y="206169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740976" y="17311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902305" y="180211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180335" y="202371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293216" y="202885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737982" y="231813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16813" y="188926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1359105" y="19625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1599381" y="185733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256618" y="197172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293216" y="18457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1513328" y="186035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1668169" y="202655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293889" y="18973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1515263" y="18214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1847152" y="177388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1904239" y="18574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296883" y="15735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293889" y="18848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292649" y="18449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293216" y="17708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69864" y="195947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1691123" y="205897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514195" y="195283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359105" y="197963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75253" y="18940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1775253" y="192808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71225" y="184960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1773513" y="208987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1281651" y="196621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515263" y="189351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1904239" y="20350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426502" y="199463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180335" y="18604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1707816" y="173415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296883" y="18815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738859" y="18056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294766" y="190996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68169" y="190023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773513" y="199627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674632" y="1820458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902305" y="200777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359105" y="19058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830795" y="194761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1724404" y="177980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1514195" y="202151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75253" y="16845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1047923" y="207067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032831" y="19151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02305" y="206749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1945138" y="165759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1431905" y="186393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1359105" y="20123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628886" y="1878764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515263" y="17778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91123" y="180113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921539" y="1827030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904239" y="183963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066977" y="183015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670286" y="191606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788621" y="2019653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618768" y="1961757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27242" y="1933547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50179" y="194371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1775253" y="179922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1515263" y="21073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1773513" y="208407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1668169" y="183648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1904239" y="192392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291697" y="177016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037566" y="1820746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1775253" y="16587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1739271" y="175001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1396792" y="2045907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006233" y="1818109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1510730" y="192078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201397" y="184840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691123" y="187448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844705" y="207272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96883" y="18823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514195" y="205895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60202" y="186533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47152" y="179597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830795" y="178606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011377" y="1829632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1900884" y="179397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1691123" y="181529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1902305" y="19414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823759" y="194682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1775319" y="1834581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293889" y="17665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825078" y="188120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1803537" y="1885953"/>
              <a:ext cx="54805" cy="548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707816" y="187493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805916" y="1797284"/>
              <a:ext cx="51070" cy="510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1773513" y="205503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773513" y="172464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37566" y="1871384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096793" y="181727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607974" y="179194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1469002" y="191885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1694688" y="188572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1563591" y="1814695"/>
              <a:ext cx="60542" cy="605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96883" y="16706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1624880" y="186557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1426502" y="19483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1991051" y="1883009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652199" y="2040962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1515263" y="193894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890215" y="190395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1788621" y="196105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1904239" y="193108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1402607" y="188794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691123" y="190215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821613" y="1955219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1819062" y="1841548"/>
              <a:ext cx="50452" cy="504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1767452" y="185948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1977780" y="180779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046927" y="188442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1904239" y="18878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1426502" y="207509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291697" y="196362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1687871" y="1992252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296883" y="237357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556749" y="1953248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249458" y="1866026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1842870" y="187703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292149" y="17829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1647747" y="187157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995560" y="208808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1847152" y="198287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56464" y="1951704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1516813" y="17306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1464699" y="193399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1256618" y="19643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1332068" y="194736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118016" y="176060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1823759" y="192687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93216" y="175233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77780" y="171028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93889" y="19171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1670286" y="180648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032831" y="201171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1707816" y="20564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1571438" y="195482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1981467" y="18845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1599381" y="190851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1775253" y="19690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1773513" y="18721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1513328" y="183034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1515263" y="19520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293889" y="18611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770326" y="197789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96561" y="1893726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318840" y="16673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294766" y="17835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1624880" y="201726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296883" y="17104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296883" y="16703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1707816" y="20507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48742" y="185787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1773513" y="179486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296883" y="189184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256618" y="199079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738859" y="18987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624880" y="193593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069425" y="199094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294766" y="17263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318840" y="216950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775253" y="17866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1515263" y="20308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1469002" y="1995698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1516813" y="210720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254878" y="210860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292649" y="166660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516813" y="179508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1514195" y="209569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1670286" y="194350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293889" y="187145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1981467" y="177258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945138" y="197482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1775253" y="19965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096793" y="176039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1904239" y="19308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032831" y="17478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1513328" y="20545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294766" y="17772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1773513" y="179533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028836" y="1865787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1773513" y="194084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1904239" y="18768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1981467" y="18239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096793" y="19771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1902305" y="173648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007296" y="183505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441511" y="203596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1359105" y="214149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1587496" y="196474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24404" y="199318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1772259" y="200071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1775253" y="18377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89700" y="1887718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707816" y="191848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1670286" y="188252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1979350" y="201055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624880" y="215692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1316241" y="205448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1300065" y="199436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958062" y="202582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126286" y="212733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1256618" y="19656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737982" y="20039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1582957" y="205197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1512578" y="208035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1373175" y="200660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1582957" y="215274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1426502" y="203861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294766" y="167100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1332068" y="203547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294766" y="20400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724404" y="199310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007296" y="186759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768779" y="1896104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1904239" y="18514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1515263" y="18795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0808" y="191737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775253" y="18170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1701630" y="1870331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066977" y="180832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683079" y="1832087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1510730" y="197591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069425" y="19947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1771225" y="203867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1902305" y="193443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772259" y="197438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069425" y="166794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118016" y="19457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244880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244880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244880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244880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27210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311006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349904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388802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244880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244880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244880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244880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244880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252660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291558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330455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369353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408251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244880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899112" y="224605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449308" y="2096196"/>
              <a:ext cx="75463" cy="754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822684" y="24272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174920" y="219822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416327" y="225283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407570" y="2229452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416327" y="218293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095360" y="2165579"/>
              <a:ext cx="64078" cy="64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2961194" y="2243395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933380" y="226477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102971" y="2280807"/>
              <a:ext cx="57413" cy="5741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844185" y="217784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001096" y="2342690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83550" y="2259136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239583" y="2176871"/>
              <a:ext cx="69641" cy="6964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447062" y="2171072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323769" y="2227974"/>
              <a:ext cx="55872" cy="558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177368" y="209196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830417" y="2361715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286668" y="215187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218730" y="2184018"/>
              <a:ext cx="67926" cy="67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511502" y="251230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2815516" y="2329504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060416" y="2413810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2768033" y="236070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220796" y="2241479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442929" y="207083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088026" y="2131791"/>
              <a:ext cx="55872" cy="558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286056" y="227096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901046" y="221954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416327" y="254337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807592" y="213586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116960" y="2205426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079983" y="236147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027350" y="212039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2730375" y="240452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163419" y="2353226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290023" y="20118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901046" y="20861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445047" y="219437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071644" y="229929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108286" y="2192518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354711" y="2208408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179119" y="2222635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225693" y="2185227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131748" y="223158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3029638" y="231623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704623" y="24759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8996" y="231422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6327" y="235161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441359" y="219596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664976" y="217945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291573" y="22316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33380" y="235684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12743" y="24892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2922723" y="243400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069527" y="22003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897691" y="231956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56228" y="21610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031378" y="23477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509041" y="252923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754111" y="229027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2822684" y="236628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952648" y="232770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051075" y="244941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2916203" y="2407005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01263" y="222859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19898" y="223865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2512070" y="23721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287339" y="222366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3290023" y="22590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22684" y="20471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029638" y="22499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354711" y="2223331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901046" y="21592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513620" y="211061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290023" y="20205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899112" y="244332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484586" y="2052080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06828" y="231552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3093600" y="216662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2901046" y="230058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247176" y="2190016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291573" y="192827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291573" y="236267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065655" y="19757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246399" y="2106593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3093600" y="223914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754" y="2194334"/>
              <a:ext cx="64499" cy="644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08329" y="211064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441359" y="209576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250204" y="2251479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440052" y="218531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54081" y="203964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06322" y="2097504"/>
              <a:ext cx="81618" cy="8161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48026" y="2238243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64784" y="2100094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3171553" y="2174094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206666" y="2178620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88956" y="21561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406613" y="2062330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393825" y="218887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008590" y="2261462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359170" y="2083778"/>
              <a:ext cx="63652" cy="636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449393" y="211450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3146317" y="2156393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063784" y="210812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841738" y="220355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348366" y="2212601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287339" y="222199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770320" y="207002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11600" y="2167835"/>
              <a:ext cx="55872" cy="558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679000" y="21861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441359" y="234442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3332045" y="2215053"/>
              <a:ext cx="64708" cy="6470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397193" y="222627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3489019" y="2162821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201263" y="221193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508329" y="205444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177368" y="224579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2899112" y="229682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3286056" y="226769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293112" y="2178951"/>
              <a:ext cx="89485" cy="8948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3198922" y="2242126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3805304" y="214776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3138829" y="235372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4461" y="2231015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2791934" y="229859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346199" y="225016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523921" y="2233111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330983" y="227039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255661" y="2244605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121285" y="2212199"/>
              <a:ext cx="62127" cy="6212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972406" y="2210826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290023" y="235525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069527" y="19599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226513" y="222300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128871" y="2174207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133865" y="240025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91002" y="219657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4069527" y="257827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2979343" y="2179265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091002" y="227557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85427" y="2184285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376672" y="2204516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899112" y="246060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098995" y="2277212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131748" y="226690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026450" y="230209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003255" y="2270576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577223" y="216996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54081" y="220383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1644" y="17677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346199" y="217409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397161" y="2245578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226513" y="220950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246828" y="2168536"/>
              <a:ext cx="60542" cy="605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243763" y="235747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3031378" y="21761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4071644" y="20445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174920" y="235046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442929" y="236608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820566" y="228981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465884" y="236254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198521" y="226863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3499164" y="216293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346199" y="224359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822684" y="240639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111497" y="2224394"/>
              <a:ext cx="54533" cy="545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677065" y="225205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226513" y="219702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770320" y="22390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441359" y="205320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3442929" y="216866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22684" y="201768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198521" y="2226112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744521" y="240582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357718" y="199720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844185" y="205186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133865" y="225520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2799269" y="222509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288089" y="193131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028384" y="21879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457839" y="2179363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548274" y="22290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44185" y="20914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3548274" y="19276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006956" y="2224162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950813" y="224830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031378" y="22414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068650" y="18214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106828" y="218203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284961" y="213616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3074826" y="218762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130178" y="221909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2822684" y="205346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3213265" y="216452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791934" y="219433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2512070" y="237263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901046" y="223995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511502" y="25001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928098" y="2427414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189964" y="221661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6199" y="232713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3081203" y="212485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3206808" y="2228200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2791934" y="239500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679000" y="21299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2619239" y="226360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296934" y="2129137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770320" y="213907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093600" y="200250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499164" y="218491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2512070" y="22095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290023" y="21006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897691" y="214034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131748" y="213640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3031378" y="228782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325653" y="225464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2993758" y="230144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3177368" y="215202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028384" y="239895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196455" y="2392337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067977" y="19154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7065" y="223149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173085" y="221417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153877" y="2290728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157009" y="241210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028384" y="228000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279487" y="2136182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63784" y="230287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44185" y="204567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2852764" y="2280136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399640" y="212165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3133865" y="233205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820566" y="233287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732823" y="24023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286668" y="223167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82734" y="229431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09313" y="2254077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650488" y="245758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399640" y="221309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031378" y="23600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288089" y="217033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07189" y="2278916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283104" y="2156274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3223261" y="2188699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177368" y="22854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621913" y="219661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188246" y="230936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445047" y="22901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142542" y="224762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330983" y="230032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88956" y="217240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474956" y="2144936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157009" y="220564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346199" y="221291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2730375" y="238902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499164" y="235231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756228" y="238921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329009" y="2182576"/>
              <a:ext cx="57663" cy="576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3325653" y="2192244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91002" y="224298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089048" y="2246579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177368" y="21778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093600" y="227827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285490" y="227119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3548274" y="219999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288089" y="220632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499164" y="209337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9459" y="229627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550014" y="21017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028384" y="221148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288956" y="21167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440052" y="224547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044774" y="2243021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399640" y="196790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210990" y="2230227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897691" y="230630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628088" y="242101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482577" y="208953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976157" y="228001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374141" y="239287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3288956" y="222009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290023" y="204552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768033" y="231957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216272" y="224792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3357718" y="222548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029638" y="222777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133806" y="2266309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3675645" y="238539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206666" y="232118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093600" y="226554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682627" y="226934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069527" y="190723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063784" y="239449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3719898" y="212374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3182287" y="2183393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820566" y="237296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3558142" y="2297916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901046" y="23747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3026450" y="237490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114639" y="2292515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023" y="205333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026450" y="222667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170401" y="2239252"/>
              <a:ext cx="53702" cy="5370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04623" y="233465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041053" y="2227861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9112" y="232634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056411" y="218792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104522" y="2155530"/>
              <a:ext cx="63222" cy="632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2867458" y="207695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177368" y="22556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3239459" y="223931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235766" y="2178616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901046" y="224915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3284461" y="211829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3071819" y="220263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3029638" y="205095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3147935" y="220467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2799269" y="220426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007652" y="2218579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548274" y="221789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515737" y="23247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027350" y="229153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3871554" y="200305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508329" y="215710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051075" y="2293431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009278" y="2295225"/>
              <a:ext cx="51973" cy="5197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2664976" y="243834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251644" y="2029026"/>
              <a:ext cx="69641" cy="6964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3442796" y="2035852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4071644" y="169112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2512743" y="24502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218433" y="2265332"/>
              <a:ext cx="56134" cy="5613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280812" y="2234461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3490095" y="2081250"/>
              <a:ext cx="60078" cy="6007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482577" y="212681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3115984" y="237774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3177362" y="2234126"/>
              <a:ext cx="57161" cy="5716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2511502" y="216986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3291573" y="22509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4065655" y="214392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3174920" y="218129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2791934" y="252450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3063784" y="230106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3131748" y="229991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2512743" y="22038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3201263" y="20398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3705254" y="220612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3216272" y="219368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3374141" y="248880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3213265" y="2103470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3216272" y="232888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2949280" y="240143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2513620" y="20702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3442929" y="218793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2768033" y="225779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3288089" y="221166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2512070" y="254585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2770320" y="222809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2955096" y="22097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3063784" y="222769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2822684" y="22817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2922723" y="224269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3286668" y="235474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3445047" y="22875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3133865" y="215081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3287339" y="217835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3288956" y="222235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2770320" y="201805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3093600" y="229967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3216272" y="233426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3548274" y="210914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3489432" y="2245744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3285490" y="236784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2933380" y="240261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2820566" y="215788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2955096" y="234605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3133865" y="22220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3128871" y="224302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3131748" y="232438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2864206" y="233974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2515737" y="22306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3290023" y="22071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3177368" y="234508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3027350" y="236201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2768033" y="223948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3063784" y="212546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2901046" y="21623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2510551" y="212434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4069527" y="23200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3442929" y="224291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2513620" y="22711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3201263" y="238422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3102999" y="2049627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3547020" y="225258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2820566" y="231464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3223261" y="2369557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3188246" y="2246333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3028384" y="230885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3290023" y="206182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2704623" y="232119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3216272" y="229078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3130178" y="244495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3051075" y="210879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023577" y="2228929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2899112" y="231567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3134211" y="2213716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133865" y="209832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2949280" y="224503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3276050" y="2171891"/>
              <a:ext cx="69265" cy="692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2867458" y="228947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3354711" y="222343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3288956" y="21486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3281528" y="2309952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3037820" y="2301049"/>
              <a:ext cx="61456" cy="6145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3367604" y="2237864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3094705" y="2333582"/>
              <a:ext cx="44139" cy="44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3029638" y="235715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2855505" y="239977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3201263" y="246008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2998093" y="218999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3288956" y="210956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3871554" y="209395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3593470" y="2114361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3133865" y="210943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3321267" y="2062562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2946725" y="2335005"/>
              <a:ext cx="48846" cy="4884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3384469" y="2135041"/>
              <a:ext cx="55609" cy="556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2905664" y="2290918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2867458" y="217128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3239459" y="220065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3422507" y="240438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2901046" y="21287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2933380" y="243182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3514031" y="223789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3106828" y="220593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3440052" y="203276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3507529" y="2130683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3585569" y="202388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3285490" y="207353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3286668" y="228577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3416327" y="232151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3207717" y="2151790"/>
              <a:ext cx="56393" cy="5639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3679000" y="200408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158631" y="2218995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3230859" y="2181234"/>
              <a:ext cx="61905" cy="61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3157009" y="223179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3212523" y="2117704"/>
              <a:ext cx="57912" cy="5791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3201263" y="23701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3288089" y="19509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3227782" y="2151991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3598520" y="213757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114639" y="2131505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004848" y="2305060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3227121" y="217619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3099375" y="2133760"/>
              <a:ext cx="67536" cy="67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4071644" y="18234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3131748" y="227313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3027350" y="232253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3449393" y="2226093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3281902" y="2303238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2820566" y="242137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2619239" y="229792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3237945" y="2277663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3288956" y="218523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2897691" y="236034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3285490" y="228036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3400661" y="2281272"/>
              <a:ext cx="49821" cy="498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3451155" y="2168795"/>
              <a:ext cx="52560" cy="525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3220796" y="2167082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3317584" y="2233450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3541031" y="2166397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3177368" y="226066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3027350" y="236583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3286056" y="229577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3141006" y="2347682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4071644" y="27195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2952069" y="2323205"/>
              <a:ext cx="59843" cy="598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2869670" y="2200266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3282289" y="2195118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3844185" y="205747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3153877" y="2255585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2664976" y="242903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3621913" y="219964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3386116" y="2282180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3291573" y="20948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3071819" y="2193241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3031378" y="220521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2939204" y="230954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3285490" y="214251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3233905" y="231091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3548274" y="214545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3395358" y="2071903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3093600" y="235903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3093600" y="20805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3063784" y="220532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3106828" y="236166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3188246" y="225235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3548274" y="228803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157009" y="227283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133865" y="24036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3548274" y="217990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131748" y="219801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3133865" y="227667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445047" y="232551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3284461" y="2288376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065066" y="2238280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2976157" y="197403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3550014" y="22595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2852764" y="2346528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2901046" y="232046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3031378" y="23452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2916203" y="236614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479979" y="217714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288089" y="206626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4071644" y="23097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031378" y="23320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2512743" y="22324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399640" y="226133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3286668" y="228769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3133865" y="224241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2818996" y="249263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2955096" y="215878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3133865" y="236420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3004848" y="2280745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2822684" y="242421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2791934" y="241715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4067409" y="188708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2901046" y="21001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3093600" y="242343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3093600" y="234299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4068650" y="21963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2952648" y="222221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3346199" y="234661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3290023" y="237033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3286056" y="2196805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177368" y="230003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3374141" y="215367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201263" y="230371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133865" y="218239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3548274" y="20616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566880" y="213907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288089" y="223698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3679000" y="221558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3399640" y="220043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871554" y="237710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3091002" y="212689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3675645" y="210164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2964888" y="234368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2820566" y="244941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218707" y="2272625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147935" y="232079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3226513" y="238578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3290023" y="22181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3236686" y="2153328"/>
              <a:ext cx="59843" cy="598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216272" y="220312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3177368" y="22841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3465884" y="231261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027350" y="246721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2998093" y="225073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2852764" y="225360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2664976" y="246517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2682627" y="24216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2704623" y="23466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2511003" y="235741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2998093" y="238958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3106828" y="234294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2908324" y="2354778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3130178" y="233775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2873364" y="240208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2515737" y="24818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290023" y="18705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2939204" y="229905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3550014" y="227579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051075" y="235857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382734" y="221226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3091755" y="2244086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3445047" y="216835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029638" y="22302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382734" y="220395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3029638" y="21581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3065963" y="2213307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3674467" y="214635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189964" y="214462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3071819" y="2280051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3226513" y="236373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3239459" y="230304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3442929" y="223138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174920" y="237640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3286668" y="200812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3754111" y="220009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rc1228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rc1229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2356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2356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2356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22356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49585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88482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527380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566278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22356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22356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22356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22356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2356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30136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69034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507931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546829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585727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22356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0" y="1711497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5066334" y="16182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5638629" y="1569591"/>
              <a:ext cx="63865" cy="638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5846405" y="17455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5841670" y="160632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5841218" y="169592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751236" y="164054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841218" y="15053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5554087" y="1504329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840053" y="148896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5843410" y="143694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5779835" y="153512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5323035" y="14690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618946" y="163047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468146" y="1584926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704392" y="1540616"/>
              <a:ext cx="54805" cy="548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713668" y="1519149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5656241" y="1674259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843410" y="170043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840803" y="156829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5841670" y="154170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5066334" y="15612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5663998" y="1559638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582352" y="148591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528871" y="174671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844287" y="15947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5751236" y="156053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841670" y="14528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711560" y="1536481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5841218" y="16324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846405" y="14555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396673" y="18677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219807" y="16267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5614663" y="161901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5174401" y="170896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5453761" y="15748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844287" y="172153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556817" y="161937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5844287" y="145910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846405" y="14499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324775" y="16234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5846405" y="17482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5616498" y="159866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709723" y="1522392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771421" y="1593679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5448199" y="1568682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5842737" y="158742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066334" y="163565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846405" y="14532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5324775" y="17977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4952129" y="189106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5840416" y="163301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5846405" y="146281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846405" y="14961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4287503" y="221864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5453761" y="17159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4288380" y="174333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5324775" y="18439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453761" y="16840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5846405" y="14356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5451826" y="181682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290498" y="167031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5453761" y="179893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174401" y="164821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5219807" y="204015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4675807" y="16874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5396673" y="182717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4908626" y="167200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4288380" y="199927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5846405" y="14921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5844287" y="17852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709723" y="156650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5846405" y="14503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844287" y="14090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5066334" y="18882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563364" y="148067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219807" y="167771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5324775" y="16383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5846405" y="154200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684462" y="151154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846405" y="14515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4290498" y="18307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5840416" y="14471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5599796" y="1517103"/>
              <a:ext cx="48177" cy="481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5843410" y="141897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5739909" y="1602174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5840416" y="150693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5667537" y="148937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5374599" y="1700170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580065" y="174381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599700" y="157321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589855" y="1631635"/>
              <a:ext cx="65123" cy="6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673642" y="169182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640128" y="1551405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450406" y="155042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667537" y="164472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5843410" y="163683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462614" y="1566665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5449228" y="174170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505362" y="169406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5576243" y="1597310"/>
              <a:ext cx="52850" cy="528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380316" y="158797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765979" y="1587466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530989" y="163811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5709723" y="164010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599700" y="148843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530989" y="149074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5846405" y="14209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716133" y="1541059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5843410" y="15942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494659" y="15716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5691782" y="1537459"/>
              <a:ext cx="53136" cy="531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451826" y="150924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5835818" y="1539266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5453761" y="17884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5667537" y="153198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843410" y="15453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066334" y="16533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841218" y="169714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5543317" y="1603004"/>
              <a:ext cx="70567" cy="705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380316" y="164924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5684462" y="153008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5132479" y="172787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5528871" y="159100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5844287" y="14654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5618946" y="169379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5427973" y="158549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5840416" y="161138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5505362" y="161213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665495" y="1583531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5480015" y="1573178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5844287" y="161823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5844287" y="15427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5582352" y="162361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5646314" y="165637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5844287" y="163037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5323035" y="163228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5844287" y="21602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5174401" y="168248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323035" y="158126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5491918" y="156903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5727634" y="160826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5066334" y="169674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5646314" y="169415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5453761" y="17398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5530989" y="15519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5646314" y="157902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5698263" y="154627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5839070" y="1626774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5846405" y="14616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5618946" y="16095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498233" y="1672917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5841670" y="14992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5491473" y="1595783"/>
              <a:ext cx="48514" cy="485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5667537" y="161619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5846405" y="14985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5846405" y="15351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5582352" y="166342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5323035" y="18171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5844287" y="15149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5451826" y="170486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5257338" y="184742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618946" y="17150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5841218" y="158263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4290498" y="173759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5252785" y="1746438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5323035" y="172438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5323035" y="160077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5846405" y="14366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5840416" y="15820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5582352" y="157074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5846405" y="15418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5646314" y="156704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5453761" y="178752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5841670" y="151328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5841670" y="16205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5844287" y="153953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4806139" y="15654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5842737" y="14852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5324775" y="17299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5839709" y="160254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453761" y="172242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5063717" y="158631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5842737" y="165942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5698263" y="161536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5841670" y="16392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5846405" y="17314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5843410" y="14663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5842170" y="165569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5667537" y="157644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5842737" y="152936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5582352" y="163587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5846405" y="15273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5684462" y="152364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5066334" y="174336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846405" y="15521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5494659" y="187787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5415371" y="163041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5396673" y="167466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5528871" y="152885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5616498" y="157945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5066334" y="22355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5843410" y="14808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5846405" y="18601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5633529" y="1555255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5846405" y="16357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5324775" y="165447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396673" y="155888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5066334" y="16139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5843410" y="146356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5842737" y="166388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5846405" y="197397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4906509" y="174768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5842170" y="16077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5843410" y="157907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4806139" y="18558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5191088" y="184472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5064784" y="154364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5323035" y="166269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840416" y="158319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5528871" y="165450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5219807" y="173774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4806139" y="172026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5768826" y="1641711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5219807" y="172246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5841670" y="16601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5064784" y="16066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5842737" y="15520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5066334" y="17608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5066334" y="19312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4290498" y="16927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5582352" y="17644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5840416" y="159271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5631028" y="177625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4290498" y="19558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5842737" y="15870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4290498" y="19467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5453761" y="16396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5351983" y="174066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5599700" y="160519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5839382" y="158365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4806139" y="166859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5842170" y="164882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5396673" y="16056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5843410" y="16280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5494659" y="160093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5667537" y="158639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5324775" y="154606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5711560" y="1689178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5219807" y="15835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5618946" y="173145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5066334" y="19052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4952129" y="176867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5453761" y="19797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5514192" y="1615466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5684462" y="168813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582352" y="17092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5667537" y="152255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5324775" y="15607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5843410" y="16036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646314" y="157194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5842737" y="17171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5453761" y="14675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618946" y="160625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840803" y="162717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844287" y="159758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5843410" y="15506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5843410" y="152932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580065" y="161457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838482" y="157835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5842737" y="152073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5631028" y="157183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843410" y="17896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846405" y="16024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842170" y="15823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843410" y="151992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842170" y="167160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843410" y="15030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844287" y="14739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4288380" y="14726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530989" y="18061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841670" y="163001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5844287" y="16168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631028" y="169331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5148902" y="206875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5494659" y="171918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4806139" y="18432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5846405" y="16230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5844287" y="15425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5530989" y="192492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5396673" y="158938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5684462" y="158705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5844287" y="16522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5540573" y="168010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846405" y="15808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5219807" y="165300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5494659" y="171746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5844287" y="19151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5530989" y="163419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5524851" y="1705343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5846405" y="22621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5528871" y="169963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5844287" y="16492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5841670" y="15938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710691" y="1530021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5843410" y="15612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5843410" y="15161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5257338" y="167090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5643716" y="1517576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5846405" y="155549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5528871" y="1486755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5451826" y="160184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066334" y="160270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841218" y="159568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5324775" y="15956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580065" y="1523020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5842737" y="156787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5064784" y="17718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5841218" y="14808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667537" y="160318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5618946" y="155771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654888" y="166326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4290498" y="159739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5582764" y="1503053"/>
              <a:ext cx="55075" cy="550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5596448" y="1501955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4290498" y="14224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5634046" y="1599449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5673642" y="166873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5625640" y="1492130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5530989" y="152202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5415371" y="172610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5784617" y="158618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5846405" y="15988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5494659" y="169854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5582352" y="173586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5066334" y="192503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5842170" y="178795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5064784" y="188166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5842737" y="153417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5373281" y="168790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5530989" y="165794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5219807" y="21572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5840053" y="156543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530989" y="168794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451826" y="178949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841670" y="15321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5844287" y="16843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5064784" y="18279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5846405" y="21155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5844287" y="150907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5530989" y="15929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5846405" y="16702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5453761" y="153590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5453761" y="16057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5323035" y="175492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5324775" y="15617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5844287" y="185980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5219807" y="16870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5324775" y="190677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5846405" y="14216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324775" y="176051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4597444" y="160032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5842737" y="148078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5839382" y="168907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5451826" y="189675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5324775" y="17379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5844287" y="153355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5844287" y="156035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5066334" y="16174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5451826" y="17155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5453761" y="17465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5841670" y="169112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5844287" y="15961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324775" y="18730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5064784" y="16903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5844287" y="145586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5530989" y="149645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4290498" y="18153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5844287" y="18329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5063717" y="16801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5453761" y="17388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5746412" y="1638428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5841670" y="167941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5844287" y="17747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5320747" y="168507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5396673" y="172628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843410" y="17895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5844287" y="15846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5846405" y="16834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5219807" y="164509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4804399" y="174134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5841218" y="148739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5667537" y="160288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5844287" y="154859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5624533" y="1593297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5844287" y="160791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5646314" y="15697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5708044" y="1579882"/>
              <a:ext cx="55343" cy="553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5843410" y="149279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5580065" y="165720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5843410" y="150652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5563364" y="155028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5533664" y="163247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5525994" y="1591581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5273925" y="162262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5844287" y="16042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5844287" y="15544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5453761" y="190369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5582352" y="171328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5843410" y="15464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5618946" y="152244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5466482" y="1541733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5066334" y="14604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5839709" y="1506196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5450406" y="168495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5791649" y="1557048"/>
              <a:ext cx="47139" cy="4713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5646314" y="160170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5843410" y="141505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5840803" y="154447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5684462" y="172492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5846405" y="158936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4806139" y="172798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5839709" y="159030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5530989" y="155986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5839382" y="148142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5740130" y="1508823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5840416" y="150432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5451826" y="158020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5063717" y="162916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5618946" y="16124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5634046" y="1605666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5843410" y="14472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5509862" y="1530877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5651764" y="1591071"/>
              <a:ext cx="49175" cy="491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5842170" y="153217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5696956" y="1515401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5842737" y="173712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5842737" y="149483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5688754" y="1507360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5396673" y="158670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5840416" y="147211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5321780" y="167275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839070" y="153303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764553" y="1515817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5846405" y="144922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5453761" y="15978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5842737" y="147948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5746412" y="153394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5740960" y="1511164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5066334" y="15274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5846405" y="13976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5471840" y="166781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5843410" y="15919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5843410" y="20368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5646314" y="154191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5357078" y="1648791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5740130" y="1673202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5664796" y="165383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5450406" y="156350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5695256" y="163340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4806139" y="17540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5453761" y="174252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5618946" y="182921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5546472" y="1807545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4290498" y="23576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5382444" y="1711721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5840803" y="148081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631028" y="164953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582352" y="15534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5840053" y="166175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5846405" y="14544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842170" y="15930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5540573" y="1653667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5846405" y="15860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5840803" y="157859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5846405" y="157746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530989" y="15893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646314" y="156616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5618946" y="164610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5842737" y="15086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5450406" y="1617186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5843410" y="169897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5843410" y="166791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5842170" y="180026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530989" y="170153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5841218" y="165480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5842737" y="17623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5530989" y="17537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5066334" y="197272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5064784" y="182711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5064784" y="19670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5066334" y="17377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5324775" y="182952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5217690" y="180687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5360330" y="174540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5324775" y="16809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4288380" y="181347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4675807" y="17507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5846405" y="15712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5846405" y="15347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530989" y="177473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5840053" y="160220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5453761" y="16419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5846405" y="19873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4290498" y="20568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5842170" y="159870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5842737" y="176785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5582352" y="170462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5844287" y="15468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5843410" y="195213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5066334" y="156427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5844287" y="16654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5667537" y="170658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5846405" y="223646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5844287" y="152876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5842170" y="155485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5846405" y="15156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5324775" y="20272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5324775" y="195721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5843410" y="179645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5842737" y="16397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174401" y="18415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5844287" y="17300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5618946" y="166665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4806139" y="18025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5219807" y="176965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5453761" y="16404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5066334" y="152622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5064784" y="16546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5838482" y="156254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453761" y="149609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324775" y="16633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842737" y="174613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5174401" y="192877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5582352" y="152483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5494659" y="159931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5219807" y="16298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5066334" y="169767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5698263" y="156920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5618946" y="16754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582352" y="17537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844287" y="153757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5713668" y="1536536"/>
              <a:ext cx="47836" cy="478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5530989" y="16761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5843410" y="16239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5451826" y="169595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453761" y="18851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5582352" y="161053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5842737" y="159104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5846405" y="209962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5846405" y="16159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846405" y="167398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5582352" y="151058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5530989" y="175584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396673" y="17046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5582352" y="160813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5842737" y="151112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066334" y="151208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5842170" y="152467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844287" y="15352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5396673" y="156637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5667537" y="167949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5727634" y="1610921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843410" y="178765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5844287" y="150926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5840416" y="159715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5844287" y="146260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5681585" y="156751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5580065" y="152141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5839709" y="158443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5451826" y="173847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5841670" y="165188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5840803" y="160766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841670" y="154961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5582352" y="174775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5841670" y="144181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5257338" y="154048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rc1825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rc1826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5998329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5998329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5998329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5998329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627061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665959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704856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74375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5998329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5998329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5998329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5998329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5998329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607612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646510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685407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724305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76320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5998329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7621165" y="17794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7141717" y="1785305"/>
              <a:ext cx="61229" cy="612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7621165" y="172002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7097795" y="175267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7393707" y="193062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6972028" y="187810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6726889" y="193369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7220400" y="1897293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6992451" y="195171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6062264" y="19902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6918855" y="191584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7228521" y="19284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7097795" y="190969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7191681" y="1828858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7250465" y="1904886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6873905" y="1915795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7057472" y="191261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7099535" y="19161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7032098" y="211171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7357113" y="199708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6890627" y="1974937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6683386" y="216621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6643121" y="209030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6841094" y="213038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7155076" y="1861381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7097795" y="188063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7137697" y="1838235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7171434" y="185644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6065258" y="20207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6994568" y="18764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7099535" y="195469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7180239" y="1810426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7228521" y="19091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7099535" y="186230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6841094" y="19884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7615177" y="188797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7619048" y="19103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7621165" y="174830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7619048" y="19090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7621165" y="178027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7095507" y="178911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6907239" y="200785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7340642" y="1804117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7302062" y="1851855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6061591" y="20436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6065258" y="21393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6065258" y="22081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6841094" y="21384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7618171" y="18621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6750784" y="190111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6065258" y="22076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6065258" y="21590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6580900" y="20922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7619048" y="19898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7099535" y="184068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6065258" y="21488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7097795" y="203335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7099535" y="216841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7228521" y="22920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6580900" y="21349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7621165" y="201315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7305749" y="20780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7619048" y="19385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6065258" y="200583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7619048" y="197703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7048685" y="201382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7621165" y="19391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7619048" y="184093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7621165" y="19038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6946714" y="2038978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7099535" y="18256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6841094" y="19974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7621165" y="19923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6923662" y="192185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7621165" y="17722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7096541" y="203517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7059859" y="1861965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6580900" y="205974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6990770" y="1876069"/>
              <a:ext cx="50763" cy="507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6750784" y="182881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6643121" y="20055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6875174" y="187040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7459223" y="185382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7190132" y="184572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7099843" y="1806166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7155076" y="1928936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6943346" y="1912886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7096541" y="184881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7032098" y="183077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7099535" y="189995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7038953" y="188401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7484484" y="189497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7048685" y="1929444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7167249" y="1822822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7095507" y="183234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7167152" y="1899014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7228521" y="186261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6765793" y="187151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6765793" y="191855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6839544" y="19213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6065258" y="19407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7092375" y="1930637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7099535" y="19413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6504617" y="201991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7270606" y="1836390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7097795" y="200014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7012153" y="1896775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7618171" y="17938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7226587" y="178276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7618171" y="181707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6065258" y="19118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6949162" y="204275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7132288" y="1933562"/>
              <a:ext cx="65942" cy="659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6836189" y="194546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6923662" y="204300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7357113" y="199855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7032098" y="198645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7619048" y="20308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7097795" y="193864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7391259" y="2020906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7442298" y="197262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7190132" y="195203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7231998" y="1944000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6681269" y="195279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6841094" y="20471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7619048" y="19568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7305749" y="186601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7393707" y="205319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7619048" y="184050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7228521" y="201436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7619048" y="20232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6450568" y="19872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7228521" y="20126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7057850" y="1918452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7015405" y="197724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6065258" y="19535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6949162" y="192390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6580900" y="19667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6450568" y="201251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6726889" y="199569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7148041" y="203426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7135090" y="192093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7621165" y="18028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6838477" y="19730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7180239" y="194047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6838477" y="209008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7171778" y="1921396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6643121" y="196849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6065258" y="20351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7621165" y="20645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6372205" y="205007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7617498" y="189134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6841094" y="205306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6838477" y="206157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6372205" y="198807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6838477" y="192616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7171434" y="191809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6990880" y="185481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7617498" y="186599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7228521" y="19137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6065258" y="21952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7269420" y="188058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7616931" y="19780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6065258" y="18346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7171434" y="197359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6062264" y="20799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7357113" y="175061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6838477" y="184795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6841094" y="195514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6065258" y="204596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6450568" y="188699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6841094" y="18483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6765793" y="199392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7099535" y="19894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7099535" y="19030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6839544" y="182049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6836860" y="185728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7357113" y="193295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6065258" y="192089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7618171" y="207558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6994568" y="200923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7032098" y="181364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6839544" y="20813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6683386" y="201196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6065258" y="172124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6923662" y="195258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7621165" y="18558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7621165" y="193449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7393707" y="198231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7032098" y="191590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7305749" y="19314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7226587" y="178274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6576872" y="187372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6065258" y="19027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7618171" y="200200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6065258" y="182664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7145164" y="1786713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7621165" y="17659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6841094" y="177825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6061024" y="192921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7621165" y="19393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6580900" y="189515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6839544" y="18897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7621165" y="17417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7228521" y="18057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7616931" y="192782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7099535" y="195193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7621165" y="21506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6726889" y="196476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7619048" y="183933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6061591" y="20320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6923662" y="196451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6643121" y="199804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6062264" y="18308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6065258" y="200760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7257847" y="189618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7099535" y="192206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7357113" y="180451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6841094" y="207660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6839544" y="195533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7621165" y="222230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7621165" y="19947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6994568" y="186913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7442298" y="197485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7254775" y="180619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6450568" y="190834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7618171" y="18942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7048685" y="191836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6765793" y="1940631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6965848" y="1891925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6065258" y="20732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7305749" y="188362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6994568" y="201157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6580900" y="19257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6282344" y="200831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7615563" y="203694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6841094" y="19418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7070049" y="1942146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7618171" y="19156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7616431" y="187126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6065258" y="20786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7099535" y="21574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7099535" y="175541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7157853" y="1963823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7442298" y="193957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6994568" y="19153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7032098" y="203207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6841094" y="20466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6580900" y="19592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6726889" y="204349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7228521" y="191192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6580900" y="210382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6838477" y="194293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7032098" y="199748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7619048" y="18525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7099535" y="195637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6580900" y="181616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7614813" y="197749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6783426" y="185690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7228521" y="20588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7135090" y="1949467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7618171" y="181801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6065258" y="214363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7305749" y="199673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6580900" y="206989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6372205" y="192776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7099535" y="207499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6063141" y="19961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6839544" y="181217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6579159" y="19054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6841094" y="18229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6776035" y="195283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6683386" y="185088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7615979" y="195503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7621165" y="185758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7621165" y="20130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6841094" y="20007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6839544" y="19123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7616931" y="180273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6923662" y="197177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6841094" y="196331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7429648" y="192741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6065258" y="192348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7099535" y="201395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6726889" y="19107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6841094" y="180879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7228521" y="191227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7067369" y="1879168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6065258" y="19803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7421075" y="195954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6841094" y="194815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7357113" y="190785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7253184" y="1814422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7099535" y="183485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7099535" y="18908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7305749" y="173244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7280123" y="196752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6065258" y="19525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7421075" y="201212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7357113" y="196610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7621165" y="19466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7393707" y="186200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7619048" y="194858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6836860" y="1895208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6839544" y="196524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6063141" y="19451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6726889" y="187054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7421075" y="189049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6838477" y="189879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7198335" y="1896589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7194903" y="1821845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7187124" y="1886912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6861229" y="1916315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7338124" y="1897094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7065777" y="1865178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7228521" y="213154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7032098" y="190692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7091128" y="1864455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6065258" y="221017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6949162" y="198661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7616931" y="197808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7621165" y="206487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7616931" y="179449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7619048" y="19735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7228521" y="194333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6949162" y="196536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7617498" y="192485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7618171" y="21071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6525678" y="189256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6839544" y="201716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7097795" y="206387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7097795" y="19906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6841094" y="196965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6841094" y="21577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7621165" y="18440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6841094" y="20533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7228521" y="201565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7621165" y="183285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7099535" y="18799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6061591" y="197033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7619048" y="203246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6841094" y="17987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7618171" y="18803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7619048" y="18954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7621165" y="195117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6063141" y="18756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7621165" y="19077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6839544" y="19376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6836189" y="195482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7097795" y="202601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6841094" y="197764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7619048" y="21136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6841094" y="221245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6065258" y="21609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6838477" y="204631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7099535" y="209220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7357113" y="193733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7619048" y="207725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6841094" y="197735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6841094" y="206598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6063141" y="199317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6839544" y="190857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7619048" y="19642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7099535" y="20364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7618171" y="198245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7126744" y="181252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7097795" y="202018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6841094" y="180437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7226587" y="206831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6994568" y="195884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6580900" y="21131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6841094" y="17732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6065258" y="198801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6580900" y="201118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6841094" y="209208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7393707" y="188367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6837610" y="189806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6063141" y="197850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6875174" y="1939332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7619048" y="19058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7171434" y="197925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7077614" y="1828772"/>
              <a:ext cx="53981" cy="539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7099535" y="20763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7303632" y="188201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7618171" y="198394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7280123" y="2175970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7112902" y="1906805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6932256" y="2004877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6949162" y="197240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6841094" y="194123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6841094" y="218309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7099535" y="19643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7305749" y="180538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6580900" y="200340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7097795" y="19877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7321232" y="192630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7621165" y="175231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7190132" y="181807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6923662" y="203016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7133223" y="1821286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6504617" y="200261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7618171" y="211040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6837610" y="190048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6923662" y="202535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7621165" y="18213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7621165" y="20299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7190132" y="196187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6450568" y="198639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7354825" y="194527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7107663" y="194156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6750784" y="196381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7616431" y="194804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6580900" y="210749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7097795" y="19990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7149360" y="1897235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7099535" y="20385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6783426" y="1959803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7198837" y="1857946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7305749" y="193636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6856710" y="1915811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6839544" y="196779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6450568" y="179752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6875174" y="200826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6994568" y="201483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6923662" y="192201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6579159" y="19634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7015405" y="2074111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6970774" y="1925942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7621165" y="182563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7099535" y="20071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6839544" y="200488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7418477" y="1940200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6472245" y="2026327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6065258" y="18973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6065258" y="197033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6895720" y="1919992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6580900" y="195627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6580900" y="18240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6726889" y="196773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7007360" y="1989229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7208044" y="1864562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7126744" y="195563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7269420" y="208342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7067369" y="202614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7621165" y="20352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7099535" y="21036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6838477" y="19381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6656349" y="192580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6972028" y="189442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6643121" y="190934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6895720" y="189477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6994568" y="190274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6992451" y="180984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7621165" y="20083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6994568" y="202541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7063552" y="1915737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7621165" y="17714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7032098" y="192635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7621165" y="19361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6839544" y="201969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6949162" y="1822116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6579159" y="193175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6450568" y="193050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7269420" y="17787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7099535" y="19091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7099535" y="17693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7305749" y="200487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7617498" y="195959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6949162" y="200501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7617498" y="19420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7228521" y="199325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7621165" y="19435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6841094" y="190523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7619048" y="18898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7621165" y="19825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7619048" y="20294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7357113" y="200677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6923662" y="196327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7619048" y="17451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6065258" y="21017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6065258" y="20429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7621165" y="19140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7228521" y="196123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7148041" y="195913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6580900" y="194460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7621165" y="18982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6839544" y="189669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6683386" y="19933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6841094" y="194174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6580900" y="18873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7621165" y="18968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6841094" y="19561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6254145" y="205359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7621165" y="18775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6841094" y="21037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7616931" y="184048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7621165" y="176514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6063141" y="201854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6841094" y="18704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7618171" y="18846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7228521" y="18319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7228521" y="204191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7619048" y="193294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7616431" y="17987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7621165" y="18088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7618171" y="17893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6062264" y="21684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6065258" y="18574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6841094" y="185942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7405789" y="194690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7618171" y="212534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7619048" y="179894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7228521" y="187766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6839544" y="188870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6683386" y="184702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7171434" y="189118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7099535" y="20775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7621165" y="223560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6836860" y="206995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6838477" y="192760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6994568" y="20263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6063141" y="19331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7046784" y="1889196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6839544" y="19162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7099535" y="19292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6579159" y="202744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6580900" y="202539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6683386" y="212509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6450568" y="20067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7621165" y="18192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7621165" y="19826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7621165" y="183325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6372205" y="214827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6839544" y="207677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6994568" y="199350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6683386" y="21371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6839544" y="214260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7621165" y="17330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6372205" y="191850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7619048" y="206635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6994568" y="203907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7421075" y="188432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7015405" y="192362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6580900" y="17081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7619048" y="19406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7096541" y="193746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6841094" y="184213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7093800" y="1870841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7303632" y="1915481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6907239" y="189876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7097795" y="193066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7097795" y="20133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7226587" y="197731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7357113" y="19940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7616931" y="179561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7097795" y="189255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6994568" y="200646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rc2403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rc2404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773090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773090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773090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773090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80453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84343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882332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921230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773090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773090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773090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773090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773090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85088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823986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862883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901781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94067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773090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840019" y="22264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8721989" y="2142650"/>
              <a:ext cx="61229" cy="612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9395926" y="20777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8353920" y="206851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9168467" y="234166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8563741" y="2258940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8057105" y="229898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8460317" y="2369656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8300439" y="235934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7837024" y="233293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8347858" y="2371123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8614305" y="23026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8094602" y="228369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8607386" y="2172324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8724963" y="2259883"/>
              <a:ext cx="53421" cy="5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8389348" y="2287595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8380518" y="2197415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8874296" y="22371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8223394" y="239398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9131874" y="238442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8572033" y="2328973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8146966" y="240858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8028905" y="242298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8615855" y="247069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8563741" y="221874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8613238" y="222226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8506569" y="2201425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8723922" y="224131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7840019" y="24169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8458147" y="225881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8355660" y="229361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8522803" y="2199404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9003282" y="22892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8355660" y="22003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7837901" y="237906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8871302" y="217587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8615855" y="22147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9395926" y="202296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8615855" y="22814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7840019" y="21634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8740609" y="216076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8399108" y="233329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8641865" y="2163892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8558187" y="219387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7836351" y="23874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7840019" y="248904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7840019" y="247029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7837901" y="24973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8355660" y="224656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7834030" y="222278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7840019" y="24903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7840019" y="249505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7837024" y="245332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8615855" y="240899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8355660" y="218007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7840019" y="24482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8872556" y="24251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8874296" y="246835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9003282" y="258901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8355660" y="25532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7840019" y="24137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8458147" y="237969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9393809" y="22515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7840019" y="23029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8615855" y="23172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8399108" y="237116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7840019" y="22532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9393809" y="21710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9395926" y="234542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8499202" y="235301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8355660" y="214093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7837901" y="230544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9395926" y="23509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8352666" y="231975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9395926" y="213719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8525544" y="231676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8560047" y="2292663"/>
              <a:ext cx="46058" cy="4605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7837024" y="240639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8214480" y="2234310"/>
              <a:ext cx="50763" cy="507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8525544" y="217381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8417882" y="23611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8486155" y="222135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8456030" y="218178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8823446" y="21546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8425119" y="2183042"/>
              <a:ext cx="61681" cy="616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8655265" y="2271899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8217994" y="2230701"/>
              <a:ext cx="43735" cy="43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8871302" y="216068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8417882" y="218326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8874296" y="222163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8568044" y="2198693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8481291" y="2264883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8540554" y="230702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8739065" y="2185993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8481291" y="2151558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8497367" y="2234865"/>
              <a:ext cx="40670" cy="40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7836351" y="221037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8399108" y="2280243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8116215" y="2247739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8225328" y="224620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7840019" y="22596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8413330" y="2297200"/>
              <a:ext cx="42040" cy="4204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8874296" y="235935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8279377" y="2400993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8679271" y="2251072"/>
              <a:ext cx="51675" cy="516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8353920" y="238397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8487701" y="2256044"/>
              <a:ext cx="42905" cy="4290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9392932" y="216445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8806859" y="213546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8355660" y="21672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7840019" y="227469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8279377" y="238441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8525144" y="2303219"/>
              <a:ext cx="65942" cy="659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8221973" y="2305409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8352666" y="237274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8094602" y="233696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8612370" y="236735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8615855" y="225746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8613238" y="23280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8943747" y="2349123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8525544" y="230747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8399108" y="230952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8818164" y="2282498"/>
              <a:ext cx="45686" cy="4568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8144848" y="2299993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7837901" y="237255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9393809" y="219665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8769328" y="220152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8946195" y="235805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9393809" y="223125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8225328" y="23554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8615855" y="244647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7836351" y="227915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8614305" y="231586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8499202" y="2243639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8790166" y="233966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7840019" y="23178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8501650" y="2258148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8355660" y="229336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8225328" y="23331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8501650" y="235746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8300439" y="236108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8550795" y="226253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7840019" y="206898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8353920" y="230840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8868560" y="2246840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8094602" y="236567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8752050" y="2264494"/>
              <a:ext cx="45309" cy="453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8223394" y="232005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7840019" y="23802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7840019" y="22531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7835784" y="239153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8614305" y="22678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8615855" y="233289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8094602" y="242219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8146966" y="23359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8353920" y="225117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8723922" y="225386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8558187" y="226593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9392259" y="219844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8614305" y="221778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7840019" y="25216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8525544" y="2207420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8458147" y="229324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7840019" y="216772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8279377" y="223229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7837024" y="243635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8872556" y="20059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8353920" y="217559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8615855" y="237607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7840019" y="23265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8225328" y="221668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7837901" y="215477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8116215" y="2325097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8355660" y="234031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8355660" y="220452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8225328" y="21481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8300439" y="2209740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8872556" y="221915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7840019" y="23095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9392932" y="234227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8146966" y="238274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8417882" y="21438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7836351" y="244860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8146966" y="238164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7840019" y="20191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8179787" y="233914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9395926" y="226731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9395926" y="22159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8723922" y="237710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8028905" y="224927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9080510" y="225316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8612370" y="211254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7962655" y="220063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7840019" y="232829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8355660" y="23352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7840019" y="21507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8530948" y="2135991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7840019" y="20921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8615855" y="206012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7835784" y="229471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9395926" y="235852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7837024" y="220046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8225328" y="221744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9395926" y="21326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8614305" y="221255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8458147" y="226818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7837024" y="227986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7840019" y="24616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8279377" y="2319607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9393809" y="216535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7836351" y="241985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8179787" y="232045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8223394" y="2307984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7837024" y="222672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7840019" y="235889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8678993" y="2246114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8355660" y="225070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8613238" y="214123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7837901" y="241180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8614305" y="232671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7840019" y="25453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9395926" y="23267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8458147" y="225903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8871302" y="232127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8909851" y="229608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8225328" y="227880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8355660" y="224964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8682000" y="2309218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8257662" y="2296562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8221973" y="2219091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7840019" y="237861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8769328" y="223072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8458147" y="2310388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8355660" y="232360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7834832" y="236984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8612370" y="236962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7837901" y="229082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8709514" y="2269085"/>
              <a:ext cx="41594" cy="4159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8874296" y="222641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8353920" y="221458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7840019" y="24116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8874296" y="249324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8355660" y="213422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8430709" y="2286330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8525544" y="2291737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8458147" y="226925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8417882" y="2375120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7837901" y="23597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8355660" y="228789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8279377" y="2326931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9003282" y="228736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7837024" y="238198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8613238" y="225328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8417882" y="231840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8615855" y="220243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8355660" y="23028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8355660" y="21125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8611620" y="2288834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8350732" y="2189086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7836351" y="23567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8670480" y="230824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8874296" y="21901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7840019" y="250207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8769328" y="233337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8355660" y="238162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8146966" y="229985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8355660" y="236594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7837901" y="224942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8614305" y="219027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8094602" y="229139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8615855" y="217860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8431110" y="2242685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8458147" y="220349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9168467" y="22678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7840019" y="220992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7840019" y="23238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8615855" y="22549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8225328" y="232062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9080510" y="206282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8698423" y="2296824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8615855" y="22732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8929837" y="2268215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7840019" y="22036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8874296" y="234499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8279377" y="219608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8615855" y="21320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9003282" y="225651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8453153" y="2240434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7840019" y="24008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8806859" y="230114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8615855" y="227854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8613238" y="2217216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8716763" y="2180512"/>
              <a:ext cx="46424" cy="464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8874296" y="208546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8874296" y="22208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8769328" y="203465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8610338" y="2243564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7840019" y="22552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9001347" y="2301697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9131874" y="224528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7840019" y="21251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8946195" y="213565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9393809" y="230021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7989258" y="2205717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8225328" y="235694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7837901" y="231910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8501650" y="220181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9001347" y="2266735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8094602" y="226388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8454459" y="2277922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8499956" y="2192918"/>
              <a:ext cx="52268" cy="522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8466824" y="2220965"/>
              <a:ext cx="41137" cy="4113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8405485" y="2265356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8655265" y="2261792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8502297" y="2230165"/>
              <a:ext cx="50138" cy="50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8225328" y="243978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8806859" y="228271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8502843" y="2239146"/>
              <a:ext cx="44536" cy="445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7840019" y="25424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8057105" y="229409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9080510" y="231243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9395926" y="24169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8769328" y="208963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9393809" y="223187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8614305" y="229272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8723922" y="232617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9003282" y="224140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9392932" y="245072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8144848" y="218001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8614305" y="236122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8613238" y="2384154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8613238" y="223938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8615855" y="226274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8615855" y="248488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7840019" y="222294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7837901" y="238501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9003282" y="2318419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9395926" y="21474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8355660" y="22012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7836351" y="2342487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9393809" y="23266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8615855" y="211146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8874296" y="217707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8615855" y="222343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9395926" y="21340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7837901" y="218291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9395926" y="222167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8614305" y="225917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8221973" y="2329904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8353920" y="233096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8615855" y="228009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9393809" y="237910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7837901" y="245991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7840019" y="247014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8094602" y="230746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8874296" y="241168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8872556" y="23087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8615855" y="24192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7837901" y="225969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8615855" y="24207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7837901" y="228624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8225328" y="221576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9393809" y="23523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8355660" y="23404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9392932" y="234206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8707016" y="221335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8872556" y="238534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8615855" y="215810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8612370" y="2451999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8769328" y="228599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8355660" y="241470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8615855" y="210708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7840019" y="23415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7837024" y="237769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8615855" y="25066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8946195" y="21609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8223394" y="226756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7837901" y="234562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8322375" y="2273879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7837901" y="22771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8723922" y="2291549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8351320" y="2185970"/>
              <a:ext cx="53981" cy="5398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7837024" y="242287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8144848" y="225576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8874296" y="226858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8388066" y="2435107"/>
              <a:ext cx="37000" cy="370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8638718" y="2268099"/>
              <a:ext cx="42477" cy="424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8415284" y="2297149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8501650" y="2316435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7837901" y="2307799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7837901" y="259018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8874296" y="2352691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8146966" y="2174276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8355660" y="234732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8872556" y="234915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8318039" y="2261028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7840019" y="21049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8540554" y="212470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8352666" y="242389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8735105" y="2195994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7834832" y="236704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8355660" y="238950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8223394" y="228670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8179787" y="2501068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7840019" y="21944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7840019" y="24391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8399108" y="2400365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8225328" y="232899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8999927" y="2325977"/>
              <a:ext cx="35776" cy="357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8280137" y="2308653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7834030" y="2327729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8872556" y="2269791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7837024" y="23921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8353920" y="2391190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8751242" y="2237017"/>
              <a:ext cx="43324" cy="4332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8874296" y="23708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8350732" y="2364760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8441314" y="2319344"/>
              <a:ext cx="47490" cy="474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8769328" y="23667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8280137" y="2280247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7836351" y="23924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8225328" y="2140985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8486155" y="2349421"/>
              <a:ext cx="39698" cy="396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8458147" y="233585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8525544" y="2242606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8094602" y="2329429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8431110" y="2422366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8215112" y="2305936"/>
              <a:ext cx="49500" cy="495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9395926" y="216544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8874296" y="2425695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8225328" y="229488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8998749" y="2323722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8143278" y="2376821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7840019" y="23251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7840019" y="23677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8431110" y="228420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7837024" y="233584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8355660" y="222945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8279377" y="233668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8263485" y="2333072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8681661" y="2244284"/>
              <a:ext cx="44926" cy="4492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8415284" y="2274701"/>
              <a:ext cx="38132" cy="381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8352666" y="2355455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8608743" y="2339519"/>
              <a:ext cx="40190" cy="4019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7840019" y="225668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8355660" y="242963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7835284" y="226303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8311425" y="2331870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8380693" y="230718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8417882" y="2262562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8431110" y="2290739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8458147" y="22467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8456030" y="220405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9395926" y="23311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8769328" y="2427652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8289169" y="2295753"/>
              <a:ext cx="38670" cy="386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9395926" y="209539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8417882" y="2289368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7840019" y="23413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7836351" y="239270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8279377" y="2200780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8353920" y="2349367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8225328" y="222462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8525544" y="2093163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8355660" y="224731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8874296" y="2054068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8769328" y="234887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9392259" y="232191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8501650" y="2303912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9003282" y="2245574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8614305" y="2333956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7840019" y="23297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8615855" y="222171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9393809" y="217536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7840019" y="230311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8615855" y="2337802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8613238" y="232426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8525544" y="2295811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8615855" y="203212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7840019" y="24049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7840019" y="230990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9395926" y="21958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8225328" y="232483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8300439" y="2275246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8355660" y="2265746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9395926" y="225803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8614305" y="2246091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8458147" y="239158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7837901" y="2269097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8355660" y="233453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9395926" y="224672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7837901" y="23936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7834417" y="2367446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7840019" y="22937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7837901" y="2442713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9080510" y="212020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9395926" y="200395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7837901" y="2454414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7837901" y="2237348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8874296" y="2221282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9003282" y="217044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8225328" y="241417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7837901" y="225994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9131874" y="213090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7840019" y="217884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8874296" y="2093564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7837024" y="249660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7840019" y="21529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8615855" y="221343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8661914" y="2306224"/>
              <a:ext cx="37576" cy="375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8874296" y="2475870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7837901" y="20815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9003282" y="2228802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8614305" y="2254530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8458147" y="220185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8057105" y="2241834"/>
              <a:ext cx="32104" cy="3210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8874296" y="2476613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9395926" y="249674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7989258" y="2371382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8613238" y="2272728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8769328" y="244378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7837901" y="2330961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8432568" y="2209044"/>
              <a:ext cx="46784" cy="4678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8225328" y="228253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8355660" y="2294187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8094602" y="235753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7837024" y="238988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7835784" y="2455665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7836351" y="239247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7840019" y="212074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9395926" y="23188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9395926" y="226517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8146966" y="2410613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7836351" y="2387988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8769328" y="2411750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8458147" y="247466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8225328" y="2494953"/>
              <a:ext cx="29066" cy="290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7840019" y="207183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7835784" y="2274777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8615855" y="2421020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7835784" y="2368969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8417882" y="2229573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8431110" y="2293483"/>
              <a:ext cx="36401" cy="364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7837024" y="2077709"/>
              <a:ext cx="27721" cy="277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7837901" y="2250216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8352666" y="2330122"/>
              <a:ext cx="33709" cy="337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8615855" y="2118915"/>
              <a:ext cx="25967" cy="259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8695682" y="2220095"/>
              <a:ext cx="39192" cy="391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8767211" y="2263059"/>
              <a:ext cx="34436" cy="344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8116215" y="2214470"/>
              <a:ext cx="35123" cy="351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8613238" y="2302905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8613238" y="24007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8417882" y="2391281"/>
              <a:ext cx="32936" cy="329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8613238" y="2365903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9080510" y="2155874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8613238" y="2212762"/>
              <a:ext cx="31201" cy="31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8769328" y="2388581"/>
              <a:ext cx="30201" cy="302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rc2981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tx2982"/>
            <p:cNvSpPr/>
            <p:nvPr/>
          </p:nvSpPr>
          <p:spPr>
            <a:xfrm>
              <a:off x="419326" y="290314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2983" name="tx2983"/>
            <p:cNvSpPr/>
            <p:nvPr/>
          </p:nvSpPr>
          <p:spPr>
            <a:xfrm>
              <a:off x="419326" y="251416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2984" name="tx2984"/>
            <p:cNvSpPr/>
            <p:nvPr/>
          </p:nvSpPr>
          <p:spPr>
            <a:xfrm>
              <a:off x="419326" y="212519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2985" name="tx2985"/>
            <p:cNvSpPr/>
            <p:nvPr/>
          </p:nvSpPr>
          <p:spPr>
            <a:xfrm>
              <a:off x="419326" y="173621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2986" name="tx2986"/>
            <p:cNvSpPr/>
            <p:nvPr/>
          </p:nvSpPr>
          <p:spPr>
            <a:xfrm>
              <a:off x="419326" y="134723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2987" name="pl2987"/>
            <p:cNvSpPr/>
            <p:nvPr/>
          </p:nvSpPr>
          <p:spPr>
            <a:xfrm>
              <a:off x="642416" y="29395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642416" y="25505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642416" y="21615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642416" y="1772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642416" y="13836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tx2992"/>
            <p:cNvSpPr/>
            <p:nvPr/>
          </p:nvSpPr>
          <p:spPr>
            <a:xfrm rot="-5400000">
              <a:off x="-510840" y="2116093"/>
              <a:ext cx="165268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predicha (BYM2)</a:t>
              </a:r>
            </a:p>
          </p:txBody>
        </p:sp>
        <p:sp>
          <p:nvSpPr>
            <p:cNvPr id="2993" name="rc2993"/>
            <p:cNvSpPr/>
            <p:nvPr/>
          </p:nvSpPr>
          <p:spPr>
            <a:xfrm>
              <a:off x="674047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tx2994"/>
            <p:cNvSpPr/>
            <p:nvPr/>
          </p:nvSpPr>
          <p:spPr>
            <a:xfrm>
              <a:off x="1111915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2995" name="rc2995"/>
            <p:cNvSpPr/>
            <p:nvPr/>
          </p:nvSpPr>
          <p:spPr>
            <a:xfrm>
              <a:off x="244880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tx2996"/>
            <p:cNvSpPr/>
            <p:nvPr/>
          </p:nvSpPr>
          <p:spPr>
            <a:xfrm>
              <a:off x="2886676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2997" name="rc2997"/>
            <p:cNvSpPr/>
            <p:nvPr/>
          </p:nvSpPr>
          <p:spPr>
            <a:xfrm>
              <a:off x="422356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tx2998"/>
            <p:cNvSpPr/>
            <p:nvPr/>
          </p:nvSpPr>
          <p:spPr>
            <a:xfrm>
              <a:off x="4810118" y="1171741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2999" name="rc2999"/>
            <p:cNvSpPr/>
            <p:nvPr/>
          </p:nvSpPr>
          <p:spPr>
            <a:xfrm>
              <a:off x="5998329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tx3000"/>
            <p:cNvSpPr/>
            <p:nvPr/>
          </p:nvSpPr>
          <p:spPr>
            <a:xfrm>
              <a:off x="6537924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3001" name="rc3001"/>
            <p:cNvSpPr/>
            <p:nvPr/>
          </p:nvSpPr>
          <p:spPr>
            <a:xfrm>
              <a:off x="7773090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tx3002"/>
            <p:cNvSpPr/>
            <p:nvPr/>
          </p:nvSpPr>
          <p:spPr>
            <a:xfrm>
              <a:off x="8312685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3003" name="pl3003"/>
            <p:cNvSpPr/>
            <p:nvPr/>
          </p:nvSpPr>
          <p:spPr>
            <a:xfrm>
              <a:off x="75184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114081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1529796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191877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230775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tx3008"/>
            <p:cNvSpPr/>
            <p:nvPr/>
          </p:nvSpPr>
          <p:spPr>
            <a:xfrm>
              <a:off x="65295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09" name="tx3009"/>
            <p:cNvSpPr/>
            <p:nvPr/>
          </p:nvSpPr>
          <p:spPr>
            <a:xfrm>
              <a:off x="104192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10" name="tx3010"/>
            <p:cNvSpPr/>
            <p:nvPr/>
          </p:nvSpPr>
          <p:spPr>
            <a:xfrm>
              <a:off x="143090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11" name="tx3011"/>
            <p:cNvSpPr/>
            <p:nvPr/>
          </p:nvSpPr>
          <p:spPr>
            <a:xfrm>
              <a:off x="181988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12" name="tx3012"/>
            <p:cNvSpPr/>
            <p:nvPr/>
          </p:nvSpPr>
          <p:spPr>
            <a:xfrm>
              <a:off x="220885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13" name="pl3013"/>
            <p:cNvSpPr/>
            <p:nvPr/>
          </p:nvSpPr>
          <p:spPr>
            <a:xfrm>
              <a:off x="252660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291558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330455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369353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408251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tx3018"/>
            <p:cNvSpPr/>
            <p:nvPr/>
          </p:nvSpPr>
          <p:spPr>
            <a:xfrm>
              <a:off x="242771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19" name="tx3019"/>
            <p:cNvSpPr/>
            <p:nvPr/>
          </p:nvSpPr>
          <p:spPr>
            <a:xfrm>
              <a:off x="281668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20" name="tx3020"/>
            <p:cNvSpPr/>
            <p:nvPr/>
          </p:nvSpPr>
          <p:spPr>
            <a:xfrm>
              <a:off x="320566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21" name="tx3021"/>
            <p:cNvSpPr/>
            <p:nvPr/>
          </p:nvSpPr>
          <p:spPr>
            <a:xfrm>
              <a:off x="359464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22" name="tx3022"/>
            <p:cNvSpPr/>
            <p:nvPr/>
          </p:nvSpPr>
          <p:spPr>
            <a:xfrm>
              <a:off x="398361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23" name="pl3023"/>
            <p:cNvSpPr/>
            <p:nvPr/>
          </p:nvSpPr>
          <p:spPr>
            <a:xfrm>
              <a:off x="430136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469034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507931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546829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585727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tx3028"/>
            <p:cNvSpPr/>
            <p:nvPr/>
          </p:nvSpPr>
          <p:spPr>
            <a:xfrm>
              <a:off x="420247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29" name="tx3029"/>
            <p:cNvSpPr/>
            <p:nvPr/>
          </p:nvSpPr>
          <p:spPr>
            <a:xfrm>
              <a:off x="459144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30" name="tx3030"/>
            <p:cNvSpPr/>
            <p:nvPr/>
          </p:nvSpPr>
          <p:spPr>
            <a:xfrm>
              <a:off x="4980425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31" name="tx3031"/>
            <p:cNvSpPr/>
            <p:nvPr/>
          </p:nvSpPr>
          <p:spPr>
            <a:xfrm>
              <a:off x="536940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32" name="tx3032"/>
            <p:cNvSpPr/>
            <p:nvPr/>
          </p:nvSpPr>
          <p:spPr>
            <a:xfrm>
              <a:off x="575837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33" name="pl3033"/>
            <p:cNvSpPr/>
            <p:nvPr/>
          </p:nvSpPr>
          <p:spPr>
            <a:xfrm>
              <a:off x="607612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646510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6854078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724305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763203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tx3038"/>
            <p:cNvSpPr/>
            <p:nvPr/>
          </p:nvSpPr>
          <p:spPr>
            <a:xfrm>
              <a:off x="597723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39" name="tx3039"/>
            <p:cNvSpPr/>
            <p:nvPr/>
          </p:nvSpPr>
          <p:spPr>
            <a:xfrm>
              <a:off x="636620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40" name="tx3040"/>
            <p:cNvSpPr/>
            <p:nvPr/>
          </p:nvSpPr>
          <p:spPr>
            <a:xfrm>
              <a:off x="675518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41" name="tx3041"/>
            <p:cNvSpPr/>
            <p:nvPr/>
          </p:nvSpPr>
          <p:spPr>
            <a:xfrm>
              <a:off x="714416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42" name="tx3042"/>
            <p:cNvSpPr/>
            <p:nvPr/>
          </p:nvSpPr>
          <p:spPr>
            <a:xfrm>
              <a:off x="753313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43" name="pl3043"/>
            <p:cNvSpPr/>
            <p:nvPr/>
          </p:nvSpPr>
          <p:spPr>
            <a:xfrm>
              <a:off x="785088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23986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62883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901781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940679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tx3048"/>
            <p:cNvSpPr/>
            <p:nvPr/>
          </p:nvSpPr>
          <p:spPr>
            <a:xfrm>
              <a:off x="775199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3049" name="tx3049"/>
            <p:cNvSpPr/>
            <p:nvPr/>
          </p:nvSpPr>
          <p:spPr>
            <a:xfrm>
              <a:off x="814096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3050" name="tx3050"/>
            <p:cNvSpPr/>
            <p:nvPr/>
          </p:nvSpPr>
          <p:spPr>
            <a:xfrm>
              <a:off x="852994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3051" name="tx3051"/>
            <p:cNvSpPr/>
            <p:nvPr/>
          </p:nvSpPr>
          <p:spPr>
            <a:xfrm>
              <a:off x="891892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3052" name="tx3052"/>
            <p:cNvSpPr/>
            <p:nvPr/>
          </p:nvSpPr>
          <p:spPr>
            <a:xfrm>
              <a:off x="930790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3053" name="tx3053"/>
            <p:cNvSpPr/>
            <p:nvPr/>
          </p:nvSpPr>
          <p:spPr>
            <a:xfrm>
              <a:off x="3567540" y="3200085"/>
              <a:ext cx="302355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observada (fuera de muestra, 5 pliegues)</a:t>
              </a:r>
            </a:p>
          </p:txBody>
        </p:sp>
        <p:sp>
          <p:nvSpPr>
            <p:cNvPr id="3054" name="rc3054"/>
            <p:cNvSpPr/>
            <p:nvPr/>
          </p:nvSpPr>
          <p:spPr>
            <a:xfrm>
              <a:off x="9611113" y="1390629"/>
              <a:ext cx="1228834" cy="15419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5" name="tx3055"/>
            <p:cNvSpPr/>
            <p:nvPr/>
          </p:nvSpPr>
          <p:spPr>
            <a:xfrm>
              <a:off x="9674376" y="1467242"/>
              <a:ext cx="64282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municipio</a:t>
              </a:r>
            </a:p>
          </p:txBody>
        </p:sp>
        <p:sp>
          <p:nvSpPr>
            <p:cNvPr id="3056" name="tx3056"/>
            <p:cNvSpPr/>
            <p:nvPr/>
          </p:nvSpPr>
          <p:spPr>
            <a:xfrm>
              <a:off x="9674376" y="1604402"/>
              <a:ext cx="110230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(pliegue de prueba)</a:t>
              </a:r>
            </a:p>
          </p:txBody>
        </p:sp>
        <p:sp>
          <p:nvSpPr>
            <p:cNvPr id="3057" name="rc3057"/>
            <p:cNvSpPr/>
            <p:nvPr/>
          </p:nvSpPr>
          <p:spPr>
            <a:xfrm>
              <a:off x="9674376" y="17719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9758417" y="1856039"/>
              <a:ext cx="51374" cy="5137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rc3059"/>
            <p:cNvSpPr/>
            <p:nvPr/>
          </p:nvSpPr>
          <p:spPr>
            <a:xfrm>
              <a:off x="9674376" y="19914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9752171" y="2069249"/>
              <a:ext cx="63865" cy="638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rc3061"/>
            <p:cNvSpPr/>
            <p:nvPr/>
          </p:nvSpPr>
          <p:spPr>
            <a:xfrm>
              <a:off x="9674376" y="22109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9747393" y="2283927"/>
              <a:ext cx="73421" cy="7342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rc3063"/>
            <p:cNvSpPr/>
            <p:nvPr/>
          </p:nvSpPr>
          <p:spPr>
            <a:xfrm>
              <a:off x="9674376" y="243036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9743370" y="2499360"/>
              <a:ext cx="81468" cy="8146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rc3065"/>
            <p:cNvSpPr/>
            <p:nvPr/>
          </p:nvSpPr>
          <p:spPr>
            <a:xfrm>
              <a:off x="9674376" y="264982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9739827" y="2715273"/>
              <a:ext cx="88552" cy="885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tx3067"/>
            <p:cNvSpPr/>
            <p:nvPr/>
          </p:nvSpPr>
          <p:spPr>
            <a:xfrm>
              <a:off x="9957094" y="184533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3068" name="tx3068"/>
            <p:cNvSpPr/>
            <p:nvPr/>
          </p:nvSpPr>
          <p:spPr>
            <a:xfrm>
              <a:off x="9957094" y="2064789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3069" name="tx3069"/>
            <p:cNvSpPr/>
            <p:nvPr/>
          </p:nvSpPr>
          <p:spPr>
            <a:xfrm>
              <a:off x="9957094" y="2284245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3070" name="tx3070"/>
            <p:cNvSpPr/>
            <p:nvPr/>
          </p:nvSpPr>
          <p:spPr>
            <a:xfrm>
              <a:off x="9957094" y="2503701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3071" name="tx3071"/>
            <p:cNvSpPr/>
            <p:nvPr/>
          </p:nvSpPr>
          <p:spPr>
            <a:xfrm>
              <a:off x="9957094" y="2723157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3072" name="tx3072"/>
            <p:cNvSpPr/>
            <p:nvPr/>
          </p:nvSpPr>
          <p:spPr>
            <a:xfrm>
              <a:off x="674047" y="132851"/>
              <a:ext cx="54439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A) Calibración: observado vs. predicho, validación cruzada espacial de 5 pliegues</a:t>
              </a:r>
            </a:p>
          </p:txBody>
        </p:sp>
        <p:sp>
          <p:nvSpPr>
            <p:cNvPr id="3073" name="rc3073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674047" y="6915474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674047" y="6208070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674047" y="550066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674047" y="4793262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674047" y="726917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674047" y="6561772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674047" y="5854368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674047" y="5146964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674047" y="4439560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1690648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3384983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507931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6773652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46798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rc3088"/>
            <p:cNvSpPr/>
            <p:nvPr/>
          </p:nvSpPr>
          <p:spPr>
            <a:xfrm>
              <a:off x="1182348" y="5571406"/>
              <a:ext cx="1016600" cy="1697769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9" name="rc3089"/>
            <p:cNvSpPr/>
            <p:nvPr/>
          </p:nvSpPr>
          <p:spPr>
            <a:xfrm>
              <a:off x="2876682" y="5099804"/>
              <a:ext cx="1016600" cy="2169372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0" name="rc3090"/>
            <p:cNvSpPr/>
            <p:nvPr/>
          </p:nvSpPr>
          <p:spPr>
            <a:xfrm>
              <a:off x="4571017" y="5170544"/>
              <a:ext cx="1016600" cy="2098632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1" name="rc3091"/>
            <p:cNvSpPr/>
            <p:nvPr/>
          </p:nvSpPr>
          <p:spPr>
            <a:xfrm>
              <a:off x="6265352" y="6396711"/>
              <a:ext cx="1016600" cy="872465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2" name="rc3092"/>
            <p:cNvSpPr/>
            <p:nvPr/>
          </p:nvSpPr>
          <p:spPr>
            <a:xfrm>
              <a:off x="7959686" y="6561772"/>
              <a:ext cx="1016600" cy="707404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" name="tx3093"/>
            <p:cNvSpPr/>
            <p:nvPr/>
          </p:nvSpPr>
          <p:spPr>
            <a:xfrm>
              <a:off x="1554951" y="5452095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7,2%</a:t>
              </a:r>
            </a:p>
          </p:txBody>
        </p:sp>
        <p:sp>
          <p:nvSpPr>
            <p:cNvPr id="3094" name="tx3094"/>
            <p:cNvSpPr/>
            <p:nvPr/>
          </p:nvSpPr>
          <p:spPr>
            <a:xfrm>
              <a:off x="3249286" y="4980493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9,2%</a:t>
              </a:r>
            </a:p>
          </p:txBody>
        </p:sp>
        <p:sp>
          <p:nvSpPr>
            <p:cNvPr id="3095" name="tx3095"/>
            <p:cNvSpPr/>
            <p:nvPr/>
          </p:nvSpPr>
          <p:spPr>
            <a:xfrm>
              <a:off x="4943620" y="5051233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8,9%</a:t>
              </a:r>
            </a:p>
          </p:txBody>
        </p:sp>
        <p:sp>
          <p:nvSpPr>
            <p:cNvPr id="3096" name="tx3096"/>
            <p:cNvSpPr/>
            <p:nvPr/>
          </p:nvSpPr>
          <p:spPr>
            <a:xfrm>
              <a:off x="6637955" y="6277400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3,7%</a:t>
              </a:r>
            </a:p>
          </p:txBody>
        </p:sp>
        <p:sp>
          <p:nvSpPr>
            <p:cNvPr id="3097" name="tx3097"/>
            <p:cNvSpPr/>
            <p:nvPr/>
          </p:nvSpPr>
          <p:spPr>
            <a:xfrm>
              <a:off x="8332290" y="6442461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3,0%</a:t>
              </a:r>
            </a:p>
          </p:txBody>
        </p:sp>
        <p:sp>
          <p:nvSpPr>
            <p:cNvPr id="3098" name="rc3098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tx3099"/>
            <p:cNvSpPr/>
            <p:nvPr/>
          </p:nvSpPr>
          <p:spPr>
            <a:xfrm>
              <a:off x="560601" y="7232783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00" name="tx3100"/>
            <p:cNvSpPr/>
            <p:nvPr/>
          </p:nvSpPr>
          <p:spPr>
            <a:xfrm>
              <a:off x="560601" y="652537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01" name="tx3101"/>
            <p:cNvSpPr/>
            <p:nvPr/>
          </p:nvSpPr>
          <p:spPr>
            <a:xfrm>
              <a:off x="560601" y="5817975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102" name="tx3102"/>
            <p:cNvSpPr/>
            <p:nvPr/>
          </p:nvSpPr>
          <p:spPr>
            <a:xfrm>
              <a:off x="560601" y="5110571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103" name="tx3103"/>
            <p:cNvSpPr/>
            <p:nvPr/>
          </p:nvSpPr>
          <p:spPr>
            <a:xfrm>
              <a:off x="504091" y="440316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3104" name="pl3104"/>
            <p:cNvSpPr/>
            <p:nvPr/>
          </p:nvSpPr>
          <p:spPr>
            <a:xfrm>
              <a:off x="642416" y="72691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642416" y="65617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642416" y="58543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642416" y="51469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642416" y="44395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1690648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3384983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507931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6773652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846798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tx3114"/>
            <p:cNvSpPr/>
            <p:nvPr/>
          </p:nvSpPr>
          <p:spPr>
            <a:xfrm rot="-1200000">
              <a:off x="892535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3115" name="tx3115"/>
            <p:cNvSpPr/>
            <p:nvPr/>
          </p:nvSpPr>
          <p:spPr>
            <a:xfrm rot="-1200000">
              <a:off x="2586870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3116" name="tx3116"/>
            <p:cNvSpPr/>
            <p:nvPr/>
          </p:nvSpPr>
          <p:spPr>
            <a:xfrm rot="-1200000">
              <a:off x="4569600" y="7551575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3117" name="tx3117"/>
            <p:cNvSpPr/>
            <p:nvPr/>
          </p:nvSpPr>
          <p:spPr>
            <a:xfrm rot="-1200000">
              <a:off x="6172858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3118" name="tx3118"/>
            <p:cNvSpPr/>
            <p:nvPr/>
          </p:nvSpPr>
          <p:spPr>
            <a:xfrm rot="-1200000">
              <a:off x="7867193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3119" name="tx3119"/>
            <p:cNvSpPr/>
            <p:nvPr/>
          </p:nvSpPr>
          <p:spPr>
            <a:xfrm rot="-5400000">
              <a:off x="-411307" y="5867827"/>
              <a:ext cx="117930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Reducción de RMSE</a:t>
              </a:r>
            </a:p>
          </p:txBody>
        </p:sp>
        <p:sp>
          <p:nvSpPr>
            <p:cNvPr id="3120" name="tx3120"/>
            <p:cNvSpPr/>
            <p:nvPr/>
          </p:nvSpPr>
          <p:spPr>
            <a:xfrm rot="-5400000">
              <a:off x="-810900" y="5867827"/>
              <a:ext cx="225280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BYM2 vs. promedio nacional simple (%)</a:t>
              </a:r>
            </a:p>
          </p:txBody>
        </p:sp>
        <p:sp>
          <p:nvSpPr>
            <p:cNvPr id="3121" name="tx3121"/>
            <p:cNvSpPr/>
            <p:nvPr/>
          </p:nvSpPr>
          <p:spPr>
            <a:xfrm>
              <a:off x="674047" y="4229133"/>
              <a:ext cx="556814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B) Ganancia del modelo espacial sobre una línea base simple no ajustada, por paso</a:t>
              </a:r>
            </a:p>
          </p:txBody>
        </p:sp>
        <p:sp>
          <p:nvSpPr>
            <p:cNvPr id="3122" name="tx3122"/>
            <p:cNvSpPr/>
            <p:nvPr/>
          </p:nvSpPr>
          <p:spPr>
            <a:xfrm>
              <a:off x="2633472" y="7968901"/>
              <a:ext cx="5705856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Compromiso computacional declarado: 5 pliegues por grupo de municipios, no dejar-un-municipio-fuera exhaustivo (~7,5 h estimadas).</a:t>
              </a:r>
            </a:p>
          </p:txBody>
        </p:sp>
        <p:sp>
          <p:nvSpPr>
            <p:cNvPr id="3123" name="tx3123"/>
            <p:cNvSpPr/>
            <p:nvPr/>
          </p:nvSpPr>
          <p:spPr>
            <a:xfrm>
              <a:off x="2615504" y="8071771"/>
              <a:ext cx="574179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"Observado" = proporción NO ponderada dentro del municipio (más simple que la estimación directa con diseño complejo del script 05).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2026-08-04T15:48:27Z</dcterms:modified>
  <cp:category/>
</cp:coreProperties>
</file>