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8016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801600" cy="5760720"/>
            <a:chOff x="0" y="0"/>
            <a:chExt cx="128016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8016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470266"/>
              <a:ext cx="12801599" cy="4820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90396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511203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97334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117554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106209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118259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141192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148639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136635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086008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163506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158739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152341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2130927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79351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41079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9496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14051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785715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64954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642929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797927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1131386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137151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90706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130878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009160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3265502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3294800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5499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474803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408049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400018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455364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459384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25441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470785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521613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430765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475681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277968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035675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233452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251517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020173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021859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360980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283854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115842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085397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24794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194337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12866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250037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224061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130956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172659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96440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088014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223893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050018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031467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323665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200345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285064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009821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235129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305531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256590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053542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1975219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285275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197032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236621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183332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183260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213308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196698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021545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1980739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1976266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1993139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1931265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1942623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1948945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1953494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1967379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1878476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959208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3298211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3197449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211165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173572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182282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280108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134369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152716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237648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01130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291795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320379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191596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263726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168548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285953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292211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280410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234341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270575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245291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240260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202734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240111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215194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305902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280099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342581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250906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319294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286683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235207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286591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192308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151260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272123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284162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290973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218698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207911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190411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192593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315903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251054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275299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206255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296718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165542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209247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167231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113173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331780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283146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207754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479338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245887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196373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210207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211855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270713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216956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246682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094918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285159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194695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090333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247620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460080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190486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262306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332735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263537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260125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236839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316694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096883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253269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234883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210460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274975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255578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315339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229369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238917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306272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170761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222916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283824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239052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321270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319289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219980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320139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262414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206520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238253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167511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265540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157542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322357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04770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217890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321140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291734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251869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171216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255386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08917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259108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267113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250224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249267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271270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281135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292784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117744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177833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14961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210434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116710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202521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280249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324678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225744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315451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1734149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1565211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01519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90811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668593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629088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657827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643061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534468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656167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766585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491740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559158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38051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749820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562362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562103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90116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814417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802067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793303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467332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629283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831534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74471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868944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492135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605326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833838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594356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548961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537978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09568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763336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542411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760506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942045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474838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1834807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811100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463377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553948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730469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489929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691650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777555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490664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738000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967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681544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97849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699461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03386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672564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38465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444218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498061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762898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777183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797096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533904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435220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591434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50048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852775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53337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739806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486833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504321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501262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506408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486063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485829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499076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493192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482048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506666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514595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505084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503413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497718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507893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500754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010843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1936559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1691924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1831149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907784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003461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1822421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1948780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895511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1767296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1758498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682866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068273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000846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1925790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1677380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1937474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889129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1724633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1803796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792835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647268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923063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964285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1969598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1844088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1725416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723814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620130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902042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919202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1797821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1903752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672972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1822603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930797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847872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1877358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62906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330446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202370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259035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172237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340386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957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373545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271560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295083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208111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351960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271831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223420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248349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218797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289509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05096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260015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282494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290261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193885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172317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211295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289569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289956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347300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321915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389169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229763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243647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63394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88939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284831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247940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222774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285165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29641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321555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16814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174829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295708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57651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246111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230538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234353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282511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69245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384863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17408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493174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235289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584451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414443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350966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456943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48713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246006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374020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497206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398118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517816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350859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387575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494278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405410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587499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161990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454667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215576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571332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502277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347293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344317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412982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499494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28172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498239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567660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586618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577121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472868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461745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416741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506615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431920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494282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34609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14102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566369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565432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533650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549858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86648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61299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65749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53554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319405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428745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36540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18670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421915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453134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46320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580587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473159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519893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473460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313179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511185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43762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193624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428476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545324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288762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377923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255098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434671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541544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399642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490419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330390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555322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553497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576527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342121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464823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39856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520757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475646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573156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549858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580549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488204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551075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543060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579637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549542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485421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566663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479562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529619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93798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539628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513328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586418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584102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54331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23169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0370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51281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04424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12026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60687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26152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38553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07094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467448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594529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570929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584233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553714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518656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463433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590888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487624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545474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485998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488268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423474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489412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91949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501242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508031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458936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536148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568493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612090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560619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488149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498872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466358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529930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485884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556172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499073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590224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559280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499180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453622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534720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479801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423474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557021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51836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553599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73118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511277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576412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522310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520839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99597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74635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65479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464450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7384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59250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425791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96612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40325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0365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497629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533720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580489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563288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457404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520784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1969081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1938934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10093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38908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1969159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000298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156427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8725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1887341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1963274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025192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01598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1904281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004080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1930456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084283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1969906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819730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099965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877749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091196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060440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1882868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8569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1997082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016807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060606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071675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067800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091535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006707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119063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1954062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1918848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019674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083537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02992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00277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1964420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1952121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1784159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1945211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77544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39408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977765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1887645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033820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1768532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108357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047294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037279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025952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1867845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32205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1837931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17011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169659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057788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15484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014851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093534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1993763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1952784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1982995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160763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1997105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1935526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1922513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1996449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1841978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1810250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1982364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2028555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38750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022460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1883526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1878879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1912465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89558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59452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023383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50873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1951893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1968479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051515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1920125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86757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48453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1829754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50828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063488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1936045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022101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1820212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64816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1942757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009341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72541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051491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151169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098965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113608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029938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1955461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031908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1932918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1890349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1925043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1931435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134717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1931072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148018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1975799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105834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1998020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033031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1975993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1991602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039727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1985906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122073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1949139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1928867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1994614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068135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421906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520203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424520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415228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21957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545993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31733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41025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348892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531726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467903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420447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37657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399553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504627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371168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390326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495101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507346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493861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458625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496485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490176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526142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539444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524714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436959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2728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60725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99969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508119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4301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11644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09191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43149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35906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415955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498688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354797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398870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499272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418459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26623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438048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35970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07668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466149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525299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545784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461826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475249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359393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435221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375265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408358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454032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452481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14398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482181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391652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531240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432069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439335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363318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504617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31240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457446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468184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476549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462490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527707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539878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537036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542274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543879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406767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488824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394464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415087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41273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533613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453869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449028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436755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449302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460103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450708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523106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366658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380623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449028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497778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435453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463142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340391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518645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462313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525129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513300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509655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381084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437997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461951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458191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416307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378753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530371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514651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29115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396732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53740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49334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8132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59843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45492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399400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6600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382523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03352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434095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373842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13026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391858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36064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467073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455286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08330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481733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456996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439607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543277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523122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470937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474021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075801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189532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077138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284473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3265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68635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109581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356870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1989674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199398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080186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223333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46810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182998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155506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137244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173452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298399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085045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106120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42264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363268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04449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313181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321350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246187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140513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196482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082957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093675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1241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148471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72275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090663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262850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183398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133519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300442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182338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284540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01607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280669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116853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085848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172800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157189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4875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27720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241597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38527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294597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49324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131351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255910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338416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064844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092618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238397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1985571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024784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11937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69257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26484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225470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419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183683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358585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258713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312365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151173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188257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181845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114162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193495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143831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122218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162912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064598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360524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159152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232123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40668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196684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164468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245919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004615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159111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168563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124109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204245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117990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162826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170913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215538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20406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114181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221678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4449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137108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64252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289941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375704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184780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281244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222783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099582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118509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138911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094823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105800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165794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338554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347453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42834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528632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517939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491658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549011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486832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542624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498374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544727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554863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490814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497611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471218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501189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483111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525346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531519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521371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496305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472505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522228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516210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481169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474703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538000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498784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540308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483521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506676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489793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501238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84512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67649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513322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77289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545910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542163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1776567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1845989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1787248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1824517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36002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785564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907630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806667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64400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1832174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794593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8742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897277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870563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1777870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1767915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889210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00103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89210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877947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427872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320046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357714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422189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441828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20793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339988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341705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379627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307279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372660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45373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483313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382582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418237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351010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362255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352546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268113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352494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347894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371137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02515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350946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398330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369345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462236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384193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371007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484329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377502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305620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341551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369028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401102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350628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310302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400660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386243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387209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40322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385383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404115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363081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363566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332072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380927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322607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456713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337246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400650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841933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64246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853548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670385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760982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727539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784575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633046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669932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785858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752013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26784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670738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705644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671378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794765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33018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762820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739849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751016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853124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81382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660765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628307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17921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737687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950970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790169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37890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756868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844907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843945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07610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66602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874183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57230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20961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85089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846585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26980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29118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804286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689231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831423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621487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608674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31204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615849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719916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998956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600319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789107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768726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776893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625001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693885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815379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849839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04695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30472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804099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707974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747698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889945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851120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810528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879844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2874291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2796266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07467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2717024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2738159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6714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2855533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778090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695256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2687881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2923724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32883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779159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767239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2788316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2664933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734719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305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751551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19205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610787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2775653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729394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2644444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18909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774430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594619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708591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858831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818053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55601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660051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684439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841342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670645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754955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684473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754915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776239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739163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794242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711335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736012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737249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777457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776049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762588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583774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60881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52237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93298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809700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95896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92732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27325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769382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73716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70458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836530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1488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80412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687585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52603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609684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91974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3012114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586973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655168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16340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606245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581512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707620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42843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73402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602141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609672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690122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706240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41177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657004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11400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788077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780289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33558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856379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813293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714261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11813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653842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711493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788554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2702617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75767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792458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669075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789162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2803412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604751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779322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79798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2799750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615170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782876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2861265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2896141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77748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869134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2767654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2595616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2790053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2633002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760224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654783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763363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081378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685050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764223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621064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921953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928592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714939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778284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686821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812667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805645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702457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696440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630432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774516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767952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10932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774800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52192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719164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710287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761965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831075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666193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853764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800735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821680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775040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3044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779754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43856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821422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717500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790391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40351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87330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840691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651121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890106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96730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75965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635925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40885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71986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82940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658394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691392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790407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768329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792661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667008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645119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793529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09411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0942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773515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759309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816331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791725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740277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663781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790941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733038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728785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687841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632257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761321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785021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43281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695793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787788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789464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2835564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2700048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2842755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2709280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2970206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793484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2758347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874022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2642215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67080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705659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2740571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23394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2637515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631461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686303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849203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632567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26211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3008795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603369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744455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794891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763914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800266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699702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778125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758376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714490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3022648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650657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3032549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721560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802466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761607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828163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715246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849297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754562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683844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784355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976375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713286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01272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26514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709360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39315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816931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795464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777710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781101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645982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803706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89740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810932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05164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79694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807306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599018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875489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675113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668554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95231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597918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040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794533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774389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693612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47114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708503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603960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76413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829786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736204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805651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659109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646455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836425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695472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718756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702882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804258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43105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727266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00896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2702995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2834724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845842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2834558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0367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2721887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2653895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2605143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2837428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760250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726900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902939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2811529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757040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810246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2827290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2681307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652085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2773515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2603080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790543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742177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766600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051198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731535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627074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682516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817434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722551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708045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692409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850684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695060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594619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782174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787396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773123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20115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727300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659690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839807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803199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800677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920005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901490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707364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749410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635980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622201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825189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786206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1962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763732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803957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760981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977941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776143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811643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799242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697368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34984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843586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626646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971686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87322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46073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639898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840699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67177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680469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11466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76953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632257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741708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744201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959158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705803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790990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40070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908202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675800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815957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841973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690345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761717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887337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854388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787145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805389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823238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797924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681345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2655325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2697449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2784283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797714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621380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675921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820912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2774206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43351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56333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2709412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622945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2797651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2681136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792144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793836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2635148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785990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763000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772660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769069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786471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841128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798212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797139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786471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2689587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617341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674059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681272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764367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780389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793054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613647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699581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687580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793510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689034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777554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770813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771169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791805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793923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684124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800832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07028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660819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794979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882782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740622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772127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62971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765221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777376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72668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02763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818051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761160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49011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8953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803980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670385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96730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27545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801113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696656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953515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86703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809841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85137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724289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726434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96277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171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70929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616474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933719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644626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634371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699968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775558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25503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780062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726231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747964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773862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817180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772572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51004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795818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817377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849071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2785255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774093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2739889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2968435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863142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849201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750849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2706770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2726231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2782920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769139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732479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735596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743601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786759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830987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781598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752608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699350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2818902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696668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707526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17666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2669739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11821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2873123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633927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803151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625621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912750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660762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856093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911072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838194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946439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828651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608004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812324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666332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786100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54739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709581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10729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776470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650662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657647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867822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00889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3015501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783027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779445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64322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31493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795922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54587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757734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95210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90920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780056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52869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06454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18856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97406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3001933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818821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849137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89137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560200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673233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516827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678666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689590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540314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29594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627058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619913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678620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652323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582399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675975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693458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698755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557781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619315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665927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579979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562596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568297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700462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649677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03259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582201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671421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677280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614977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691841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643150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634318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648119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593819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673538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609941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694295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620263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692559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673171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615509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642629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580262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667313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593552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639414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590425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699711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34522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673817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18937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598310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717656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600306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575755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663310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594616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647175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669550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556493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32612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664460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622289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657805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705857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654681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628897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613477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92719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650971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729152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99364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51748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38321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610010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661496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674710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658500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45303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63014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563404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557475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92918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65043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94931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660106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647813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620657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555942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650434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648963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652400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644819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571467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649916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574017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645472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568237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650832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684909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713647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594955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568098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663304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690268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640829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05743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679465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637041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703541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633097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599444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679398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604256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595381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659194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643601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694448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628280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648748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592592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663628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653692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548924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547933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647094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741483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668641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581782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752130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590405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658355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675366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671537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531466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678093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586911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679253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678699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638760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656691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654667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693678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569964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693380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570380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624810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560683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554889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588378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652323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677045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651003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595715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715163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594600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588349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653751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690159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98180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10559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605383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619652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656517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54013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642319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613477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95307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73273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659687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84571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563482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15516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590647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27251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65354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709106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24486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665346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604376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659158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62808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621426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695572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611920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16256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650402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620967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632571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574121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570946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681863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678888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562849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658071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607340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679928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658544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631667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630586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569292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546957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550862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718066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640293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698260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662579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599226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688070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680409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671227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630134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606042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597730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627489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647137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602161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620967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652379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652952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638948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611167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702044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634330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617814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617417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632726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437829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477438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350321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428735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361435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375346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441588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385491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398094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396233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407986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373097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40140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6313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419815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3198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362241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57626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3823501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3839248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3836660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3836328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3836414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3684228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3842132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3639283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818716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754983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635741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776980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3805223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3834414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3615459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751873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269671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365413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522063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501949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313209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310014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243838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9363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306582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333994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45627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4375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349323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394399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340981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310245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297309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18336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23688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28590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35870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523774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457693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255193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275341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455078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338761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545884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525168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09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359963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27632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237274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252755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335817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49651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20344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150539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245541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523483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300603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453782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310060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909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188989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298924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301969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302950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46334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416753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87456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311014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238156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513460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427763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316367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268479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247040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154431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1427301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1619491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1651227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1524249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1556753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714786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382338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492343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14935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49922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742514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718137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633008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676707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470206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530644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501601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549750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457743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421597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279429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341644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341304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232984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35731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88868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003081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154731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326910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398824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369743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297153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246431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73012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218478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299175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203338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313556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25487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405641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87068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191459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384650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345270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848902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396698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339497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303225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9169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110675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264807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248352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354982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416230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300411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244296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29451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168415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335331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352860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30566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122389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73936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409579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948401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031961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04279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374734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222134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293370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1432498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270909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269896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355966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29177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320635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063016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299013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197706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303400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49910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425340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183270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20977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76791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432761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394296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181507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184318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222861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52820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215529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162473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358912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05755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22656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147229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42914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079910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195801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181763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147635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45576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080033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218951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184126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280707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202544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372241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586706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0196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541086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58597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30888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483817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618247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2601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440508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390963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627388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961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02865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486283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50154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96089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451576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494404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482936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570180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21454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516899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480463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499902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473572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523947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403393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457575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490992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386651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438684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483432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437006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429584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507225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496594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442342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421150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41369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406452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561203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582527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539604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9093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582683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631597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602175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609490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647506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604778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606220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601144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605023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650265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606899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636415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613692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609655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587288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611769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601168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610380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580079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597978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595138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605163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609118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620611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592828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573746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577997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613801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611593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614435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609184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554657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637345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599186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611149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631017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610498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614626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614293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606536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600273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621385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611739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667121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562962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577598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614321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600475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591349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630366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630392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617967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614780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625502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610554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601844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99140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635910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611167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625649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602612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58171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887648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738017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50428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752020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74497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875920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16003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806557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728226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770856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717706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785624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25505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9236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3047154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3014542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742514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94966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666005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930034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738017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729862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746894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688792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988449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746611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724859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676975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565385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742569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722279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742665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859214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731626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33955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564522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76584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648593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2650433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655092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2796520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23603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2753586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992310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770723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02101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2746161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661889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676108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2758730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676013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2763867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91841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961951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670528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022199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735629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659442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2748578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2633624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646583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2697163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727826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718944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845540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601129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748604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744272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716860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745494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2717140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35394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735853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766003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761088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744660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791410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675004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744272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765785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698437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730025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721078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711095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774299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756452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726513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789676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711297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3053681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746746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877595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658163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845797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652082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755335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762162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735753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951749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17085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718154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3017962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3003203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811458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52298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915778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714835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023186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49476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90900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22123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17756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777897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760344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753444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754918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723635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747148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735096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769050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757568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750498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727458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803756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761488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713560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832536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735096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663096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2891927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599165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741611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2766983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764751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581923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2912499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46465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762328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582708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063527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832124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2890584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747969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814992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45974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2715528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2570376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2899353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748853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2725404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043486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614206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864019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2740554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704209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768626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006006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828494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2961361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730639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757798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775586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876067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596149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578590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587723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568302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762174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603513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653686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3061210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39388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620879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748573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922346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775493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760887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97195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989185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732428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857641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609717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49915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685838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770676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73251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880578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3007976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43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18853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769384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34766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756283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727274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585560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742382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95007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793506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66297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764438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39196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23443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17883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975840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33886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661119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617492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643245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635932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584148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730036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658323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720626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738919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638031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558012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633223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615121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596960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742664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536223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611548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577391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610740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650402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573503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692272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569765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619098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496120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539136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626399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593220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598483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593496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10072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629004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616240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614964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611821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618918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642520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530425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597875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685633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635464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595828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579413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582723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549951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542540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522477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606879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599098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632507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590812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569547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611771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682698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606912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642373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607872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578425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715903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3701445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558772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688481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600663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664664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3618789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578161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522849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670481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590662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542642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571631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624924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625911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581528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647142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558248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679955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632255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553205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576703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612182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712460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641020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671229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481825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710564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698430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3608587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590451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587398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522490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3499371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538512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688730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568115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583398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603369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581876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597983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677542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481840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579012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534574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620654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631038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630231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566612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492243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670070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720314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573356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700715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573219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675662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601536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3640533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478358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716762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132864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049354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008421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014918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135192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170619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110702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019495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038881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045941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016241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066028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083855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010105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202667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03155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18524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1922886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024498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038732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49133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062356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039298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199962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1976413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283012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55902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045673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083505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1950923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110508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138620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028839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095449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089396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062356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26943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098194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047250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053032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018560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110055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78030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65108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1994750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1991137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73439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042330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031573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055075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1995756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1943819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23353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240258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1991147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01109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086743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001835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641079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3805223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789758" y="923365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3789758" y="923365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tx3198"/>
            <p:cNvSpPr/>
            <p:nvPr/>
          </p:nvSpPr>
          <p:spPr>
            <a:xfrm rot="-444575">
              <a:off x="3773149" y="1102780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199" name="rc3199"/>
            <p:cNvSpPr/>
            <p:nvPr/>
          </p:nvSpPr>
          <p:spPr>
            <a:xfrm>
              <a:off x="387334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602356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817377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032398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tx3203"/>
            <p:cNvSpPr/>
            <p:nvPr/>
          </p:nvSpPr>
          <p:spPr>
            <a:xfrm>
              <a:off x="1301419" y="3058324"/>
              <a:ext cx="449793" cy="98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04" name="tx3204"/>
            <p:cNvSpPr/>
            <p:nvPr/>
          </p:nvSpPr>
          <p:spPr>
            <a:xfrm>
              <a:off x="1374599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05" name="rc3205"/>
            <p:cNvSpPr/>
            <p:nvPr/>
          </p:nvSpPr>
          <p:spPr>
            <a:xfrm>
              <a:off x="1374599" y="350802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375319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374599" y="3735141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375319" y="3735861"/>
              <a:ext cx="149760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9" name="rc3209"/>
            <p:cNvSpPr/>
            <p:nvPr/>
          </p:nvSpPr>
          <p:spPr>
            <a:xfrm>
              <a:off x="1374599" y="396225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" name="rc3210"/>
            <p:cNvSpPr/>
            <p:nvPr/>
          </p:nvSpPr>
          <p:spPr>
            <a:xfrm>
              <a:off x="1375319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1" name="tx3211"/>
            <p:cNvSpPr/>
            <p:nvPr/>
          </p:nvSpPr>
          <p:spPr>
            <a:xfrm>
              <a:off x="1601715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12" name="tx3212"/>
            <p:cNvSpPr/>
            <p:nvPr/>
          </p:nvSpPr>
          <p:spPr>
            <a:xfrm>
              <a:off x="1601715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13" name="tx3213"/>
            <p:cNvSpPr/>
            <p:nvPr/>
          </p:nvSpPr>
          <p:spPr>
            <a:xfrm>
              <a:off x="1601715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14" name="tx3214"/>
            <p:cNvSpPr/>
            <p:nvPr/>
          </p:nvSpPr>
          <p:spPr>
            <a:xfrm>
              <a:off x="1374599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3215" name="rc3215"/>
            <p:cNvSpPr/>
            <p:nvPr/>
          </p:nvSpPr>
          <p:spPr>
            <a:xfrm>
              <a:off x="137459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1378199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2145894" y="4325055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2149494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137459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1378199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2145894" y="4552170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2149494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137459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1378199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2145894" y="477928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2149494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7" name="rc3227"/>
            <p:cNvSpPr/>
            <p:nvPr/>
          </p:nvSpPr>
          <p:spPr>
            <a:xfrm>
              <a:off x="1374599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8" name="rc3228"/>
            <p:cNvSpPr/>
            <p:nvPr/>
          </p:nvSpPr>
          <p:spPr>
            <a:xfrm>
              <a:off x="1378199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9" name="tx3229"/>
            <p:cNvSpPr/>
            <p:nvPr/>
          </p:nvSpPr>
          <p:spPr>
            <a:xfrm>
              <a:off x="1601715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41%-51%</a:t>
              </a:r>
            </a:p>
          </p:txBody>
        </p:sp>
        <p:sp>
          <p:nvSpPr>
            <p:cNvPr id="3230" name="tx3230"/>
            <p:cNvSpPr/>
            <p:nvPr/>
          </p:nvSpPr>
          <p:spPr>
            <a:xfrm>
              <a:off x="2373010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51%-53%</a:t>
              </a:r>
            </a:p>
          </p:txBody>
        </p:sp>
        <p:sp>
          <p:nvSpPr>
            <p:cNvPr id="3231" name="tx3231"/>
            <p:cNvSpPr/>
            <p:nvPr/>
          </p:nvSpPr>
          <p:spPr>
            <a:xfrm>
              <a:off x="1601715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53%-55%</a:t>
              </a:r>
            </a:p>
          </p:txBody>
        </p:sp>
        <p:sp>
          <p:nvSpPr>
            <p:cNvPr id="3232" name="tx3232"/>
            <p:cNvSpPr/>
            <p:nvPr/>
          </p:nvSpPr>
          <p:spPr>
            <a:xfrm>
              <a:off x="2373010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55%-57%</a:t>
              </a:r>
            </a:p>
          </p:txBody>
        </p:sp>
        <p:sp>
          <p:nvSpPr>
            <p:cNvPr id="3233" name="tx3233"/>
            <p:cNvSpPr/>
            <p:nvPr/>
          </p:nvSpPr>
          <p:spPr>
            <a:xfrm>
              <a:off x="1601715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57%-59%</a:t>
              </a:r>
            </a:p>
          </p:txBody>
        </p:sp>
        <p:sp>
          <p:nvSpPr>
            <p:cNvPr id="3234" name="tx3234"/>
            <p:cNvSpPr/>
            <p:nvPr/>
          </p:nvSpPr>
          <p:spPr>
            <a:xfrm>
              <a:off x="2373010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59%-70%</a:t>
              </a:r>
            </a:p>
          </p:txBody>
        </p:sp>
        <p:sp>
          <p:nvSpPr>
            <p:cNvPr id="3235" name="tx3235"/>
            <p:cNvSpPr/>
            <p:nvPr/>
          </p:nvSpPr>
          <p:spPr>
            <a:xfrm>
              <a:off x="1601715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36" name="tx3236"/>
            <p:cNvSpPr/>
            <p:nvPr/>
          </p:nvSpPr>
          <p:spPr>
            <a:xfrm>
              <a:off x="1602046" y="679033"/>
              <a:ext cx="1155893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37" name="rc3237"/>
            <p:cNvSpPr/>
            <p:nvPr/>
          </p:nvSpPr>
          <p:spPr>
            <a:xfrm>
              <a:off x="4518142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6338361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6327016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6339066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6361999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6369446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6357442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6306815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6384313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6379547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6373148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6351734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4900159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4861886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4880303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4934858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006522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4985761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4863736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018735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52194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357958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511513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351685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229967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7486309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7515607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7736306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7695611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7628857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7620825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7676171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7680191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7746249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7691592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7742421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7651572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7696488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6498775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6256483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6454260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6472324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6240980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6242667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6581787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6504661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6336650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6306204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6445602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6415144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6533673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6470844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6444869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6351763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6393467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6517248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308822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444700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270825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252274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544473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421152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6505871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230629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455936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526339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477398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274350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196026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506082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417839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457428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404139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404068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434116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417506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242352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201547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197073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213947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152072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163430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169753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174301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188186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099283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180015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7519018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7418256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7431972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7394379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7403089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7500915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7355177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7373523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7458455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7521938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7512602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7541187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7412403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7484533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7389356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7506761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7513018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7501217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7455149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491383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466098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461068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423541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7460919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436002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526710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500906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7563388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7471714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7540102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507490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7456015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507398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7413116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7372068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7492931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504969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7511780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439505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428718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411219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413400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536710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7471861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7496106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7427063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7517525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7386349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7430054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388038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7333980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552587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503953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7428561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7700145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7466694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417180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431014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432662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491520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7437763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7467489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7315725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505966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7415502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311140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468428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680887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411294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7483113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7553542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484345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7480932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457646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537502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317690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474076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7455690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431268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495782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476386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7536147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450177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459724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527079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7391568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443723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7504632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7459860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7542078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7540096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440788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7540946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483221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7427327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459060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388318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7486347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7378349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7543165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525577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438697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7541947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512542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472676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7392024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476194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7629725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7479915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487921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7471031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7470074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492077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501942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513592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7338551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398640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7535769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7431242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337518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7423328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7501057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7545485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446551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7536258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5954956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5786019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6022326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5911618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5889400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5849895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5878634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5863869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5755275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5876974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5987393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5712547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5779965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5758858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5970627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5783169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5782910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5910924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035225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022874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014110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5688139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5850090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052341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5995278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089752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5712943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5826134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054645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5815163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5769768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5758785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5830375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5984143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5763218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5981313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162853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5695645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055614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1908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5684185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5774755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5951277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5710737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5912458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5998363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5711471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5958807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5782775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5902351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5918657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5920268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5924193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5893371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5959272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5665025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5718869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5983706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5997990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017903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5754711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5656028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5812242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5770856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73582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5874144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5960613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707640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725128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722070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727215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706870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706636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719883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713999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702855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727474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735402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725892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724220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718525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728700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721561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31650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157367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5912731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6051957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6128591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6224269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6043228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6169587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6116318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5988104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5979305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5903674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6289080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6221654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6146598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5898188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6158281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6109936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5945440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024603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013643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5868075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143871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185092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190405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064896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5946223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5944622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5840938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122850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140009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018629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124559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5893779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043410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151605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068679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098166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183713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551253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423178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479842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393044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561193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533765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594352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492367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5890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428919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572767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492638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444227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69156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439604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510317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525904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480823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503301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511068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414693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393124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432102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510377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6510763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568108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542722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609976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6450570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464454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584201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609746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505638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468747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443581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505972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550449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542362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637621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395636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516515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578458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466919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6451345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455161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6503318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790052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605670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6738215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6713981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456096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05259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635250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571773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677750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769520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6466814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594827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718013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6618926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738624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571666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608382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715085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6626217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6808307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6382797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6675474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6436384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6792139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6723084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6568100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6565124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6633790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6720301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6748979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6719047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6788468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6807425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6797928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6693675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6682552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637548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6727422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652728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715089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6755416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6834910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6787177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6786239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6754457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6770666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6807456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6782106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6786556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6774361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6540213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6649553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6657347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6739477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6642722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6673942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6767128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6801394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6693966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6740700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6694268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6533986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6731992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6664569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6414432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6649284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6766131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6509569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598731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6475906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6655478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6762351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6620449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6711227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6551197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6776129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6774304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6797335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6562928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685630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6660663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6741564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696453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6793963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6770665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801356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6709011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771882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6763867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6800444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6770349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6706228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787470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6700370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6750426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6714605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6760436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6734135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6807225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6804909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6775139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6743976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6741177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6772088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6725231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6732833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6781494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6746960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6759360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6727901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6688256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6815336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6791736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6805040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6774522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6739463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6684240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6811696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6708431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6766281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6706805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6709075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6644282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6710219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6812756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6722050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6728839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6679744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6756956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6789300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6832897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6781426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6708956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6719680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6687165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6750737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6706691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6776979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6719880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6811031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6780087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6719987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6674429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6755527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6700608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6644282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6777828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6772643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6774407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6693925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6732084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6797220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6743118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6741647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6820404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6795442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6786286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6685257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6768191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6780057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6646598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6817420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6761132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6801172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6718436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6754527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6801296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6784096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6678211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6741591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6189888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6159742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6230901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6259716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6189966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6221105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6377235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6349532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6108148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6184081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6245999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6222405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6125089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6224887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6151263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6305091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6190714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040537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320772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098557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312003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281247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103675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209376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217889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237615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281414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292483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288607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312342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227514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339871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174870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139655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240482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304345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223799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221084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185227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172928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004967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166019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298352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260215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198572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108452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254627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5989340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329164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268101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258086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246759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088652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353012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058738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337818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390467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278596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136291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235659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14341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214571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173592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203802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381570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217913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156333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143320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217257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062786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031057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203171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249363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159558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243267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104334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099686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133272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410366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180260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244191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271681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172701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189286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272322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140933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307565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269261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050561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271635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284296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156852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242908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041019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385623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163565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230148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193348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272298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371977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319772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334415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250745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176268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252715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153725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111156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145850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152242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355525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151880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368825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196607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326641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218827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253838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196800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212410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260534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206713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342880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169946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149675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215421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288942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642713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741010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645328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636035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42764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766801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52541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761833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569700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752533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88710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641254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758464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20360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725434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591975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611133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715908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728153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714668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6679433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6717292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6710984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6746949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6760251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6745522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6657766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6663536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6681532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6720776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6728927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6685108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6632451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6629999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6763956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6756713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6636762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6719495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6575604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6619678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6720079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6639266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6747431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6658856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6756777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6728476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6686956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6746106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6766591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6682633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6696056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6580200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6656028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6596072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6629165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6674839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6673289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6735205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6702988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6612459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6752047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6652876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6660142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6584126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6725425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6752047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6678253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6688991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6697357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6683297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6748514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6760686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6757843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6763082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6764686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6627575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6709631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6615272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6635894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6762080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6754420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6674677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6669835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6657563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6670110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6680911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6671515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6743913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6587466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6601431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6669835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6718585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6656260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6683949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6561199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6739452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6683120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6745937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6734107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6730462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6601891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6658804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6682758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6678998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6637115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6599560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6751179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6735458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6749923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6617540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6674547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6670142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6688939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6680650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666299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6620207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6727407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6603331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6724160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6654902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6594649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6733834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6612665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6756872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6687880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6676094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6729137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6702540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6677804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6660414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6764084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6743930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6691744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6694829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6296609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6410340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6297946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6505280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6424073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6589443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6330389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6577677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6210482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6420206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6300994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6444140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6367618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6403805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6376313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6358051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6394259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6519207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6305852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6326927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563071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584075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425257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533988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542158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6466994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361320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6417289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303764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314482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492049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369279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493083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311471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483657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404206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354327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521250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403145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505347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6422415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6501476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337660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306656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393607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377996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475682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448527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462405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459334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515404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570131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352158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476718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559224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285652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313426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459204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206378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245591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432744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590064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347291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446277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576226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404490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579393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479520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533172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371981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409064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6402652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334969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414302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364638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343025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383720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285406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581331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379960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452931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6361476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417491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385275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6466727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225422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6379919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389371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344916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425052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338798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383633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391720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436346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441213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334989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442485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575257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6357915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485060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510748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596512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405587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502051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443591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320389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339316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359718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315630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326607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386601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559362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568261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463641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749439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38746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712465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6769818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07639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763431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719181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6765534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775670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711622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718419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692025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21997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03919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46153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52327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742178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717112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6693312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743035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6737017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6701976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6695510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6758808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6719591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6761115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6704328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6727484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6710601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6722045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6705319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6688456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6734129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6698096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6766717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6762971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5997374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6066796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6008056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6045325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6056810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6006371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6128437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6027475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6085207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6052982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6015400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6129549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6118085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6091371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5998678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5988722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6110018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020910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010017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098755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648679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540853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578522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642997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662636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641600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60796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62512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600434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528087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593467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666180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704121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603389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639045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571817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583062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573354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488921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573301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6568701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591945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6623322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6571753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6619137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6590153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683043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6605000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6591815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705136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6598309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6526427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6562358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6589836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6621910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6571435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6531109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6621467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607051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6608016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6661129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6606190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6624922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6583888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6584374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6552879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6601735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6543415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6677520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6558054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6621457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7062741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6885053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74356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6891192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6981789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48346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05382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6853853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6890740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006666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6972820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47592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6891545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26452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6892185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7015572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053825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83627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6960657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6971823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073931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202189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6881572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6849114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6838729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6958494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171777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010976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058698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6977676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065715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064752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6828417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187409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094990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6978037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6941769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005897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067392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6947787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6949925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025094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6910038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052230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6842295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6829482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052011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6836656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6940724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219763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6821126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009914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6989533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6997700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6845808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6914692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036187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070646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025503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051279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024906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6928782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6968505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110752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071927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031335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100651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095098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017074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228274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6937832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6958967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277522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076341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6998898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6916063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6908688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144531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153691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6999967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6988047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009123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6885740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6955526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188112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6972358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040012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6831595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6996461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6950201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6865252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6939717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6995237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6815426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6929398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079638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038861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6976408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6880858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6905246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062150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6891453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6975762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6905280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6975722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6997046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6959970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015050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6932142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6956820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6958057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6998265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6996856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6983395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6804582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181688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173045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6914105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030507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6916703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6913539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048132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6990189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094524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091265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057337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6932295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001219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6908393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273410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6830491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012781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232921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6807780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6875975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6937148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6827052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6802319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6928428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063650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6994209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6822948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6830479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6910929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6927047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6961985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6877811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032208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008884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001096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054366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077187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034101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6935069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132620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6874649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6932300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009361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6923424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096574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013265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6889882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009969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024220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6825558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000130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200606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020558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6835978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003683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082072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116948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098555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089941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6988462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6816423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010861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6853809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6981031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6875590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6984170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02185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6905858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6985030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6841872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142761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149400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6935746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6999092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6907628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033474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026452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6923264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6917247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6851239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6995324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6988760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031739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6995608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173000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6939971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6931094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6982773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051883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6887000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074571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021543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042487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6995848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6853851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000561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6864663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042229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6938307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011199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061158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008138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061498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6871928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110914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017537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6996772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6856732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6961692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6992793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003747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6879201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6912200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011215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6989136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013468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6887815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6865927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014336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030218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071749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6994322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6980116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037138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012532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6961084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6884588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011748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6953846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6949592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6908648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6853064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6982128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005828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064088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6916600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008595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010271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056371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6920856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063562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6930087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191014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014291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6979154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094830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6863022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187888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6926466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6961378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044201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6858322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6852268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6907110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070010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6853375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047018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229603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6824177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6965262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015698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6984721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021073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6920510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6998933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6979183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6935297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243455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6871464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253356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6942368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023273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6982415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048970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6936053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070104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6975369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6904651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005162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197182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6934094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022080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6847322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6930168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6860122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037738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016271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6998517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001908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6866790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024514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010547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031739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025971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000502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028113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6819825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096296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6895921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6889362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016038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6818725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086847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015340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6995196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6914419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067922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6929310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6824767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097221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050593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6957011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026458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6879917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6867262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057232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6916279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6939563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6923689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025065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063913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6948073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021704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6923803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055531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066649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055366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111174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6942695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6874702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6825951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058236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6981058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6947708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123746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032336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6977847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031053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048097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6902115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6872892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6994322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6823888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011350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6962985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6987408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272005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6952343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6847881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6903323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038241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6943358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6928852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6913216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071492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6915867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6815426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002981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008204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6993930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6940923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6948108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6880497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060614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024006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021484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140812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122297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6928171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6970218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6856787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6843008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045996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007013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6842769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6984539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024765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6981788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198748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6996950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032450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020049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6918175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6955792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064393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6847453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192494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008129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6966880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6860705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061507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187984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6901276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6932274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097760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6853064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6962515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6965009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179965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6926610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011797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060878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129009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6896607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036764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062781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6911153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6982524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108144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075196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007952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026196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044046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018731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6902153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6876132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6918257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005090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018521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6842187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6896729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041720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6995013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064158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077140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6930220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6843752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018459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6901943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012951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014643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6855955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006797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6983808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6993467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6989876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007278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061936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019019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017947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007278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6910394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6838149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6894866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6902080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6985174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001197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013861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6834455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6920388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6908388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014317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6909842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6998361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6991620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6991976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012613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014730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6904931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021640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127835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6881626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015786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103589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6961429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6992934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6883778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6986029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6998184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6893475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6823570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038858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6981967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069819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009760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024788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6891192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017537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6948353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021920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6917463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174323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207510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030648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005944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6945097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6947241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117085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056979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191737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6837282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154526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6865433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6855179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6920776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6996365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046311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000869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6947039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6968771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6994670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037988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6993380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171812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016626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038185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069879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006063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6994900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6960696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189242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083950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070008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6971657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6927577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6947039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003727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6989946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6953286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6956404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6964409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007567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051795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002406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6973415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6920158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039709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6917475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6928334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038473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6890547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132629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093931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6854735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023959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6846428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133558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6881569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076901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131879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059001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167246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049458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6828811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033131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6887140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006907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6975546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6930389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031536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6997277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6871470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6878455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088629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121696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236308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003834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000253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6885130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6852300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016729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6875394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6978542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6916017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6911727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000863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6973677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6927261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039663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018214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222740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039628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069944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009944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6781007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6894041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6737635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6899473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6910398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6761121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6850401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6847866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6840720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6899427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6873130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6803206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6896782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6914266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6919563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6778589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6840122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6886734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6800787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6783403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6789104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6921269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6870484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6924067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6803008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6892228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6898087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6835784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6912648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6863957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6855126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6868926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6814626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6894346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6830748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6915103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6841071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6913367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6893978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6836316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6863436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6801069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6888120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6814359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6860221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6811233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6920518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6955330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6894624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6939745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6819117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6938464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6821113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6796562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6884118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6815424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6867982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6890357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6777300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6953419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6885268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6843096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6878613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6926665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6875489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6849705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6834284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6813527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6871778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6949960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6820172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6772555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6759128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6830818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6882304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6895517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6879307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6866110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6883822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6784211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6778283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6913726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6885851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6915738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6880914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6868620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6841464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6776749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6871242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6869770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6873208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6865626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6792274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6870724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6794824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6866279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6789044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6871640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6905716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6934454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6815762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6788905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6884112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6911076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6861636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6926550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6900273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6857848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6924349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6853904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6820251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6900205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6825064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6816188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6880002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6864408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6915255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6849087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6869555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6813399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6884435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6874499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6769731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6768741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6867901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6962290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6889448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6802589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6972937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6811213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6879162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6896173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6892344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6752273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6898901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6807718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6900061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6899506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6859567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6877498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6875474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6914485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6790771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6914188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6791187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6845617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6781490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6775696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6809185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6873130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6897853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6871810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6816522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6935970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6815407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6809157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6874558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6910966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6818987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6931367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6826191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6840459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6877324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6774820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6863127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6834284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6816114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6794081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6880494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6905378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6784289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6836323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6811455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6848058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6886161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6929913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6945294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6886154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6825184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6879966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6983615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6842234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6916379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6832728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6937063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6871210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6841774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6853378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6794928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6791754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6902670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6899695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6783656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6878879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6828148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6900735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6879352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6852474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6851393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6790099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6767764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6771669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6938873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6861100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6919067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6883386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6820034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6908878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6901216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6892034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6850941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6826850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6818538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6848296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6867944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6822968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6841774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6873186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6873759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6859755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6831975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6922851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6855137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6838621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6838224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6853533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6658637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6698245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6571129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6649542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6582242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6596153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6662396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6606299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6618901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6617040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6628794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6593905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6560948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6597121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6640623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6624005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6583048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6678434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8044308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8060056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8057467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8057135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8057222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7905035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062939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7860091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039523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7975790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7856548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7997787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026030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055221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7836266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7972680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6490478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6586221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6742871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6722757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6534016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6530822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6464645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6700170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6527389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6554801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6766434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6735183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6570131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6615207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6561788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6531052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6518116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6739144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6744495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6749397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6756678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744582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6678501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6476001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6496149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675885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559568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766691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6745975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646616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580770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6648440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6458081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6473563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6556625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6770458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741152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371346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6466349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6744290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6521411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6674589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6530867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6614716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409796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519732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6522777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523758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6767141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6637560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6708263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6531821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6458963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734268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648571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537174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6489286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6467848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375238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5648108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5840299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5872034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5745057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5777560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5935593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5603146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5713151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5635743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5770730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5963321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5938944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5853816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897514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5691013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5751451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5722408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5770557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5678550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642404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5500237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5562451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5562111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5453792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656538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5609675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5223888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5375539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5547717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5619631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5590550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5517961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5467238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5593819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5439285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5519983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5424145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5534363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5646295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5626448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607875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412267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605457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566077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069709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617505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560304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524033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629976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331482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485615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469159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575790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637038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521218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465103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550258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389222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556138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573667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551373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43197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594743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630386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169208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252769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525086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5541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442941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514178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53305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491716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490704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576774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549984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541442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283823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519821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418513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524207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570717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646147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404077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541784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497599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653569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615104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402314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405126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443668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573627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436336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7383281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7579719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7426563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7443463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7368036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7463722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7300717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7416609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7402570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7368443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7566384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7300840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7439758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7404933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7501515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7423351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7593048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6807513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6691003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6761893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6679404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6751695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6704625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6839054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6743409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6661315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6611771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6848195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6785768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6723672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6707091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6770962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6816896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6672383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6715211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6703743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6790987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6842261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6737706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6701270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6720710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6694379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6744754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6624201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6678382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6711799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6607458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6659491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6704239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6657814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6650391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6728032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6717401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6663149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6641958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6862176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6627259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6782010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6803334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6760411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6809900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6803490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6852405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6822983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6830297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6868313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6825585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6827028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6821951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6825830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6871072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6827706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6857223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6834499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6830462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6808095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6832576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6821976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6831188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6800886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6818786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6815946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6825970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6829926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6841418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6813636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6794553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6798804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6834608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6832401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6835242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6829991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6775465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6858152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6819993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6831957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6851824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6831305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6835434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6835100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6827343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6821081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6842192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6832546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6887928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6783769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6798405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6835129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6821283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6812156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6851173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6851199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6838774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6835588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6846310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6831361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6822652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6819947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6856717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6831974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6846456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6823420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6978978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108455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6958824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6971235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6972828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6895305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096728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6836810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027364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6949034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6991663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6938513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006431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6946313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240043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67962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35349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6963322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115773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6886812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150841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6958824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6950669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6967701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6909599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209257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6967418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6945667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6897782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6786192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6963377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6943086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6963472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080021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6952434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154763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6785329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197392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6869400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6871240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6875900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017327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6944411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6974393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213117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6991530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222909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6966968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6882696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6896915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6979537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6896820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6984675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212648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182758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6891336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243006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6956436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6880249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6969385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6854431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6867390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6917970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6948633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6939751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066347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6821936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6969412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6965079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6937667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6966301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6937947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6956201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6956661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6986810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6981895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6965468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012218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6895812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6965079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6986592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6919245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6950832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6941885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6931902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6995106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6977260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6947320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010483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6932105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274489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6967554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098403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6878971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066604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6872889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6976142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6982970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6956560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172556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237892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6938962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238769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224010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032266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6973106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136586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6935643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243993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070283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111708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142930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038563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6998704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6981151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6974251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6975725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6944442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6967955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6955903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6989858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6978375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6971305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6948265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024563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6982295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6934367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053343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6955903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6883903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112734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6819973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6962418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6987791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6985559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6802730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133306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6967272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6983135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6803516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284334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052932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111391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6968776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035799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6966782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6936335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6791183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120160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6969661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6946211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264293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6835013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084826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6961362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6925016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6989434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26814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049301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182168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6951446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6978606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6996393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096874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6816956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6799397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6808530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6789109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6982981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6824321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6874494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282017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6960195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6841686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6969380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143153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6996301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6981694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218002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209992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6953236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078448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6830525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6770723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6906646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6991484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6794058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101386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28784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6949151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6839661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6990192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6955573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6977090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6948081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6806367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6963189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215814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014314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087104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6985245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6960003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044251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138691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196647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154693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6881926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6838300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6864052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6856739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6804955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6950843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6879131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6941434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6959726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6858839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6778820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6854030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835929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817768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963472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757031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832355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798198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831548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871209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794311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913080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790572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839905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716927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759943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847207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814027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819291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814304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930880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849812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837047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835771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7832628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7839726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7863327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7751233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7818683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7906440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7856271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7816635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7800221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7803531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7770758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7763348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7743284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7827686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7819905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7853315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7811619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7790354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7832578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7903506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7827719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7863180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7828679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7799233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7936710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7922253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7779579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7909288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7821470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7885471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7839596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7798968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7743656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7891288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7811470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7763450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7792438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7845732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7846719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7802335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7867950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7779055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7900763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7853062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7774012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7797511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7832989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7933268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7861827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7892036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7702632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7931371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7919237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7829394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7811259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7808206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7743297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7720178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7759320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7909537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7788922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7804206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7824176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7802684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7818791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7898349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7702647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7799820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7755382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7841462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7851845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7851039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7787419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7713050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7890877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7941121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7794163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7921522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7794026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7896470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7822343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7861340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7699165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7937569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6353671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6270161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6229228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6235725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6355999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6391427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6331509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6240302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6259689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6266748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6237048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6286835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6304662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6230913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6423475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6323962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6339332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6143693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6245305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6259539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6369941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6283164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6260105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420769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197220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503820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376709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266480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304313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171730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331315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359427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249646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316257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310204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283164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247750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319001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268058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273839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239367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330862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398837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385916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215558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211944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394246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263137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252380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275883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216563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164626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344161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461066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211954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321917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307550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222643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4861886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026030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tx6425"/>
            <p:cNvSpPr/>
            <p:nvPr/>
          </p:nvSpPr>
          <p:spPr>
            <a:xfrm>
              <a:off x="5595407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26" name="rc6426"/>
            <p:cNvSpPr/>
            <p:nvPr/>
          </p:nvSpPr>
          <p:spPr>
            <a:xfrm>
              <a:off x="5595407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7" name="rc6427"/>
            <p:cNvSpPr/>
            <p:nvPr/>
          </p:nvSpPr>
          <p:spPr>
            <a:xfrm>
              <a:off x="5596127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8" name="rc6428"/>
            <p:cNvSpPr/>
            <p:nvPr/>
          </p:nvSpPr>
          <p:spPr>
            <a:xfrm>
              <a:off x="5595407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9" name="rc6429"/>
            <p:cNvSpPr/>
            <p:nvPr/>
          </p:nvSpPr>
          <p:spPr>
            <a:xfrm>
              <a:off x="5596127" y="3735861"/>
              <a:ext cx="149760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0" name="rc6430"/>
            <p:cNvSpPr/>
            <p:nvPr/>
          </p:nvSpPr>
          <p:spPr>
            <a:xfrm>
              <a:off x="5595407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1" name="rc6431"/>
            <p:cNvSpPr/>
            <p:nvPr/>
          </p:nvSpPr>
          <p:spPr>
            <a:xfrm>
              <a:off x="5596127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2" name="tx6432"/>
            <p:cNvSpPr/>
            <p:nvPr/>
          </p:nvSpPr>
          <p:spPr>
            <a:xfrm>
              <a:off x="5822522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33" name="tx6433"/>
            <p:cNvSpPr/>
            <p:nvPr/>
          </p:nvSpPr>
          <p:spPr>
            <a:xfrm>
              <a:off x="5822522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34" name="tx6434"/>
            <p:cNvSpPr/>
            <p:nvPr/>
          </p:nvSpPr>
          <p:spPr>
            <a:xfrm>
              <a:off x="5822522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35" name="tx6435"/>
            <p:cNvSpPr/>
            <p:nvPr/>
          </p:nvSpPr>
          <p:spPr>
            <a:xfrm>
              <a:off x="5595407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6436" name="rc6436"/>
            <p:cNvSpPr/>
            <p:nvPr/>
          </p:nvSpPr>
          <p:spPr>
            <a:xfrm>
              <a:off x="5595407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7" name="rc6437"/>
            <p:cNvSpPr/>
            <p:nvPr/>
          </p:nvSpPr>
          <p:spPr>
            <a:xfrm>
              <a:off x="5599007" y="4328655"/>
              <a:ext cx="143999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8" name="rc6438"/>
            <p:cNvSpPr/>
            <p:nvPr/>
          </p:nvSpPr>
          <p:spPr>
            <a:xfrm>
              <a:off x="6366702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9" name="rc6439"/>
            <p:cNvSpPr/>
            <p:nvPr/>
          </p:nvSpPr>
          <p:spPr>
            <a:xfrm>
              <a:off x="6370302" y="4328655"/>
              <a:ext cx="143999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0" name="rc6440"/>
            <p:cNvSpPr/>
            <p:nvPr/>
          </p:nvSpPr>
          <p:spPr>
            <a:xfrm>
              <a:off x="5595407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1" name="rc6441"/>
            <p:cNvSpPr/>
            <p:nvPr/>
          </p:nvSpPr>
          <p:spPr>
            <a:xfrm>
              <a:off x="5599007" y="4555770"/>
              <a:ext cx="143999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2" name="rc6442"/>
            <p:cNvSpPr/>
            <p:nvPr/>
          </p:nvSpPr>
          <p:spPr>
            <a:xfrm>
              <a:off x="6366702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3" name="rc6443"/>
            <p:cNvSpPr/>
            <p:nvPr/>
          </p:nvSpPr>
          <p:spPr>
            <a:xfrm>
              <a:off x="6370302" y="4555770"/>
              <a:ext cx="143999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4" name="rc6444"/>
            <p:cNvSpPr/>
            <p:nvPr/>
          </p:nvSpPr>
          <p:spPr>
            <a:xfrm>
              <a:off x="5595407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5" name="rc6445"/>
            <p:cNvSpPr/>
            <p:nvPr/>
          </p:nvSpPr>
          <p:spPr>
            <a:xfrm>
              <a:off x="5599007" y="4782886"/>
              <a:ext cx="143999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6" name="rc6446"/>
            <p:cNvSpPr/>
            <p:nvPr/>
          </p:nvSpPr>
          <p:spPr>
            <a:xfrm>
              <a:off x="6366702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7" name="rc6447"/>
            <p:cNvSpPr/>
            <p:nvPr/>
          </p:nvSpPr>
          <p:spPr>
            <a:xfrm>
              <a:off x="6370302" y="4782886"/>
              <a:ext cx="143999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8" name="rc6448"/>
            <p:cNvSpPr/>
            <p:nvPr/>
          </p:nvSpPr>
          <p:spPr>
            <a:xfrm>
              <a:off x="5595407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9" name="rc6449"/>
            <p:cNvSpPr/>
            <p:nvPr/>
          </p:nvSpPr>
          <p:spPr>
            <a:xfrm>
              <a:off x="5599007" y="5010001"/>
              <a:ext cx="143999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0" name="tx6450"/>
            <p:cNvSpPr/>
            <p:nvPr/>
          </p:nvSpPr>
          <p:spPr>
            <a:xfrm>
              <a:off x="5822522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44%-56%</a:t>
              </a:r>
            </a:p>
          </p:txBody>
        </p:sp>
        <p:sp>
          <p:nvSpPr>
            <p:cNvPr id="6451" name="tx6451"/>
            <p:cNvSpPr/>
            <p:nvPr/>
          </p:nvSpPr>
          <p:spPr>
            <a:xfrm>
              <a:off x="6593817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56%-58%</a:t>
              </a:r>
            </a:p>
          </p:txBody>
        </p:sp>
        <p:sp>
          <p:nvSpPr>
            <p:cNvPr id="6452" name="tx6452"/>
            <p:cNvSpPr/>
            <p:nvPr/>
          </p:nvSpPr>
          <p:spPr>
            <a:xfrm>
              <a:off x="5822522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58%-61%</a:t>
              </a:r>
            </a:p>
          </p:txBody>
        </p:sp>
        <p:sp>
          <p:nvSpPr>
            <p:cNvPr id="6453" name="tx6453"/>
            <p:cNvSpPr/>
            <p:nvPr/>
          </p:nvSpPr>
          <p:spPr>
            <a:xfrm>
              <a:off x="6593817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61%-64%</a:t>
              </a:r>
            </a:p>
          </p:txBody>
        </p:sp>
        <p:sp>
          <p:nvSpPr>
            <p:cNvPr id="6454" name="tx6454"/>
            <p:cNvSpPr/>
            <p:nvPr/>
          </p:nvSpPr>
          <p:spPr>
            <a:xfrm>
              <a:off x="5822522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64%-68%</a:t>
              </a:r>
            </a:p>
          </p:txBody>
        </p:sp>
        <p:sp>
          <p:nvSpPr>
            <p:cNvPr id="6455" name="tx6455"/>
            <p:cNvSpPr/>
            <p:nvPr/>
          </p:nvSpPr>
          <p:spPr>
            <a:xfrm>
              <a:off x="6593817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68%-82%</a:t>
              </a:r>
            </a:p>
          </p:txBody>
        </p:sp>
        <p:sp>
          <p:nvSpPr>
            <p:cNvPr id="6456" name="tx6456"/>
            <p:cNvSpPr/>
            <p:nvPr/>
          </p:nvSpPr>
          <p:spPr>
            <a:xfrm>
              <a:off x="5822522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57" name="tx6457"/>
            <p:cNvSpPr/>
            <p:nvPr/>
          </p:nvSpPr>
          <p:spPr>
            <a:xfrm>
              <a:off x="5827379" y="679033"/>
              <a:ext cx="114684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Tratamiento</a:t>
              </a:r>
            </a:p>
          </p:txBody>
        </p:sp>
        <p:sp>
          <p:nvSpPr>
            <p:cNvPr id="6458" name="rc6458"/>
            <p:cNvSpPr/>
            <p:nvPr/>
          </p:nvSpPr>
          <p:spPr>
            <a:xfrm>
              <a:off x="8738949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10559168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10547823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10559874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10582806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10590254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10578249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10527623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10605120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10600354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10593956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10572541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9120966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9082694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9101111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9155665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9227329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9206568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9084544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9239542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9573001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9578766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9732320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9572493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9450774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11707116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11736414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11957113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11916418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11849664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11841632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11896978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11900999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11967056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11912400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11963228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11872380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11917295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10719582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10477290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10675067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10693131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10461787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10463474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10802595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10725468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10557457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10527012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10666409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10635951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10754481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10691652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10665676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10572571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10614274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10738055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10529629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10665508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10491632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10473082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10765280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10641959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10726679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10451436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10676744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10747146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10698205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10495157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10416833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10726889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10638647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10678235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10624947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10624875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10654923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10638313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10463159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10422354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10417880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10434754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10372879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10384238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10390560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10395108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10408993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10320091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10400822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11739826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11639063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11652780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11615187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11623897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11721722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11575984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11594331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11679263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11742745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11733410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11761994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11633210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11705340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11610163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11727568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11733826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11722024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11675956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11712190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11686906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11681875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11644348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11681726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11656809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11747517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11721713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11784196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11692521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11760909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11728298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11676822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11728205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11633923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11592875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11713738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11725776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11732588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11660313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11649525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11632026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11634207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11757517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11692669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11716914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11647870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11738332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11607157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11650861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11608846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11554787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11773395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11724760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11649368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11920953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11687502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11637988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11651821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11653469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11712327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11658570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11688297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11536533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11726773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11636310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11531948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11689235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11901695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11632101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11703920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11774350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11705152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11701739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11678454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11758309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11538497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11694884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11676497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11652075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11716589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11697193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11756954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11670984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11680531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11747886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11612375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11664531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11725439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11680667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11762885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11760903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11661595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11761753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11704029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11648135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11679867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11609126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11707154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11599156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11763972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11746385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11659504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11762754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11733349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11693483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11612831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11697001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11850532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11700723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11708728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11691838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11690882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11712884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11722749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11734399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11559359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11619447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11756576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11652049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11558325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11644136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11721864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11766293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11667359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11757065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10175764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10006826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10243134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10132425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10110207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10070702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10099442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10084676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9976083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10097782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10208200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9933355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10000772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9979665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10191434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10003976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10003717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10131731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10256032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10243682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10234918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9908947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10070897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10273149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10216085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10310559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9933750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10046941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10275452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10035970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9990576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9979593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10051182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10204951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9984025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10202121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10383660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9916452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10276421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10252715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9904992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9995563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10172084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9931544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10133265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10219170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9932279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10179615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10003582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10123159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10139464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10141076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10145000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10114178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10180079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9885833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9939676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10204513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10218797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10238711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9975518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9876835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10033049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9991663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10294390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10094952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10181421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10928447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10945935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10942877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10948023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10927677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10927444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10940690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10934806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10923662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10948281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10956209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10946699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10945028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10939332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10949508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10942368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10452457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10378174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10133538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10272764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10349398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10445076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10264035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10390394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10337126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10208911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10200112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10124481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10509887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10442461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10367405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10118995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10379088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10330743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10166248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10245411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10234450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10088882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10364678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10405900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10411213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10285703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10167030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10165429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10061745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10343657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10360816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10239436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10345367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10114586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10264218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10372412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10289487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10318973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10404521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10772060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10643985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10700649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10613852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10782000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10754572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10815160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10713174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10736697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10649726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10793575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10713445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10665034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10689964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10660411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10731124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10746711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10701630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10724109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10731875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10635500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10613931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10652909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10731184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10731570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10788915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10763530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10830783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10671377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10685262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10805008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10830553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10726446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10689554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10664388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10726779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10771256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10763169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10858429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10616444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10737322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10799265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10687726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10672153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10675968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10724125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11010859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10826478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10959023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10934788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10676903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11026066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10856057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10792580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10898558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10990327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10687621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10815634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10938820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10839733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10959431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10792473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10829189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10935892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10847025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11029114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10603605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10896281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10657191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11012946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10943891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10788907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10785932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10854597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10941109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10969786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10939854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11009275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11028232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11018736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10914482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10903359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10858356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10948229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10873535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10935897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10976224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11055717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11007984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11007047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10975265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10991473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11028263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11002914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11007363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10995168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10761020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10870360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10878155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10960284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10863529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10894749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10987935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11022202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10914773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10961508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10915075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10754793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10952800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10885376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10635239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10870091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10986939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10730376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10819538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10696713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10876285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10983159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10841257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10932034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10772004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10996937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10995112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11018142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10783736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10906437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10881471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10962372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10917260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11014770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10991472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11022164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10929818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10992690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10984675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11021251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10991156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10927035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11008277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10921177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10971234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10935412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10981243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10954942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11028033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11025716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10995946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10964784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10961985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10992896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10946039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10953641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11002302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10967767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10980168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10948709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10909063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11036144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11012544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11025848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10995329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10960270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10905047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11032503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10929239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10987088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10927613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10929882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10865089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10931027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11033563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10942857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10949646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10900551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10977763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11010108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11053705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11002234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10929764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10940487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10907973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10971544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10927498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10997787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10940687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11031839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11000894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10940794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10895237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10976335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10921415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10865089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10998635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10993450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10995214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10914733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10952892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11018027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10963925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10962454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11041211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11016249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11007093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10906065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10988999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11000864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10867405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11038227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10981939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11021979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10939243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10975335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11022104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11004903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10899019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10962398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10410696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10380549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10451708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10480523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10410773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10441913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10598042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10570339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10328955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10404889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10466807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10443212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10345896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10445695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10372071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10525898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10411521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10261345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10541579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10319364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10532810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10502054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10324482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10430184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10438696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10458422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10502221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10513290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10509414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10533149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10448322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10560678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10395677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10360463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10461289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10525152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10444607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10441891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10406035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10393736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10225774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10386826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10519159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10481023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10419379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10329259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10475435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10210147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10549972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10488908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10478893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10467566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10309460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10573819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10279545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10558626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10611274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10499403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10357099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10456466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10535148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10435378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10394399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10424610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10602377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10438720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10377140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10364128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10438064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10283593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10251865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10423978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10470170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10380365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10464075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10325141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10320493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10354080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10631173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10401067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10464998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10492488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10393508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10410093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10493130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10361740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10528372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10490068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10271368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10492443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10505103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10377660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10463716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10261827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10606430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10384372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10450956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10414155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10493106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10592784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10540579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10555223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10471553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10397076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10473522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10374532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10331963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10366657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10373049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10576332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10372687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10589632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10417414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10547449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10439634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10474645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10417608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10433217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10481342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10427520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10563687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10390754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10370482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10436229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10509750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10863520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10961818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10866135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10856842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10963571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10987608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10973348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10982640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10790507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10973340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10909517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10862061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10979271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10841168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10946241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10812782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10831941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10936716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10948960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10935475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10900240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10938099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10931791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10967757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10981059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10966329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10878573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10884343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10902340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10941583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10949734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10905915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10853259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10850806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10984764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10977520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10857570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10940302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10796411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10840485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10940886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10860074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10968238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10879663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10977584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10949283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10907763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10966914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10987399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10903441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10916864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10801007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10876836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10816879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10849972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10895647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10894096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10956013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10923796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10833267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10972854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10873683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10880950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10804933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10946232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10972854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10899060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10909798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10918164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10904105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10969321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10981493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10978651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10983889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10985493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10848382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10930438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10836079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10856701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10982888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10975228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10895484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10890642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10878370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10890917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10901718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10892323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10964720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10808273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10822238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10890642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10939392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10877067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10904757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10782006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10960260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10903928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10966744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10954914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10951270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10822699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10879612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10903565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10899805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10857922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10820367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10971986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10956265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10970730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10838347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10895355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10890949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10909746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10901458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10887107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10841014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10948215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10824138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10944967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10875709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10815456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10954641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10833472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10977679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10908687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10896901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10949945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10923347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10898611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10881222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10984891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10964737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10912552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10915636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10517416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10631147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10518753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10726087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10644880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10810250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10551196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10798485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10431289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10641013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10521801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10664948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10588425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10624612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10597120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10578859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10615066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10740014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10526659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10547735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10783878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10804882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10646064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10754795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10762965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10687802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10582128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10638096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10524571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10535290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10712856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10590086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10713890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10532278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10704464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10625013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10575134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10742057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10623952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10726154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10643222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10722283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10558467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10527463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10614414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10598804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10696489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10669334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10683212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10680142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10736212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10790938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10572966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10697525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10780031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10506459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10534233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10680011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10427185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10466399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10653551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10810872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10568099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10667085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10797034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10625298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10800200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10700328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10753979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10592788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10629872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10623460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10555777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10635110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10585445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10563832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10604527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10506213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10802138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10600767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10673738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10582283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10638298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10606082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10687534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10446230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10600726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10610178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10565724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10645859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10559605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10604441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10612527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10657153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10662021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10555796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10663293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10796064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10578723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10705867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10731555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10817319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10626394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10722858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10664398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10541197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10560124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10580525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10536438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10547415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10607408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10780169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10789068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10684449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10970246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10959553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10933272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10990626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10928446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10984238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10939989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10986341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10996478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10932429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10939226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10912833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10942804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10924726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10966960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10973134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10962986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10937919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10914119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10963843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10957824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10922783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10916317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10979615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10940398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10981923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10925136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10948291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10931408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10942852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10926127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10909263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10954936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10918904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10987524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10983778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10218181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10287604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10228863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10266132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10277617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10227178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10349245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10248282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10306014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10273789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10236208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10350356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10338892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10312178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10219485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10209529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10330825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10241718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10230825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10319562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10869486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10761660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10799329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10863804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10883443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10862407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10781603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10783320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10821242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10748894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10814275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10886987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10924928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10824196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10859852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10792625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10803869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10794161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10709728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10794109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10789508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10812752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10844129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10792561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10839944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10810960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10903851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10825807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10812622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10925943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10819117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10747235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10783166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10810643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10842717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10792243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10751916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10842274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10827858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10828823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10881937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10826998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10845730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10804695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10805181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10773687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10822542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10764222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10898328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10778861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10842264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11283548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11105860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11295163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11111999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11202597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11169154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11226189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11074661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11111547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11227473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11193628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11268399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11112353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11147259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11112993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11236379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11274632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11204435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11181464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11192630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11294738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11422996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11102380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11069922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11059536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11179301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11392584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11231783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11279505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11198483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11286522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11285560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11049224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11408216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11315798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11198844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11162576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11226704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11288199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11168594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11170732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11245901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11130846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11273038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11063102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11050289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11272819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11057464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11161531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11440571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11041933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11230721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11210340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11218507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11066616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11135500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11256994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11291454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11246310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11272086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11245714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11149589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11189313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11331559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11292734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11252142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11321458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11315906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11237881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11449082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11158639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11179774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11498329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11297148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11219705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11136870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11129495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11365339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11374498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11220774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11208854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11229931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11106548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11176334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11408920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11193165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11260820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11052402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11217268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11171008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11086059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11160524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11216044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11036233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11150206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11300445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11259668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11197216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11101665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11126054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11282957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11112260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11196569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11126088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11196529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11217853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11180777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11235857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11152949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11177627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11178864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11219072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11217663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11204202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11025389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11402496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11393852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11134913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11251315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11137511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11134347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11268939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11210996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11315331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11312072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11278145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11153103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11222027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11129200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11494218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11051298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11233589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11453728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11028587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11096782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11157955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11047860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11023126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11149235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11284458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11215016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11043755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11051286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11131737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11147854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11182792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11098618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11253015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11229692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11221904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11275173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11297994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11254908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11155876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11353428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11095456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11153107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11230168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11144231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11317381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11234073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11110689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11230777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11245027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11046366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11220937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11421413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11241365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11056785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11224490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11302879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11337755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11319363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11310748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11209269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11037230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11231668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11074616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11201838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11096397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11204978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11522993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11126665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11205838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11062679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11363568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11370207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11156553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11219899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11128435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11254281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11247260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11144072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11138054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11072046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11216131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11209567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11252547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11216415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11393807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11160779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11151902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11203580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11272690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11107808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11295378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11242350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11263294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11216655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11074658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11221368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11085470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11263036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11159115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11232006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11281965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11228945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11282306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11092736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11331721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11238345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11217580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11077539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11182500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11213601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11224554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11100008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11133007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11232022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11209943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11234275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11108622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11086734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11235143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11251025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11292557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11215130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11200923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11257946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11233339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11181892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11105396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11232556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11174653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11170400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11129455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11073872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11202935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11226636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11284895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11137408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11229402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11231078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11277178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11141663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11284369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11150894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11411821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11235099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11199961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11315637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11083829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11408695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11147274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11182186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11265008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11079129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11073075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11127917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11290817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11074182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11267825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11450410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11044984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11186070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11236505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11205529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11241881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11141317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11219740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11199991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11156105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11464262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11092271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11474163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11163175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11244081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11203222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11269778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11156860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11290911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11196176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11125458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11225969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11417990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11154901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11242887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11068129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11150975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11080929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11258545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11237079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11219324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11222716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11087597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11245321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11231355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11252547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11246779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11221309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11248921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11040632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11317103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11116728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11110169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11236846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11039532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11307654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11236148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11216003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11135226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11288729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11150117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11045574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11318028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11271401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11177818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11247266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11100724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11088069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11278040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11137086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11160371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11144496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11245872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11284720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11168880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11242511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11144610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11276339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11287456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11276173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11331981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11163502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11095509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11046758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11279043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11201865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11168515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11344554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11253144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11198655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11251860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11268904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11122922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11093699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11215130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11044695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11232158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11183792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11208215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11492813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11173150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11068688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11124131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11259048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11164165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11149659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11134023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11292299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11136675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11036233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11223789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11229011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11214738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11161730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11168915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11101304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11281422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11244813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11242291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11361620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11343104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11148978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11191025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11077595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11063816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11266804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11227820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11063577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11205347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11245572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11202595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11419555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11217757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11253257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11240856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11138983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11176599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11285201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11068260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11413301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11228936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11187687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11081513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11282314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11408791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11122084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11153081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11318568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11073872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11183323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11185816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11400773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11147418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11232605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11281685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11349817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11117414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11257571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11283588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11131960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11203332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11328951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11296003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11228759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11247003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11264853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11239538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11122960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11096940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11139064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11225897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11239329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11062994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11117536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11262527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11215821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11284965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11297948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11151027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11064560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11239266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11122750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11233758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11235451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11076763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11227604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11204615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11214275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11210683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11228086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11282743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11239826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11238754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11228086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11131201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11058956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11115674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11122887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11205981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11222004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11234669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11055262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11141195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11129195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11235124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11130649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11219168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11212427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11212783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11233420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11235537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11125738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11242447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11348642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11102434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11236594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11324397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11182236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11213741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11104585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11206836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11218991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11114283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11044377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11259665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11202774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11290626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11230567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11245595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11111999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11238345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11169160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11242727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11138270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11395130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11428318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11251455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11226752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11165904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11168049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11337892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11277786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11412544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11058089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11375334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11086241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11075986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11141583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11217172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11267118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11221677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11167846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11189579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11215477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11258795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11214187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11392619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11237433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11258992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11290686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11226870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11215708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11181503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11410049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11304757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11290815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11192464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11148384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11167846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11224535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11210754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11174094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11177211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11185216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11228374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11272602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11223213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11194222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11140965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11260516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11138283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11149141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11259281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11111354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11353436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11314738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11075542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11244766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11067236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11354365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11102376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11297708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11352686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11279808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11388054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11270265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11049618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11253939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11107947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11227714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11196354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11151196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11252343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11218085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11092277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11099262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11309436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11342503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11457116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11224641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11221060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11105937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11073108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11237536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11096201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11199349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11136824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11132534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11221670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11194484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11148069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11260470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11239021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11443547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11260435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11290751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11230751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11001814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11114848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10958442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11120281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11131205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10981929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11071209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11068673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11061527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11120234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11093938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11024014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11117590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11135073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11140370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10999396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11060930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11107541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11021594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11004210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11009912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11142076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11091291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11144874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11023815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11113035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11118895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11056591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11133456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11084764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11075933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11089734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11035434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11115153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11051556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11135910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11061878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11134174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11114785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11057123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11084243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11021877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11108928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11035166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11081028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11032040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11141325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11176137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11115432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11160552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11039925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11159271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11041920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11017369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11104925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11036231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11088790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11111165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10998107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11174227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11106075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11063903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11099420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11147472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11096296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11070512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11055092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11034334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11092586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11170767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11040979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10993363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10979935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11051625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11103111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11116324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11100114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11086917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11104629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11005019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10999090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11134533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11106658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11136545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11101721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11089428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11062272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10997557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11092049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11090578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11094015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11086433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11013081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11091531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11015631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11087086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11009852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11092447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11126523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11155261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11036570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11009713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11104919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11131883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11082444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11147357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11121080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11078655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11145156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11074712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11041058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11121013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11045871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11036995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11100809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11085216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11136062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11069895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11090363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11034207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11105242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11095306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10990538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10989548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11088708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11183097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11110256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11023397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11193744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11032020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11099969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11116980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11113152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10973081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11119708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11028525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11120868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11120313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11080374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11098306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11096281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11135292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11011579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11134995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11011995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11066424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11002297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10996503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11029992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11093938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11118660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11092617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11037330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11156777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11036214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11029964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11095366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11131773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11039795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11152174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11046998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11061266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11098132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10995627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11083934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11055092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11036921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11014888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11101301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11126186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11005096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11057130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11032262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11068865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11106969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11150720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11166101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11106961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11045991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11100773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11204422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11063041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11137187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11053535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11157870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11092017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11062582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11074186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11015736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11012561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11123478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11120502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11004464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11099686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11048955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11121543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11100159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11073282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11072200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11010906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10988571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10992477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11159680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11081908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11139874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11104194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11040841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11129685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11122024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11112841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11071748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11047657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11039345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11069103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11088751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11043775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11062582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11093993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11094566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11080562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11052782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11143659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11075944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11059429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11059032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11074340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10879444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10919052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10791936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10870350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10803049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10816961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10883203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10827106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10839708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10837847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10849601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10814712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10781755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10817928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10861430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10844813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10803855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10899241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12265115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12280863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12278275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12277942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12278029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12125843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12283747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12080898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12260330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12196598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12077355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12218595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12246837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12276028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12057074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12193487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10711285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10807028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10963678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10943564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10754824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10751629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10685452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10920977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10748196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10775609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10987241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10955990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10790938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10836014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10782596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10751860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10738923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10959951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10965302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10970205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10977485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10965389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10899308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10696808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10716956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10896692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10780375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10987499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10966782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10867424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10801577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10869247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10678888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10694370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10777432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10991266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10961959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10592154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10687156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10965098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10742218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10895397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10751674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10835523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10630604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10740539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10743584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10744565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10987948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10858367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10929070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10752628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10679770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10955075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10869378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10757981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10710093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10688655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10596045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9868915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10061106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10092841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9965864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9998368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10156400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9823953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9933958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9856550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9991537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10184128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10159751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10074623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10118321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9911820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9972258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9943216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9991365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9899357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9863211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9721044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9783259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9782919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9674599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9877345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9830482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9444695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9596346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9768525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9840439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9811358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9738768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9688046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9814626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9660093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9740790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9644952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9755170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9867102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9847256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9828683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9633074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9826264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9786884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9290517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9838312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9781111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9744840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9850783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9552290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9706422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9689966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9796597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9857845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9742025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9685911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9771066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9610030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9776945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9794475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9772180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9564004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9815550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9851194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9390016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9473576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9745894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9816348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9663749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9734985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9874113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9712524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9711511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9797581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9770791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9762250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9504631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9740628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9639320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9745014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9791525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9866954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9624884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9762591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9718406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9874376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9835911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9623122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9625933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9664475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9794435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9657144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11604088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11800526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11647370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11664271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11588843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11684529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11521524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11637416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11623378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11589250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11787191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11521647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11660565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11625740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11722322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11644158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11813855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11028321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10911811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10982701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10900212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10972503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10925432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11059861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10964216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10882123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10832578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11069003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11006575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10944480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10927898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10991769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11037704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10893191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10936018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10924550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11011795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11063068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10958514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10922077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10941517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10915186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10965562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10845008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10899190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10932606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10828265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10880298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10925046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10878621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10871198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10948840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10938209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10883957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10862765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11082984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10848067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11002817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11024142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10981219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11030708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11024297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11073212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11043790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11051104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11089121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11046392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11047835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11042759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11046638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11091880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11048514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11078030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11055306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11051270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11028902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11053383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11042783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11051995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11021693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11039593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11036753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11046778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11050733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11062225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11034443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11015360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11019611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11055416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11053208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11056050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11050798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10996272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11078959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11040800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11052764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11072631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11052112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11056241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11055907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11048150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11041888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11063000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11053353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11108735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11004577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11019213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11055936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11042090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11032963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11071980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11072007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11059581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11056395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11067117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11052169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11043459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11040754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11077525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11052781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11067264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11044227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11199786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11329263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11179632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11192042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11193635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11116112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11317535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11057618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11248171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11169841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11212471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11159320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11227238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11167120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11460851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11488769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11456157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11184129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11336580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11107619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11371649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11179632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11171477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11188509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11130406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11430064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11188226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11166474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11118589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11006999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11184184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11163894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11184279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11300828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11173241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11375570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11006136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11418199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11090207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11092047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11096707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11238135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11165218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11195200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11433925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11212337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11443716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11187775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11103504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11117722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11200344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11117627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11205482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11433455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11403565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11112143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11463813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11177243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11101057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11190193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11075239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11088198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11138777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11169441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11160559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11287155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11042743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11190219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11185887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11158474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11187108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11158754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11177008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11177468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11207618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11202702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11186275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11233025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11116619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11185887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11207399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11140052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11171640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11162693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11152709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11215913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11198067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11168128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11231291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11152912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11495296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11188361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11319210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11099778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11287412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11093697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11196949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11203777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11177367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11393364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11458699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11159769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11459577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11444818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11253073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11193913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11357393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11156450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11464801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11291090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11332515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11363737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11259371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11219511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11201959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11195058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11196533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11165250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11188762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11176711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11210665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11199182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11192112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11169072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11245370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11203103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11155175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11274150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11176711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11104711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11333542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11040780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11183226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11208598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11206366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11023537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11354114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11188079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11203943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11024323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11505142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11273739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11332199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11189584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11256607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11187589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11157142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11011991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11340968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11190468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11167018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11485100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11055820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11305634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11182169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11145824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11210241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11447621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11270108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11402975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11172253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11199413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11217200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11317682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11037763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11020204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11029338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11009916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11203788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11045128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11095301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11502824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11181003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11062493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11190188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11363960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11217108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11202502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11438810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11430799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11174043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11299255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11051332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10991530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11127453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11212291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11014866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11322193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11449591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11169958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11060468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11210999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11176380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11197897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11168888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11027174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11183996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11436621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11235121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11307912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11206052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11180810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11265058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11359498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11417455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11375500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11102734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11059107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11084860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11077546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11025763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11171650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1099938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1162241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11180534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11079646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10999627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1074837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12056736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12038575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12184279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11977838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12053163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12019005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12052355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12092017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12015118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12133887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h9112"/>
            <p:cNvSpPr/>
            <p:nvPr/>
          </p:nvSpPr>
          <p:spPr>
            <a:xfrm>
              <a:off x="12011380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h9113"/>
            <p:cNvSpPr/>
            <p:nvPr/>
          </p:nvSpPr>
          <p:spPr>
            <a:xfrm>
              <a:off x="12060713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h9114"/>
            <p:cNvSpPr/>
            <p:nvPr/>
          </p:nvSpPr>
          <p:spPr>
            <a:xfrm>
              <a:off x="11937735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h9115"/>
            <p:cNvSpPr/>
            <p:nvPr/>
          </p:nvSpPr>
          <p:spPr>
            <a:xfrm>
              <a:off x="11980751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h9116"/>
            <p:cNvSpPr/>
            <p:nvPr/>
          </p:nvSpPr>
          <p:spPr>
            <a:xfrm>
              <a:off x="12068014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h9117"/>
            <p:cNvSpPr/>
            <p:nvPr/>
          </p:nvSpPr>
          <p:spPr>
            <a:xfrm>
              <a:off x="12034834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h9118"/>
            <p:cNvSpPr/>
            <p:nvPr/>
          </p:nvSpPr>
          <p:spPr>
            <a:xfrm>
              <a:off x="12040098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h9119"/>
            <p:cNvSpPr/>
            <p:nvPr/>
          </p:nvSpPr>
          <p:spPr>
            <a:xfrm>
              <a:off x="12035111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h9120"/>
            <p:cNvSpPr/>
            <p:nvPr/>
          </p:nvSpPr>
          <p:spPr>
            <a:xfrm>
              <a:off x="12151687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h9121"/>
            <p:cNvSpPr/>
            <p:nvPr/>
          </p:nvSpPr>
          <p:spPr>
            <a:xfrm>
              <a:off x="12070619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h9122"/>
            <p:cNvSpPr/>
            <p:nvPr/>
          </p:nvSpPr>
          <p:spPr>
            <a:xfrm>
              <a:off x="12057854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h9123"/>
            <p:cNvSpPr/>
            <p:nvPr/>
          </p:nvSpPr>
          <p:spPr>
            <a:xfrm>
              <a:off x="12056578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h9124"/>
            <p:cNvSpPr/>
            <p:nvPr/>
          </p:nvSpPr>
          <p:spPr>
            <a:xfrm>
              <a:off x="12053436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h9125"/>
            <p:cNvSpPr/>
            <p:nvPr/>
          </p:nvSpPr>
          <p:spPr>
            <a:xfrm>
              <a:off x="12060533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h9126"/>
            <p:cNvSpPr/>
            <p:nvPr/>
          </p:nvSpPr>
          <p:spPr>
            <a:xfrm>
              <a:off x="12084134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h9127"/>
            <p:cNvSpPr/>
            <p:nvPr/>
          </p:nvSpPr>
          <p:spPr>
            <a:xfrm>
              <a:off x="11972040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h9128"/>
            <p:cNvSpPr/>
            <p:nvPr/>
          </p:nvSpPr>
          <p:spPr>
            <a:xfrm>
              <a:off x="12039490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h9129"/>
            <p:cNvSpPr/>
            <p:nvPr/>
          </p:nvSpPr>
          <p:spPr>
            <a:xfrm>
              <a:off x="12127248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h9130"/>
            <p:cNvSpPr/>
            <p:nvPr/>
          </p:nvSpPr>
          <p:spPr>
            <a:xfrm>
              <a:off x="12077079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h9131"/>
            <p:cNvSpPr/>
            <p:nvPr/>
          </p:nvSpPr>
          <p:spPr>
            <a:xfrm>
              <a:off x="12037442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h9132"/>
            <p:cNvSpPr/>
            <p:nvPr/>
          </p:nvSpPr>
          <p:spPr>
            <a:xfrm>
              <a:off x="12021028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h9133"/>
            <p:cNvSpPr/>
            <p:nvPr/>
          </p:nvSpPr>
          <p:spPr>
            <a:xfrm>
              <a:off x="12024338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h9134"/>
            <p:cNvSpPr/>
            <p:nvPr/>
          </p:nvSpPr>
          <p:spPr>
            <a:xfrm>
              <a:off x="11991565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h9135"/>
            <p:cNvSpPr/>
            <p:nvPr/>
          </p:nvSpPr>
          <p:spPr>
            <a:xfrm>
              <a:off x="11984155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h9136"/>
            <p:cNvSpPr/>
            <p:nvPr/>
          </p:nvSpPr>
          <p:spPr>
            <a:xfrm>
              <a:off x="11964092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h9137"/>
            <p:cNvSpPr/>
            <p:nvPr/>
          </p:nvSpPr>
          <p:spPr>
            <a:xfrm>
              <a:off x="12048494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h9138"/>
            <p:cNvSpPr/>
            <p:nvPr/>
          </p:nvSpPr>
          <p:spPr>
            <a:xfrm>
              <a:off x="12040713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h9139"/>
            <p:cNvSpPr/>
            <p:nvPr/>
          </p:nvSpPr>
          <p:spPr>
            <a:xfrm>
              <a:off x="12074122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h9140"/>
            <p:cNvSpPr/>
            <p:nvPr/>
          </p:nvSpPr>
          <p:spPr>
            <a:xfrm>
              <a:off x="12032426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h9141"/>
            <p:cNvSpPr/>
            <p:nvPr/>
          </p:nvSpPr>
          <p:spPr>
            <a:xfrm>
              <a:off x="12011161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h9142"/>
            <p:cNvSpPr/>
            <p:nvPr/>
          </p:nvSpPr>
          <p:spPr>
            <a:xfrm>
              <a:off x="12053386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h9143"/>
            <p:cNvSpPr/>
            <p:nvPr/>
          </p:nvSpPr>
          <p:spPr>
            <a:xfrm>
              <a:off x="12124313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h9144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h9145"/>
            <p:cNvSpPr/>
            <p:nvPr/>
          </p:nvSpPr>
          <p:spPr>
            <a:xfrm>
              <a:off x="12048526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h9146"/>
            <p:cNvSpPr/>
            <p:nvPr/>
          </p:nvSpPr>
          <p:spPr>
            <a:xfrm>
              <a:off x="12083987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h9147"/>
            <p:cNvSpPr/>
            <p:nvPr/>
          </p:nvSpPr>
          <p:spPr>
            <a:xfrm>
              <a:off x="12049487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h9148"/>
            <p:cNvSpPr/>
            <p:nvPr/>
          </p:nvSpPr>
          <p:spPr>
            <a:xfrm>
              <a:off x="12020040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h9149"/>
            <p:cNvSpPr/>
            <p:nvPr/>
          </p:nvSpPr>
          <p:spPr>
            <a:xfrm>
              <a:off x="12157518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h9150"/>
            <p:cNvSpPr/>
            <p:nvPr/>
          </p:nvSpPr>
          <p:spPr>
            <a:xfrm>
              <a:off x="12143060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h9151"/>
            <p:cNvSpPr/>
            <p:nvPr/>
          </p:nvSpPr>
          <p:spPr>
            <a:xfrm>
              <a:off x="12000386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h9152"/>
            <p:cNvSpPr/>
            <p:nvPr/>
          </p:nvSpPr>
          <p:spPr>
            <a:xfrm>
              <a:off x="12130095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h9153"/>
            <p:cNvSpPr/>
            <p:nvPr/>
          </p:nvSpPr>
          <p:spPr>
            <a:xfrm>
              <a:off x="12042277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h9154"/>
            <p:cNvSpPr/>
            <p:nvPr/>
          </p:nvSpPr>
          <p:spPr>
            <a:xfrm>
              <a:off x="12106279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h9155"/>
            <p:cNvSpPr/>
            <p:nvPr/>
          </p:nvSpPr>
          <p:spPr>
            <a:xfrm>
              <a:off x="12060403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h9156"/>
            <p:cNvSpPr/>
            <p:nvPr/>
          </p:nvSpPr>
          <p:spPr>
            <a:xfrm>
              <a:off x="12019776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h9157"/>
            <p:cNvSpPr/>
            <p:nvPr/>
          </p:nvSpPr>
          <p:spPr>
            <a:xfrm>
              <a:off x="11964464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h9158"/>
            <p:cNvSpPr/>
            <p:nvPr/>
          </p:nvSpPr>
          <p:spPr>
            <a:xfrm>
              <a:off x="12112095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h9159"/>
            <p:cNvSpPr/>
            <p:nvPr/>
          </p:nvSpPr>
          <p:spPr>
            <a:xfrm>
              <a:off x="12032277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h9160"/>
            <p:cNvSpPr/>
            <p:nvPr/>
          </p:nvSpPr>
          <p:spPr>
            <a:xfrm>
              <a:off x="11984257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h9161"/>
            <p:cNvSpPr/>
            <p:nvPr/>
          </p:nvSpPr>
          <p:spPr>
            <a:xfrm>
              <a:off x="12013245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h9162"/>
            <p:cNvSpPr/>
            <p:nvPr/>
          </p:nvSpPr>
          <p:spPr>
            <a:xfrm>
              <a:off x="12066539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h9163"/>
            <p:cNvSpPr/>
            <p:nvPr/>
          </p:nvSpPr>
          <p:spPr>
            <a:xfrm>
              <a:off x="12067526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h9164"/>
            <p:cNvSpPr/>
            <p:nvPr/>
          </p:nvSpPr>
          <p:spPr>
            <a:xfrm>
              <a:off x="12023143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h9165"/>
            <p:cNvSpPr/>
            <p:nvPr/>
          </p:nvSpPr>
          <p:spPr>
            <a:xfrm>
              <a:off x="12088757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h9166"/>
            <p:cNvSpPr/>
            <p:nvPr/>
          </p:nvSpPr>
          <p:spPr>
            <a:xfrm>
              <a:off x="11999862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h9167"/>
            <p:cNvSpPr/>
            <p:nvPr/>
          </p:nvSpPr>
          <p:spPr>
            <a:xfrm>
              <a:off x="12121570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h9168"/>
            <p:cNvSpPr/>
            <p:nvPr/>
          </p:nvSpPr>
          <p:spPr>
            <a:xfrm>
              <a:off x="12073870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h9169"/>
            <p:cNvSpPr/>
            <p:nvPr/>
          </p:nvSpPr>
          <p:spPr>
            <a:xfrm>
              <a:off x="11994819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h9170"/>
            <p:cNvSpPr/>
            <p:nvPr/>
          </p:nvSpPr>
          <p:spPr>
            <a:xfrm>
              <a:off x="12018318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h9171"/>
            <p:cNvSpPr/>
            <p:nvPr/>
          </p:nvSpPr>
          <p:spPr>
            <a:xfrm>
              <a:off x="12053796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h9172"/>
            <p:cNvSpPr/>
            <p:nvPr/>
          </p:nvSpPr>
          <p:spPr>
            <a:xfrm>
              <a:off x="12154075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h9173"/>
            <p:cNvSpPr/>
            <p:nvPr/>
          </p:nvSpPr>
          <p:spPr>
            <a:xfrm>
              <a:off x="12082634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h9174"/>
            <p:cNvSpPr/>
            <p:nvPr/>
          </p:nvSpPr>
          <p:spPr>
            <a:xfrm>
              <a:off x="12112843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h9175"/>
            <p:cNvSpPr/>
            <p:nvPr/>
          </p:nvSpPr>
          <p:spPr>
            <a:xfrm>
              <a:off x="11923439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h9176"/>
            <p:cNvSpPr/>
            <p:nvPr/>
          </p:nvSpPr>
          <p:spPr>
            <a:xfrm>
              <a:off x="12152178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h9177"/>
            <p:cNvSpPr/>
            <p:nvPr/>
          </p:nvSpPr>
          <p:spPr>
            <a:xfrm>
              <a:off x="12140044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h9178"/>
            <p:cNvSpPr/>
            <p:nvPr/>
          </p:nvSpPr>
          <p:spPr>
            <a:xfrm>
              <a:off x="12050202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h9179"/>
            <p:cNvSpPr/>
            <p:nvPr/>
          </p:nvSpPr>
          <p:spPr>
            <a:xfrm>
              <a:off x="12032066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h9180"/>
            <p:cNvSpPr/>
            <p:nvPr/>
          </p:nvSpPr>
          <p:spPr>
            <a:xfrm>
              <a:off x="12029013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h9181"/>
            <p:cNvSpPr/>
            <p:nvPr/>
          </p:nvSpPr>
          <p:spPr>
            <a:xfrm>
              <a:off x="11964105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h9182"/>
            <p:cNvSpPr/>
            <p:nvPr/>
          </p:nvSpPr>
          <p:spPr>
            <a:xfrm>
              <a:off x="11940986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h9183"/>
            <p:cNvSpPr/>
            <p:nvPr/>
          </p:nvSpPr>
          <p:spPr>
            <a:xfrm>
              <a:off x="11980127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h9184"/>
            <p:cNvSpPr/>
            <p:nvPr/>
          </p:nvSpPr>
          <p:spPr>
            <a:xfrm>
              <a:off x="12130345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h9185"/>
            <p:cNvSpPr/>
            <p:nvPr/>
          </p:nvSpPr>
          <p:spPr>
            <a:xfrm>
              <a:off x="12009730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h9186"/>
            <p:cNvSpPr/>
            <p:nvPr/>
          </p:nvSpPr>
          <p:spPr>
            <a:xfrm>
              <a:off x="12025013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h9187"/>
            <p:cNvSpPr/>
            <p:nvPr/>
          </p:nvSpPr>
          <p:spPr>
            <a:xfrm>
              <a:off x="12044983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h9188"/>
            <p:cNvSpPr/>
            <p:nvPr/>
          </p:nvSpPr>
          <p:spPr>
            <a:xfrm>
              <a:off x="12023491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h9189"/>
            <p:cNvSpPr/>
            <p:nvPr/>
          </p:nvSpPr>
          <p:spPr>
            <a:xfrm>
              <a:off x="12039598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h9190"/>
            <p:cNvSpPr/>
            <p:nvPr/>
          </p:nvSpPr>
          <p:spPr>
            <a:xfrm>
              <a:off x="12119156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h9191"/>
            <p:cNvSpPr/>
            <p:nvPr/>
          </p:nvSpPr>
          <p:spPr>
            <a:xfrm>
              <a:off x="11923454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h9192"/>
            <p:cNvSpPr/>
            <p:nvPr/>
          </p:nvSpPr>
          <p:spPr>
            <a:xfrm>
              <a:off x="12020627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h9193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h9194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h9195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h9196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h9197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h9198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h9199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h9200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h9201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h9202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h9203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h9204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h9205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h9206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h9207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h9208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h9209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h9210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h9211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h9212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h9213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h9214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h921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h921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h921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h9218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h9219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h9220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h9221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h9222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h9223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h9224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h9225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h9226"/>
            <p:cNvSpPr/>
            <p:nvPr/>
          </p:nvSpPr>
          <p:spPr>
            <a:xfrm>
              <a:off x="11976189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h92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h92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h92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h92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h92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h92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h92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h92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h92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h9236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h9237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h9238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h9239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h9240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h9241"/>
            <p:cNvSpPr/>
            <p:nvPr/>
          </p:nvSpPr>
          <p:spPr>
            <a:xfrm>
              <a:off x="12062269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h9242"/>
            <p:cNvSpPr/>
            <p:nvPr/>
          </p:nvSpPr>
          <p:spPr>
            <a:xfrm>
              <a:off x="12072653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h9243"/>
            <p:cNvSpPr/>
            <p:nvPr/>
          </p:nvSpPr>
          <p:spPr>
            <a:xfrm>
              <a:off x="12071846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h9244"/>
            <p:cNvSpPr/>
            <p:nvPr/>
          </p:nvSpPr>
          <p:spPr>
            <a:xfrm>
              <a:off x="12008227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h9245"/>
            <p:cNvSpPr/>
            <p:nvPr/>
          </p:nvSpPr>
          <p:spPr>
            <a:xfrm>
              <a:off x="11933858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h9246"/>
            <p:cNvSpPr/>
            <p:nvPr/>
          </p:nvSpPr>
          <p:spPr>
            <a:xfrm>
              <a:off x="12111685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h9247"/>
            <p:cNvSpPr/>
            <p:nvPr/>
          </p:nvSpPr>
          <p:spPr>
            <a:xfrm>
              <a:off x="12161928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h9248"/>
            <p:cNvSpPr/>
            <p:nvPr/>
          </p:nvSpPr>
          <p:spPr>
            <a:xfrm>
              <a:off x="12014970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h9249"/>
            <p:cNvSpPr/>
            <p:nvPr/>
          </p:nvSpPr>
          <p:spPr>
            <a:xfrm>
              <a:off x="12142329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h9250"/>
            <p:cNvSpPr/>
            <p:nvPr/>
          </p:nvSpPr>
          <p:spPr>
            <a:xfrm>
              <a:off x="12014834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h9251"/>
            <p:cNvSpPr/>
            <p:nvPr/>
          </p:nvSpPr>
          <p:spPr>
            <a:xfrm>
              <a:off x="12117277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h9252"/>
            <p:cNvSpPr/>
            <p:nvPr/>
          </p:nvSpPr>
          <p:spPr>
            <a:xfrm>
              <a:off x="12043150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h9253"/>
            <p:cNvSpPr/>
            <p:nvPr/>
          </p:nvSpPr>
          <p:spPr>
            <a:xfrm>
              <a:off x="12082148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h9254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h9255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h9256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h9257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h9258"/>
            <p:cNvSpPr/>
            <p:nvPr/>
          </p:nvSpPr>
          <p:spPr>
            <a:xfrm>
              <a:off x="11919972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h9259"/>
            <p:cNvSpPr/>
            <p:nvPr/>
          </p:nvSpPr>
          <p:spPr>
            <a:xfrm>
              <a:off x="12158376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h9260"/>
            <p:cNvSpPr/>
            <p:nvPr/>
          </p:nvSpPr>
          <p:spPr>
            <a:xfrm>
              <a:off x="10574479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h9261"/>
            <p:cNvSpPr/>
            <p:nvPr/>
          </p:nvSpPr>
          <p:spPr>
            <a:xfrm>
              <a:off x="10490968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h9262"/>
            <p:cNvSpPr/>
            <p:nvPr/>
          </p:nvSpPr>
          <p:spPr>
            <a:xfrm>
              <a:off x="10450036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h9263"/>
            <p:cNvSpPr/>
            <p:nvPr/>
          </p:nvSpPr>
          <p:spPr>
            <a:xfrm>
              <a:off x="10456532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h9264"/>
            <p:cNvSpPr/>
            <p:nvPr/>
          </p:nvSpPr>
          <p:spPr>
            <a:xfrm>
              <a:off x="10576807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h9265"/>
            <p:cNvSpPr/>
            <p:nvPr/>
          </p:nvSpPr>
          <p:spPr>
            <a:xfrm>
              <a:off x="10612234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h9266"/>
            <p:cNvSpPr/>
            <p:nvPr/>
          </p:nvSpPr>
          <p:spPr>
            <a:xfrm>
              <a:off x="10552316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h9267"/>
            <p:cNvSpPr/>
            <p:nvPr/>
          </p:nvSpPr>
          <p:spPr>
            <a:xfrm>
              <a:off x="10461110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h9268"/>
            <p:cNvSpPr/>
            <p:nvPr/>
          </p:nvSpPr>
          <p:spPr>
            <a:xfrm>
              <a:off x="10480496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h9269"/>
            <p:cNvSpPr/>
            <p:nvPr/>
          </p:nvSpPr>
          <p:spPr>
            <a:xfrm>
              <a:off x="10487555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h9270"/>
            <p:cNvSpPr/>
            <p:nvPr/>
          </p:nvSpPr>
          <p:spPr>
            <a:xfrm>
              <a:off x="10457856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h9271"/>
            <p:cNvSpPr/>
            <p:nvPr/>
          </p:nvSpPr>
          <p:spPr>
            <a:xfrm>
              <a:off x="10507642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h9272"/>
            <p:cNvSpPr/>
            <p:nvPr/>
          </p:nvSpPr>
          <p:spPr>
            <a:xfrm>
              <a:off x="10525470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h9273"/>
            <p:cNvSpPr/>
            <p:nvPr/>
          </p:nvSpPr>
          <p:spPr>
            <a:xfrm>
              <a:off x="10451720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h9274"/>
            <p:cNvSpPr/>
            <p:nvPr/>
          </p:nvSpPr>
          <p:spPr>
            <a:xfrm>
              <a:off x="10644282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h9275"/>
            <p:cNvSpPr/>
            <p:nvPr/>
          </p:nvSpPr>
          <p:spPr>
            <a:xfrm>
              <a:off x="10544770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h9276"/>
            <p:cNvSpPr/>
            <p:nvPr/>
          </p:nvSpPr>
          <p:spPr>
            <a:xfrm>
              <a:off x="10560139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h9277"/>
            <p:cNvSpPr/>
            <p:nvPr/>
          </p:nvSpPr>
          <p:spPr>
            <a:xfrm>
              <a:off x="10364500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h9278"/>
            <p:cNvSpPr/>
            <p:nvPr/>
          </p:nvSpPr>
          <p:spPr>
            <a:xfrm>
              <a:off x="10466113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h9279"/>
            <p:cNvSpPr/>
            <p:nvPr/>
          </p:nvSpPr>
          <p:spPr>
            <a:xfrm>
              <a:off x="10480346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h9280"/>
            <p:cNvSpPr/>
            <p:nvPr/>
          </p:nvSpPr>
          <p:spPr>
            <a:xfrm>
              <a:off x="10590748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h9281"/>
            <p:cNvSpPr/>
            <p:nvPr/>
          </p:nvSpPr>
          <p:spPr>
            <a:xfrm>
              <a:off x="10503971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h9282"/>
            <p:cNvSpPr/>
            <p:nvPr/>
          </p:nvSpPr>
          <p:spPr>
            <a:xfrm>
              <a:off x="10480913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h9283"/>
            <p:cNvSpPr/>
            <p:nvPr/>
          </p:nvSpPr>
          <p:spPr>
            <a:xfrm>
              <a:off x="10641576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h9284"/>
            <p:cNvSpPr/>
            <p:nvPr/>
          </p:nvSpPr>
          <p:spPr>
            <a:xfrm>
              <a:off x="10418027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h9285"/>
            <p:cNvSpPr/>
            <p:nvPr/>
          </p:nvSpPr>
          <p:spPr>
            <a:xfrm>
              <a:off x="10724627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h9286"/>
            <p:cNvSpPr/>
            <p:nvPr/>
          </p:nvSpPr>
          <p:spPr>
            <a:xfrm>
              <a:off x="10597517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h9287"/>
            <p:cNvSpPr/>
            <p:nvPr/>
          </p:nvSpPr>
          <p:spPr>
            <a:xfrm>
              <a:off x="10487288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h9288"/>
            <p:cNvSpPr/>
            <p:nvPr/>
          </p:nvSpPr>
          <p:spPr>
            <a:xfrm>
              <a:off x="10525120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h9289"/>
            <p:cNvSpPr/>
            <p:nvPr/>
          </p:nvSpPr>
          <p:spPr>
            <a:xfrm>
              <a:off x="10392537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h9290"/>
            <p:cNvSpPr/>
            <p:nvPr/>
          </p:nvSpPr>
          <p:spPr>
            <a:xfrm>
              <a:off x="10552123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h9291"/>
            <p:cNvSpPr/>
            <p:nvPr/>
          </p:nvSpPr>
          <p:spPr>
            <a:xfrm>
              <a:off x="10580234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h9292"/>
            <p:cNvSpPr/>
            <p:nvPr/>
          </p:nvSpPr>
          <p:spPr>
            <a:xfrm>
              <a:off x="10470453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h9293"/>
            <p:cNvSpPr/>
            <p:nvPr/>
          </p:nvSpPr>
          <p:spPr>
            <a:xfrm>
              <a:off x="10537064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h9294"/>
            <p:cNvSpPr/>
            <p:nvPr/>
          </p:nvSpPr>
          <p:spPr>
            <a:xfrm>
              <a:off x="10531011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h9295"/>
            <p:cNvSpPr/>
            <p:nvPr/>
          </p:nvSpPr>
          <p:spPr>
            <a:xfrm>
              <a:off x="10503971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h9296"/>
            <p:cNvSpPr/>
            <p:nvPr/>
          </p:nvSpPr>
          <p:spPr>
            <a:xfrm>
              <a:off x="10468558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h9297"/>
            <p:cNvSpPr/>
            <p:nvPr/>
          </p:nvSpPr>
          <p:spPr>
            <a:xfrm>
              <a:off x="10539809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h9298"/>
            <p:cNvSpPr/>
            <p:nvPr/>
          </p:nvSpPr>
          <p:spPr>
            <a:xfrm>
              <a:off x="10488865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h9299"/>
            <p:cNvSpPr/>
            <p:nvPr/>
          </p:nvSpPr>
          <p:spPr>
            <a:xfrm>
              <a:off x="10494647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h9300"/>
            <p:cNvSpPr/>
            <p:nvPr/>
          </p:nvSpPr>
          <p:spPr>
            <a:xfrm>
              <a:off x="10460174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h9301"/>
            <p:cNvSpPr/>
            <p:nvPr/>
          </p:nvSpPr>
          <p:spPr>
            <a:xfrm>
              <a:off x="10551670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h9302"/>
            <p:cNvSpPr/>
            <p:nvPr/>
          </p:nvSpPr>
          <p:spPr>
            <a:xfrm>
              <a:off x="10619645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h9303"/>
            <p:cNvSpPr/>
            <p:nvPr/>
          </p:nvSpPr>
          <p:spPr>
            <a:xfrm>
              <a:off x="10606723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h9304"/>
            <p:cNvSpPr/>
            <p:nvPr/>
          </p:nvSpPr>
          <p:spPr>
            <a:xfrm>
              <a:off x="10436365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h9305"/>
            <p:cNvSpPr/>
            <p:nvPr/>
          </p:nvSpPr>
          <p:spPr>
            <a:xfrm>
              <a:off x="10432752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h9306"/>
            <p:cNvSpPr/>
            <p:nvPr/>
          </p:nvSpPr>
          <p:spPr>
            <a:xfrm>
              <a:off x="10615054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h9307"/>
            <p:cNvSpPr/>
            <p:nvPr/>
          </p:nvSpPr>
          <p:spPr>
            <a:xfrm>
              <a:off x="10483944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h9308"/>
            <p:cNvSpPr/>
            <p:nvPr/>
          </p:nvSpPr>
          <p:spPr>
            <a:xfrm>
              <a:off x="10473187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h9309"/>
            <p:cNvSpPr/>
            <p:nvPr/>
          </p:nvSpPr>
          <p:spPr>
            <a:xfrm>
              <a:off x="10496690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h9310"/>
            <p:cNvSpPr/>
            <p:nvPr/>
          </p:nvSpPr>
          <p:spPr>
            <a:xfrm>
              <a:off x="10437370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h9311"/>
            <p:cNvSpPr/>
            <p:nvPr/>
          </p:nvSpPr>
          <p:spPr>
            <a:xfrm>
              <a:off x="10385433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h9312"/>
            <p:cNvSpPr/>
            <p:nvPr/>
          </p:nvSpPr>
          <p:spPr>
            <a:xfrm>
              <a:off x="10564968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h9313"/>
            <p:cNvSpPr/>
            <p:nvPr/>
          </p:nvSpPr>
          <p:spPr>
            <a:xfrm>
              <a:off x="10681873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h9314"/>
            <p:cNvSpPr/>
            <p:nvPr/>
          </p:nvSpPr>
          <p:spPr>
            <a:xfrm>
              <a:off x="10432762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h9315"/>
            <p:cNvSpPr/>
            <p:nvPr/>
          </p:nvSpPr>
          <p:spPr>
            <a:xfrm>
              <a:off x="10542724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h9316"/>
            <p:cNvSpPr/>
            <p:nvPr/>
          </p:nvSpPr>
          <p:spPr>
            <a:xfrm>
              <a:off x="10528357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h9317"/>
            <p:cNvSpPr/>
            <p:nvPr/>
          </p:nvSpPr>
          <p:spPr>
            <a:xfrm>
              <a:off x="10443450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h9318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h9319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h9320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h9321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h9322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h932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h9324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h9325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h932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h9327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h9328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h9329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h9330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h9331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h9332"/>
            <p:cNvSpPr/>
            <p:nvPr/>
          </p:nvSpPr>
          <p:spPr>
            <a:xfrm>
              <a:off x="9082694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h9333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h9334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h9335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h9336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h9337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h9338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h9339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h9340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h9341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h9342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h9343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h9344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h9345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h9346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h9347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h9348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h9349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h9350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h9351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h9352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h9353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h9354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h9355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h9356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h9357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h9358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h9359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h9360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h9361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h9362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h9363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h9364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h9365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h9366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h9367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h9368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h936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h937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h9371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h9372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h9373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h9374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h9375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h9376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h9377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h9378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h9379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h9380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h9381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h9382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h9383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h9384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h9385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h9386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h9387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h9388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h9389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h9390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h9391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h9392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h9393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h9394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h9395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h9396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h9397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h9398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h9399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h9400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h9401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h9402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h9403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h9404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h940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h940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h9407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h9408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h940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h941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h941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h9412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h9413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h9414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h9415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h9416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h9417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h9418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h9419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h9420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h9421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h9422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h9423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h94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h94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h94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h94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h94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h94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h9430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h9431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h9432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h9433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h9434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h9435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h9436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h9437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h9438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h9439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h9440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h9441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h9442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h9443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h9444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h9445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h9446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h9447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h9448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h9449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h9450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h9451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h9452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h9453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h9454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h9455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h9456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h9457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h9458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h945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h946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h946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h946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h9463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h9464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h9465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h9466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h9467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h9468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h9469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h9470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h9471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h9472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h9473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h9474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h9475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h9476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h9477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h9478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h9479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h9480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h9481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h9482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h9483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h9484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h9485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h9486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h9487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h9488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h9489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h9490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h9491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h9492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h9493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h9494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h9495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h9496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h9497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h949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h949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h9500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h9501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h9502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h9503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h9504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h9505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h9506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h9507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h9508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h9509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h9510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h9511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h9512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h9513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h9514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h9515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h9516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h9517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h9518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h9519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h9520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h9521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h9522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h9523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h9524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h9525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h9526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h95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h95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h95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h95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h95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h95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h95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h95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h95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h9536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h9537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h9538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h9539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h9540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h9541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h9542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h9543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h9544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h954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h954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h954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h9548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h9549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h9550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h9551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h9552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h9553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h9554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h9555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h9556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h9557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h9558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h9559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h9560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h9561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h9562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h9563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h9564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h9565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h9566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h9567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h9568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h9569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h9570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h9571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h9572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h9573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h9574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h9575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h9576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h9577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h9578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h9579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h9580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h9581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h958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h9583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h9584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h9585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h9586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h9587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h9588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h9589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h9590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h9591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h9592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h9593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h9594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h9595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h9596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h9597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h9598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h9599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h9600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h9601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h9602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h960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h960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h960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h960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h9607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h9608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h9609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h9610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h9611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h9612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h9613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h9614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h9615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h9616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h9617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h9618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h9619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h9620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h9621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h9622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h9623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h9624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h9625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h9626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h962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h962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h962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h963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h963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h9632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h9633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h9634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h9635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h9636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h9637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h9638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h9639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h9640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h9641"/>
            <p:cNvSpPr/>
            <p:nvPr/>
          </p:nvSpPr>
          <p:spPr>
            <a:xfrm>
              <a:off x="12246837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h9642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h9643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h9644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h9645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tx9646"/>
            <p:cNvSpPr/>
            <p:nvPr/>
          </p:nvSpPr>
          <p:spPr>
            <a:xfrm>
              <a:off x="9816214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9647" name="rc9647"/>
            <p:cNvSpPr/>
            <p:nvPr/>
          </p:nvSpPr>
          <p:spPr>
            <a:xfrm>
              <a:off x="9816214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8" name="rc9648"/>
            <p:cNvSpPr/>
            <p:nvPr/>
          </p:nvSpPr>
          <p:spPr>
            <a:xfrm>
              <a:off x="9816934" y="3508746"/>
              <a:ext cx="149759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9" name="rc9649"/>
            <p:cNvSpPr/>
            <p:nvPr/>
          </p:nvSpPr>
          <p:spPr>
            <a:xfrm>
              <a:off x="9816214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0" name="rc9650"/>
            <p:cNvSpPr/>
            <p:nvPr/>
          </p:nvSpPr>
          <p:spPr>
            <a:xfrm>
              <a:off x="9816934" y="3735861"/>
              <a:ext cx="149759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1" name="rc9651"/>
            <p:cNvSpPr/>
            <p:nvPr/>
          </p:nvSpPr>
          <p:spPr>
            <a:xfrm>
              <a:off x="9816214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2" name="rc9652"/>
            <p:cNvSpPr/>
            <p:nvPr/>
          </p:nvSpPr>
          <p:spPr>
            <a:xfrm>
              <a:off x="9816934" y="3962976"/>
              <a:ext cx="149759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3" name="tx9653"/>
            <p:cNvSpPr/>
            <p:nvPr/>
          </p:nvSpPr>
          <p:spPr>
            <a:xfrm>
              <a:off x="10043329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10043329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10043329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9816214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9657" name="rc9657"/>
            <p:cNvSpPr/>
            <p:nvPr/>
          </p:nvSpPr>
          <p:spPr>
            <a:xfrm>
              <a:off x="9816214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8" name="rc9658"/>
            <p:cNvSpPr/>
            <p:nvPr/>
          </p:nvSpPr>
          <p:spPr>
            <a:xfrm>
              <a:off x="9819814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9" name="rc9659"/>
            <p:cNvSpPr/>
            <p:nvPr/>
          </p:nvSpPr>
          <p:spPr>
            <a:xfrm>
              <a:off x="1058750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0" name="rc9660"/>
            <p:cNvSpPr/>
            <p:nvPr/>
          </p:nvSpPr>
          <p:spPr>
            <a:xfrm>
              <a:off x="10591109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1" name="rc9661"/>
            <p:cNvSpPr/>
            <p:nvPr/>
          </p:nvSpPr>
          <p:spPr>
            <a:xfrm>
              <a:off x="9816214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2" name="rc9662"/>
            <p:cNvSpPr/>
            <p:nvPr/>
          </p:nvSpPr>
          <p:spPr>
            <a:xfrm>
              <a:off x="9819814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3" name="rc9663"/>
            <p:cNvSpPr/>
            <p:nvPr/>
          </p:nvSpPr>
          <p:spPr>
            <a:xfrm>
              <a:off x="1058750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4" name="rc9664"/>
            <p:cNvSpPr/>
            <p:nvPr/>
          </p:nvSpPr>
          <p:spPr>
            <a:xfrm>
              <a:off x="10591109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5" name="rc9665"/>
            <p:cNvSpPr/>
            <p:nvPr/>
          </p:nvSpPr>
          <p:spPr>
            <a:xfrm>
              <a:off x="9816214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6" name="rc9666"/>
            <p:cNvSpPr/>
            <p:nvPr/>
          </p:nvSpPr>
          <p:spPr>
            <a:xfrm>
              <a:off x="9819814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7" name="rc9667"/>
            <p:cNvSpPr/>
            <p:nvPr/>
          </p:nvSpPr>
          <p:spPr>
            <a:xfrm>
              <a:off x="1058750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8" name="rc9668"/>
            <p:cNvSpPr/>
            <p:nvPr/>
          </p:nvSpPr>
          <p:spPr>
            <a:xfrm>
              <a:off x="10591109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9" name="rc9669"/>
            <p:cNvSpPr/>
            <p:nvPr/>
          </p:nvSpPr>
          <p:spPr>
            <a:xfrm>
              <a:off x="9816214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0" name="rc9670"/>
            <p:cNvSpPr/>
            <p:nvPr/>
          </p:nvSpPr>
          <p:spPr>
            <a:xfrm>
              <a:off x="9819814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1" name="tx9671"/>
            <p:cNvSpPr/>
            <p:nvPr/>
          </p:nvSpPr>
          <p:spPr>
            <a:xfrm>
              <a:off x="10043329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51%-59%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10814624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59%-61%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10043329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61%-62%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10814624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62%-64%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10043329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64%-66%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10814624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66%-75%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10043329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10222608" y="679033"/>
              <a:ext cx="797996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2026-08-05T21:14:28Z</dcterms:modified>
  <cp:category/>
</cp:coreProperties>
</file>